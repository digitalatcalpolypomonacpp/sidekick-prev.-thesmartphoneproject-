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Quicksand"/>
      <p:regular r:id="rId17"/>
      <p:bold r:id="rId18"/>
    </p:embeddedFont>
    <p:embeddedFont>
      <p:font typeface="Share Tech"/>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Quicksand-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ShareTech-regular.fntdata"/><Relationship Id="rId6" Type="http://schemas.openxmlformats.org/officeDocument/2006/relationships/notesMaster" Target="notesMasters/notesMaster1.xml"/><Relationship Id="rId18" Type="http://schemas.openxmlformats.org/officeDocument/2006/relationships/font" Target="fonts/Quicksand-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65cab8d4db_0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65cab8d4db_0_1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687c84a677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687c84a677_0_3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65d205022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65d205022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6384f655c3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6384f655c3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Why We Chose I²C for the Thermometer Module</a:t>
            </a:r>
            <a:endParaRPr/>
          </a:p>
          <a:p>
            <a:pPr indent="0" lvl="0" marL="0" rtl="0" algn="l">
              <a:spcBef>
                <a:spcPts val="0"/>
              </a:spcBef>
              <a:spcAft>
                <a:spcPts val="0"/>
              </a:spcAft>
              <a:buClr>
                <a:schemeClr val="dk1"/>
              </a:buClr>
              <a:buSzPts val="1100"/>
              <a:buFont typeface="Arial"/>
              <a:buNone/>
            </a:pPr>
            <a:r>
              <a:rPr lang="en"/>
              <a:t>1. 🧩 Multiple Sensors on One Bus</a:t>
            </a:r>
            <a:endParaRPr/>
          </a:p>
          <a:p>
            <a:pPr indent="0" lvl="0" marL="0" rtl="0" algn="l">
              <a:spcBef>
                <a:spcPts val="0"/>
              </a:spcBef>
              <a:spcAft>
                <a:spcPts val="0"/>
              </a:spcAft>
              <a:buClr>
                <a:schemeClr val="dk1"/>
              </a:buClr>
              <a:buSzPts val="1100"/>
              <a:buFont typeface="Arial"/>
              <a:buNone/>
            </a:pPr>
            <a:r>
              <a:rPr lang="en"/>
              <a:t>Your system includes more than one sensor (e.g., thermometer + barometer).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I²C supports multiple devices on the same two wires—each with a unique address.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This simplifies wiring and PCB routing, especially on a stacked daughterboard.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2. 🧠 Digital Accuracy and Stability</a:t>
            </a:r>
            <a:endParaRPr/>
          </a:p>
          <a:p>
            <a:pPr indent="0" lvl="0" marL="0" rtl="0" algn="l">
              <a:spcBef>
                <a:spcPts val="0"/>
              </a:spcBef>
              <a:spcAft>
                <a:spcPts val="0"/>
              </a:spcAft>
              <a:buClr>
                <a:schemeClr val="dk1"/>
              </a:buClr>
              <a:buSzPts val="1100"/>
              <a:buFont typeface="Arial"/>
              <a:buNone/>
            </a:pPr>
            <a:r>
              <a:rPr lang="en"/>
              <a:t>I²C transmits digital data, which means: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Higher precision and accuracy than analog voltage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No need for ADCs (analog-to-digital converters)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Less prone to signal noise or voltage drift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3. ⚡ Low Pin Count</a:t>
            </a:r>
            <a:endParaRPr/>
          </a:p>
          <a:p>
            <a:pPr indent="0" lvl="0" marL="0" rtl="0" algn="l">
              <a:spcBef>
                <a:spcPts val="0"/>
              </a:spcBef>
              <a:spcAft>
                <a:spcPts val="0"/>
              </a:spcAft>
              <a:buClr>
                <a:schemeClr val="dk1"/>
              </a:buClr>
              <a:buSzPts val="1100"/>
              <a:buFont typeface="Arial"/>
              <a:buNone/>
            </a:pPr>
            <a:r>
              <a:rPr lang="en"/>
              <a:t>Uses only 2 signal lines: SDA (data) and SCL (clock)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Saves pins on your MCU/FPGA and keeps the design compact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4. 🔌 Wide Sensor Ecosystem</a:t>
            </a:r>
            <a:endParaRPr/>
          </a:p>
          <a:p>
            <a:pPr indent="0" lvl="0" marL="0" rtl="0" algn="l">
              <a:spcBef>
                <a:spcPts val="0"/>
              </a:spcBef>
              <a:spcAft>
                <a:spcPts val="0"/>
              </a:spcAft>
              <a:buClr>
                <a:schemeClr val="dk1"/>
              </a:buClr>
              <a:buSzPts val="1100"/>
              <a:buFont typeface="Arial"/>
              <a:buNone/>
            </a:pPr>
            <a:r>
              <a:rPr lang="en"/>
              <a:t>Industry-standard for sensors like: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MCP9600 (thermocouple interface)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BMP581 (barometer)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TMP102, MCP9808, etc.</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Readily supported in firmware libraries (Arduino, Python, Zephyr, Verilog wrappers)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5. 💻 Easier Firmware and Expansion</a:t>
            </a:r>
            <a:endParaRPr/>
          </a:p>
          <a:p>
            <a:pPr indent="0" lvl="0" marL="0" rtl="0" algn="l">
              <a:spcBef>
                <a:spcPts val="0"/>
              </a:spcBef>
              <a:spcAft>
                <a:spcPts val="0"/>
              </a:spcAft>
              <a:buClr>
                <a:schemeClr val="dk1"/>
              </a:buClr>
              <a:buSzPts val="1100"/>
              <a:buFont typeface="Arial"/>
              <a:buNone/>
            </a:pPr>
            <a:r>
              <a:rPr lang="en"/>
              <a:t>Works well with FPGA softcores or embedded MCUs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Easy to poll, scan, and expand with future sensors (e.g., accelerometer, humidity)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Why We Didn’t Use the Others:</a:t>
            </a:r>
            <a:endParaRPr/>
          </a:p>
          <a:p>
            <a:pPr indent="0" lvl="0" marL="0" rtl="0" algn="l">
              <a:spcBef>
                <a:spcPts val="0"/>
              </a:spcBef>
              <a:spcAft>
                <a:spcPts val="0"/>
              </a:spcAft>
              <a:buClr>
                <a:schemeClr val="dk1"/>
              </a:buClr>
              <a:buSzPts val="1100"/>
              <a:buFont typeface="Arial"/>
              <a:buNone/>
            </a:pPr>
            <a:r>
              <a:rPr lang="en"/>
              <a:t>Interface	Reason Rejected</a:t>
            </a:r>
            <a:endParaRPr/>
          </a:p>
          <a:p>
            <a:pPr indent="0" lvl="0" marL="0" rtl="0" algn="l">
              <a:spcBef>
                <a:spcPts val="0"/>
              </a:spcBef>
              <a:spcAft>
                <a:spcPts val="0"/>
              </a:spcAft>
              <a:buClr>
                <a:schemeClr val="dk1"/>
              </a:buClr>
              <a:buSzPts val="1100"/>
              <a:buFont typeface="Arial"/>
              <a:buNone/>
            </a:pPr>
            <a:r>
              <a:rPr lang="en"/>
              <a:t>Analog	Needs ADC, less accurate, more noise-sensitive</a:t>
            </a:r>
            <a:endParaRPr/>
          </a:p>
          <a:p>
            <a:pPr indent="0" lvl="0" marL="0" rtl="0" algn="l">
              <a:spcBef>
                <a:spcPts val="0"/>
              </a:spcBef>
              <a:spcAft>
                <a:spcPts val="0"/>
              </a:spcAft>
              <a:buClr>
                <a:schemeClr val="dk1"/>
              </a:buClr>
              <a:buSzPts val="1100"/>
              <a:buFont typeface="Arial"/>
              <a:buNone/>
            </a:pPr>
            <a:r>
              <a:rPr lang="en"/>
              <a:t>SPI	More wires (4+), overkill for thermometer’s data rate</a:t>
            </a:r>
            <a:endParaRPr/>
          </a:p>
          <a:p>
            <a:pPr indent="0" lvl="0" marL="0" rtl="0" algn="l">
              <a:spcBef>
                <a:spcPts val="0"/>
              </a:spcBef>
              <a:spcAft>
                <a:spcPts val="0"/>
              </a:spcAft>
              <a:buClr>
                <a:schemeClr val="dk1"/>
              </a:buClr>
              <a:buSzPts val="1100"/>
              <a:buFont typeface="Arial"/>
              <a:buNone/>
            </a:pPr>
            <a:r>
              <a:rPr lang="en"/>
              <a:t>UART	Point-to-point only, not scalable for multi-sensor bus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TL;DR:</a:t>
            </a:r>
            <a:endParaRPr/>
          </a:p>
          <a:p>
            <a:pPr indent="0" lvl="0" marL="0" rtl="0" algn="l">
              <a:spcBef>
                <a:spcPts val="0"/>
              </a:spcBef>
              <a:spcAft>
                <a:spcPts val="0"/>
              </a:spcAft>
              <a:buClr>
                <a:schemeClr val="dk1"/>
              </a:buClr>
              <a:buSzPts val="1100"/>
              <a:buFont typeface="Arial"/>
              <a:buNone/>
            </a:pPr>
            <a:r>
              <a:rPr lang="en"/>
              <a:t>I²C was chosen because it’s simple, scalable, accurate, and already supported by the MCP9600. It also allows us to easily integrate other sensors (like the BMP581 barometer) on the same bus with minimal wiring and code complexity.</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6384f655c3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6384f655c3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6384f655c3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6384f655c3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Absolutely! Here's a full explanation of each MCP9600 pin, written as </a:t>
            </a:r>
            <a:r>
              <a:rPr b="1" lang="en">
                <a:solidFill>
                  <a:schemeClr val="dk1"/>
                </a:solidFill>
              </a:rPr>
              <a:t>speaker notes</a:t>
            </a:r>
            <a:r>
              <a:rPr lang="en">
                <a:solidFill>
                  <a:schemeClr val="dk1"/>
                </a:solidFill>
              </a:rPr>
              <a:t> for use in your presentation—so you can explain them confidently without overwhelming the slide content.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3.1 Ground Pin (GND)</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Speaker Notes:</a:t>
            </a:r>
            <a:br>
              <a:rPr b="1" lang="en">
                <a:solidFill>
                  <a:schemeClr val="dk1"/>
                </a:solidFill>
              </a:rPr>
            </a:br>
            <a:r>
              <a:rPr lang="en">
                <a:solidFill>
                  <a:schemeClr val="dk1"/>
                </a:solidFill>
              </a:rPr>
              <a:t> These pins are the electrical ground reference for the entire chip. Pins 1, 3, 5, 13, and 17 are internally connected and sit at the same potential—any of them can be used as GND. However, pins 6, 7, 9, 10, and 18 must </a:t>
            </a:r>
            <a:r>
              <a:rPr i="1" lang="en">
                <a:solidFill>
                  <a:schemeClr val="dk1"/>
                </a:solidFill>
              </a:rPr>
              <a:t>also</a:t>
            </a:r>
            <a:r>
              <a:rPr lang="en">
                <a:solidFill>
                  <a:schemeClr val="dk1"/>
                </a:solidFill>
              </a:rPr>
              <a:t> be tied to ground externally for the MCP9600 to operate correctly. Think of this as ensuring stable and balanced grounding across the chip’s internal analog and digital subsystems.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3.2 Thermocouple Inputs (VIN+, VIN–)</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Speaker Notes:</a:t>
            </a:r>
            <a:br>
              <a:rPr b="1" lang="en">
                <a:solidFill>
                  <a:schemeClr val="dk1"/>
                </a:solidFill>
              </a:rPr>
            </a:br>
            <a:r>
              <a:rPr lang="en">
                <a:solidFill>
                  <a:schemeClr val="dk1"/>
                </a:solidFill>
              </a:rPr>
              <a:t> This is where the actual thermocouple wires connect. The positive wire goes to VIN+ and the negative to VIN–. The thermocouple generates a tiny voltage based on the temperature difference between its sensing end and the chip itself. The MCP9600 amplifies this signal, applies cold junction compensation (based on its own internal temperature sensor), and converts the result to °C digitally. This is the chip’s core sensing input.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3.3 Power Pin (VDD)</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Speaker Notes:</a:t>
            </a:r>
            <a:br>
              <a:rPr b="1" lang="en">
                <a:solidFill>
                  <a:schemeClr val="dk1"/>
                </a:solidFill>
              </a:rPr>
            </a:br>
            <a:r>
              <a:rPr lang="en">
                <a:solidFill>
                  <a:schemeClr val="dk1"/>
                </a:solidFill>
              </a:rPr>
              <a:t> This is the main power supply pin for the chip. It typically operates at 3.3V (or up to 5V depending on your design). Make sure to supply clean, regulated voltage here—this powers everything, from the internal temperature compensation engine to the I²C communication interface. If this pin isn’t stable, you’ll likely get incorrect readings or communication failures.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3.4 Alert Outputs (Alert 1–4)</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Speaker Notes:</a:t>
            </a:r>
            <a:br>
              <a:rPr b="1" lang="en">
                <a:solidFill>
                  <a:schemeClr val="dk1"/>
                </a:solidFill>
              </a:rPr>
            </a:br>
            <a:r>
              <a:rPr lang="en">
                <a:solidFill>
                  <a:schemeClr val="dk1"/>
                </a:solidFill>
              </a:rPr>
              <a:t> These are optional programmable outputs that act like alarm pins. You can configure them via I²C to trigger if the temperature exceeds a certain threshold—or drops below it. They're “push-pull” style digital outputs, meaning they can drive high and low levels directly. You could connect them to an LED, a fan controller, or use them as interrupts to your MCU to take real-time action when overheating is detected.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3.5 I²C Address Pin (ADDR)</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Speaker Notes:</a:t>
            </a:r>
            <a:br>
              <a:rPr b="1" lang="en">
                <a:solidFill>
                  <a:schemeClr val="dk1"/>
                </a:solidFill>
              </a:rPr>
            </a:br>
            <a:r>
              <a:rPr lang="en">
                <a:solidFill>
                  <a:schemeClr val="dk1"/>
                </a:solidFill>
              </a:rPr>
              <a:t> This pin sets the chip’s I²C address so the host MCU or FPGA can uniquely identify and talk to it on the bus. You can tie it directly to GND, VDD, or connect it through a resistor divider to generate up to 8 distinct address levels. This is important when you’re using multiple MCP9600s on the same I²C bus—you’ll need each one to have a unique address.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3.6 Serial Clock Line (SCL)</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Speaker Notes:</a:t>
            </a:r>
            <a:br>
              <a:rPr b="1" lang="en">
                <a:solidFill>
                  <a:schemeClr val="dk1"/>
                </a:solidFill>
              </a:rPr>
            </a:br>
            <a:r>
              <a:rPr lang="en">
                <a:solidFill>
                  <a:schemeClr val="dk1"/>
                </a:solidFill>
              </a:rPr>
              <a:t> This is the clock line used for I²C communication. It’s driven by the host controller (like an MCU or FPGA). All timing for sending and receiving data is based on this clock signal. The MCP9600 is an I²C slave—it listens to the host and responds only when it's addressed.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3.7 Serial Data Line (SDA)</a:t>
            </a:r>
            <a:endParaRPr b="1" sz="1300">
              <a:solidFill>
                <a:schemeClr val="dk1"/>
              </a:solidFill>
            </a:endParaRPr>
          </a:p>
          <a:p>
            <a:pPr indent="0" lvl="0" marL="0" rtl="0" algn="l">
              <a:lnSpc>
                <a:spcPct val="115000"/>
              </a:lnSpc>
              <a:spcBef>
                <a:spcPts val="1200"/>
              </a:spcBef>
              <a:spcAft>
                <a:spcPts val="1200"/>
              </a:spcAft>
              <a:buNone/>
            </a:pPr>
            <a:r>
              <a:rPr b="1" lang="en">
                <a:solidFill>
                  <a:schemeClr val="dk1"/>
                </a:solidFill>
              </a:rPr>
              <a:t>Speaker Notes:</a:t>
            </a:r>
            <a:br>
              <a:rPr b="1" lang="en">
                <a:solidFill>
                  <a:schemeClr val="dk1"/>
                </a:solidFill>
              </a:rPr>
            </a:br>
            <a:r>
              <a:rPr lang="en">
                <a:solidFill>
                  <a:schemeClr val="dk1"/>
                </a:solidFill>
              </a:rPr>
              <a:t> This is the bidirectional data line for I²C. Data is sent and received bit by bit along this line. The SDA and SCL lines must both have pull-up resistors (typically 4.7kΩ) for the I²C bus to function. The MCP9600 responds on SDA only when it’s addressed by the host and only during read/write cycles.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6384f655c3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6384f655c3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Absolutely! Here's a full explanation of each MCP9600 pin, written as </a:t>
            </a:r>
            <a:r>
              <a:rPr b="1" lang="en">
                <a:solidFill>
                  <a:schemeClr val="dk1"/>
                </a:solidFill>
              </a:rPr>
              <a:t>speaker notes</a:t>
            </a:r>
            <a:r>
              <a:rPr lang="en">
                <a:solidFill>
                  <a:schemeClr val="dk1"/>
                </a:solidFill>
              </a:rPr>
              <a:t> for use in your presentation—so you can explain them confidently without overwhelming the slide content.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3.1 Ground Pin (GND)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pins are the electrical ground reference for the entire chip. Pins 1, 3, 5, 13, and 17 are internally connected and sit at the same potential—any of them can be used as GND. However, pins 6, 7, 9, 10, and 18 must </a:t>
            </a:r>
            <a:r>
              <a:rPr i="1" lang="en">
                <a:solidFill>
                  <a:schemeClr val="dk1"/>
                </a:solidFill>
              </a:rPr>
              <a:t>also</a:t>
            </a:r>
            <a:r>
              <a:rPr lang="en">
                <a:solidFill>
                  <a:schemeClr val="dk1"/>
                </a:solidFill>
              </a:rPr>
              <a:t> be tied to ground externally for the MCP9600 to operate correctly. Think of this as ensuring stable and balanced grounding across the chip’s internal analog and digital subsystems.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3.2 Thermocouple Inputs (VIN+, VIN–)</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where the actual thermocouple wires connect. The positive wire goes to VIN+ and the negative to VIN–. The thermocouple generates a tiny voltage based on the temperature difference between its sensing end and the chip itself. The MCP9600 amplifies this signal, applies cold junction compensation (based on its own internal temperature sensor), and converts the result to °C digitally. This is the chip’s core sensing input.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3.3 Power Pin (VDD)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main power supply pin for the chip. It typically operates at 3.3V (or up to 5V depending on your design). Make sure to supply clean, regulated voltage here—this powers everything, from the internal temperature compensation engine to the I²C communication interface. If this pin isn’t stable, you’ll likely get incorrect readings or communication failures.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3.4 Alert Outputs (Alert 1–4)</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are optional programmable outputs that act like alarm pins. You can configure them via I²C to trigger if the temperature exceeds a certain threshold—or drops below it. They're “push-pull” style digital outputs, meaning they can drive high and low levels directly. You could connect them to an LED, a fan controller, or use them as interrupts to your MCU to take real-time action when overheating is detected.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3.5 I²C Address Pin (ADDR)</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pin sets the chip’s I²C address so the host MCU or FPGA can uniquely identify and talk to it on the bus. You can tie it directly to GND, VDD, or connect it through a resistor divider to generate up to 8 distinct address levels. This is important when you’re using multiple MCP9600s on the same I²C bus—you’ll need each one to have a unique address.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3.6 Serial Clock Line (SCL)</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clock line used for I²C communication. It’s driven by the host controller (like an MCU or FPGA). All timing for sending and receiving data is based on this clock signal. The MCP9600 is an I²C slave—it listens to the host and responds only when it's addressed.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3.7 Serial Data Line (SDA)</a:t>
            </a:r>
            <a:endParaRPr b="1" sz="1300">
              <a:solidFill>
                <a:schemeClr val="dk1"/>
              </a:solidFill>
            </a:endParaRPr>
          </a:p>
          <a:p>
            <a:pPr indent="0" lvl="0" marL="0" rtl="0" algn="l">
              <a:lnSpc>
                <a:spcPct val="115000"/>
              </a:lnSpc>
              <a:spcBef>
                <a:spcPts val="1200"/>
              </a:spcBef>
              <a:spcAft>
                <a:spcPts val="1200"/>
              </a:spcAft>
              <a:buNone/>
            </a:pPr>
            <a:r>
              <a:rPr b="1" lang="en">
                <a:solidFill>
                  <a:schemeClr val="dk1"/>
                </a:solidFill>
              </a:rPr>
              <a:t>Speaker Notes:</a:t>
            </a:r>
            <a:br>
              <a:rPr b="1" lang="en">
                <a:solidFill>
                  <a:schemeClr val="dk1"/>
                </a:solidFill>
              </a:rPr>
            </a:br>
            <a:r>
              <a:rPr lang="en">
                <a:solidFill>
                  <a:schemeClr val="dk1"/>
                </a:solidFill>
              </a:rPr>
              <a:t> This is the bidirectional data line for I²C. Data is sent and received bit by bit along this line. The SDA and SCL lines must both have pull-up resistors (typically 4.7kΩ) for the I²C bus to function. The MCP9600 responds on SDA only when it’s addressed by the host and only during read/write cycles.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6384f655c3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6384f655c3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Absolutely! Here's a full explanation of each MCP9600 pin, written as </a:t>
            </a:r>
            <a:r>
              <a:rPr b="1" lang="en">
                <a:solidFill>
                  <a:schemeClr val="dk1"/>
                </a:solidFill>
              </a:rPr>
              <a:t>speaker notes</a:t>
            </a:r>
            <a:r>
              <a:rPr lang="en">
                <a:solidFill>
                  <a:schemeClr val="dk1"/>
                </a:solidFill>
              </a:rPr>
              <a:t> for use in your presentation—so you can explain them confidently without overwhelming the slide content.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3.1 Ground Pin (GND)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pins are the electrical ground reference for the entire chip. Pins 1, 3, 5, 13, and 17 are internally connected and sit at the same potential—any of them can be used as GND. However, pins 6, 7, 9, 10, and 18 must </a:t>
            </a:r>
            <a:r>
              <a:rPr i="1" lang="en">
                <a:solidFill>
                  <a:schemeClr val="dk1"/>
                </a:solidFill>
              </a:rPr>
              <a:t>also</a:t>
            </a:r>
            <a:r>
              <a:rPr lang="en">
                <a:solidFill>
                  <a:schemeClr val="dk1"/>
                </a:solidFill>
              </a:rPr>
              <a:t> be tied to ground externally for the MCP9600 to operate correctly. Think of this as ensuring stable and balanced grounding across the chip’s internal analog and digital subsystems.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3.2 Thermocouple Inputs (VIN+, VIN–)</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where the actual thermocouple wires connect. The positive wire goes to VIN+ and the negative to VIN–. The thermocouple generates a tiny voltage based on the temperature difference between its sensing end and the chip itself. The MCP9600 amplifies this signal, applies cold junction compensation (based on its own internal temperature sensor), and converts the result to °C digitally. This is the chip’s core sensing input.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3.3 Power Pin (VDD)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main power supply pin for the chip. It typically operates at 3.3V (or up to 5V depending on your design). Make sure to supply clean, regulated voltage here—this powers everything, from the internal temperature compensation engine to the I²C communication interface. If this pin isn’t stable, you’ll likely get incorrect readings or communication failures.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3.4 Alert Outputs (Alert 1–4)</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are optional programmable outputs that act like alarm pins. You can configure them via I²C to trigger if the temperature exceeds a certain threshold—or drops below it. They're “push-pull” style digital outputs, meaning they can drive high and low levels directly. You could connect them to an LED, a fan controller, or use them as interrupts to your MCU to take real-time action when overheating is detected.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3.5 I²C Address Pin (ADDR)</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pin sets the chip’s I²C address so the host MCU or FPGA can uniquely identify and talk to it on the bus. You can tie it directly to GND, VDD, or connect it through a resistor divider to generate up to 8 distinct address levels. This is important when you’re using multiple MCP9600s on the same I²C bus—you’ll need each one to have a unique address.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3.6 Serial Clock Line (SCL)</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clock line used for I²C communication. It’s driven by the host controller (like an MCU or FPGA). All timing for sending and receiving data is based on this clock signal. The MCP9600 is an I²C slave—it listens to the host and responds only when it's addressed.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3.7 Serial Data Line (SDA)</a:t>
            </a:r>
            <a:endParaRPr b="1" sz="1300">
              <a:solidFill>
                <a:schemeClr val="dk1"/>
              </a:solidFill>
            </a:endParaRPr>
          </a:p>
          <a:p>
            <a:pPr indent="0" lvl="0" marL="0" rtl="0" algn="l">
              <a:lnSpc>
                <a:spcPct val="115000"/>
              </a:lnSpc>
              <a:spcBef>
                <a:spcPts val="1200"/>
              </a:spcBef>
              <a:spcAft>
                <a:spcPts val="1200"/>
              </a:spcAft>
              <a:buNone/>
            </a:pPr>
            <a:r>
              <a:rPr b="1" lang="en">
                <a:solidFill>
                  <a:schemeClr val="dk1"/>
                </a:solidFill>
              </a:rPr>
              <a:t>Speaker Notes:</a:t>
            </a:r>
            <a:br>
              <a:rPr b="1" lang="en">
                <a:solidFill>
                  <a:schemeClr val="dk1"/>
                </a:solidFill>
              </a:rPr>
            </a:br>
            <a:r>
              <a:rPr lang="en">
                <a:solidFill>
                  <a:schemeClr val="dk1"/>
                </a:solidFill>
              </a:rPr>
              <a:t> This is the bidirectional data line for I²C. Data is sent and received bit by bit along this line. The SDA and SCL lines must both have pull-up resistors (typically 4.7kΩ) for the I²C bus to function. The MCP9600 responds on SDA only when it’s addressed by the host and only during read/write cycles.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6384f655c3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6384f655c3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Absolutely! Here's a full explanation of each MCP9600 pin, written as </a:t>
            </a:r>
            <a:r>
              <a:rPr b="1" lang="en">
                <a:solidFill>
                  <a:schemeClr val="dk1"/>
                </a:solidFill>
              </a:rPr>
              <a:t>speaker notes</a:t>
            </a:r>
            <a:r>
              <a:rPr lang="en">
                <a:solidFill>
                  <a:schemeClr val="dk1"/>
                </a:solidFill>
              </a:rPr>
              <a:t> for use in your presentation—so you can explain them confidently without overwhelming the slide content.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3.1 Ground Pin (GND)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pins are the electrical ground reference for the entire chip. Pins 1, 3, 5, 13, and 17 are internally connected and sit at the same potential—any of them can be used as GND. However, pins 6, 7, 9, 10, and 18 must </a:t>
            </a:r>
            <a:r>
              <a:rPr i="1" lang="en">
                <a:solidFill>
                  <a:schemeClr val="dk1"/>
                </a:solidFill>
              </a:rPr>
              <a:t>also</a:t>
            </a:r>
            <a:r>
              <a:rPr lang="en">
                <a:solidFill>
                  <a:schemeClr val="dk1"/>
                </a:solidFill>
              </a:rPr>
              <a:t> be tied to ground externally for the MCP9600 to operate correctly. Think of this as ensuring stable and balanced grounding across the chip’s internal analog and digital subsystems.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3.2 Thermocouple Inputs (VIN+, VIN–)</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where the actual thermocouple wires connect. The positive wire goes to VIN+ and the negative to VIN–. The thermocouple generates a tiny voltage based on the temperature difference between its sensing end and the chip itself. The MCP9600 amplifies this signal, applies cold junction compensation (based on its own internal temperature sensor), and converts the result to °C digitally. This is the chip’s core sensing input.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3.3 Power Pin (VDD)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main power supply pin for the chip. It typically operates at 3.3V (or up to 5V depending on your design). Make sure to supply clean, regulated voltage here—this powers everything, from the internal temperature compensation engine to the I²C communication interface. If this pin isn’t stable, you’ll likely get incorrect readings or communication failures.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3.4 Alert Outputs (Alert 1–4)</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are optional programmable outputs that act like alarm pins. You can configure them via I²C to trigger if the temperature exceeds a certain threshold—or drops below it. They're “push-pull” style digital outputs, meaning they can drive high and low levels directly. You could connect them to an LED, a fan controller, or use them as interrupts to your MCU to take real-time action when overheating is detected.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3.5 I²C Address Pin (ADDR)</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pin sets the chip’s I²C address so the host MCU or FPGA can uniquely identify and talk to it on the bus. You can tie it directly to GND, VDD, or connect it through a resistor divider to generate up to 8 distinct address levels. This is important when you’re using multiple MCP9600s on the same I²C bus—you’ll need each one to have a unique address.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3.6 Serial Clock Line (SCL)</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clock line used for I²C communication. It’s driven by the host controller (like an MCU or FPGA). All timing for sending and receiving data is based on this clock signal. The MCP9600 is an I²C slave—it listens to the host and responds only when it's addressed.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3.7 Serial Data Line (SDA)</a:t>
            </a:r>
            <a:endParaRPr b="1" sz="1300">
              <a:solidFill>
                <a:schemeClr val="dk1"/>
              </a:solidFill>
            </a:endParaRPr>
          </a:p>
          <a:p>
            <a:pPr indent="0" lvl="0" marL="0" rtl="0" algn="l">
              <a:lnSpc>
                <a:spcPct val="115000"/>
              </a:lnSpc>
              <a:spcBef>
                <a:spcPts val="1200"/>
              </a:spcBef>
              <a:spcAft>
                <a:spcPts val="1200"/>
              </a:spcAft>
              <a:buNone/>
            </a:pPr>
            <a:r>
              <a:rPr b="1" lang="en">
                <a:solidFill>
                  <a:schemeClr val="dk1"/>
                </a:solidFill>
              </a:rPr>
              <a:t>Speaker Notes:</a:t>
            </a:r>
            <a:br>
              <a:rPr b="1" lang="en">
                <a:solidFill>
                  <a:schemeClr val="dk1"/>
                </a:solidFill>
              </a:rPr>
            </a:br>
            <a:r>
              <a:rPr lang="en">
                <a:solidFill>
                  <a:schemeClr val="dk1"/>
                </a:solidFill>
              </a:rPr>
              <a:t> This is the bidirectional data line for I²C. Data is sent and received bit by bit along this line. The SDA and SCL lines must both have pull-up resistors (typically 4.7kΩ) for the I²C bus to function. The MCP9600 responds on SDA only when it’s addressed by the host and only during read/write cycles.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6384f655c3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6384f655c3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Absolutely! Here's a full explanation of each MCP9600 pin, written as </a:t>
            </a:r>
            <a:r>
              <a:rPr b="1" lang="en">
                <a:solidFill>
                  <a:schemeClr val="dk1"/>
                </a:solidFill>
              </a:rPr>
              <a:t>speaker notes</a:t>
            </a:r>
            <a:r>
              <a:rPr lang="en">
                <a:solidFill>
                  <a:schemeClr val="dk1"/>
                </a:solidFill>
              </a:rPr>
              <a:t> for use in your presentation—so you can explain them confidently without overwhelming the slide content.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3.1 Ground Pin (GND)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pins are the electrical ground reference for the entire chip. Pins 1, 3, 5, 13, and 17 are internally connected and sit at the same potential—any of them can be used as GND. However, pins 6, 7, 9, 10, and 18 must </a:t>
            </a:r>
            <a:r>
              <a:rPr i="1" lang="en">
                <a:solidFill>
                  <a:schemeClr val="dk1"/>
                </a:solidFill>
              </a:rPr>
              <a:t>also</a:t>
            </a:r>
            <a:r>
              <a:rPr lang="en">
                <a:solidFill>
                  <a:schemeClr val="dk1"/>
                </a:solidFill>
              </a:rPr>
              <a:t> be tied to ground externally for the MCP9600 to operate correctly. Think of this as ensuring stable and balanced grounding across the chip’s internal analog and digital subsystems.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3.2 Thermocouple Inputs (VIN+, VIN–)</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where the actual thermocouple wires connect. The positive wire goes to VIN+ and the negative to VIN–. The thermocouple generates a tiny voltage based on the temperature difference between its sensing end and the chip itself. The MCP9600 amplifies this signal, applies cold junction compensation (based on its own internal temperature sensor), and converts the result to °C digitally. This is the chip’s core sensing input.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3.3 Power Pin (VDD)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main power supply pin for the chip. It typically operates at 3.3V (or up to 5V depending on your design). Make sure to supply clean, regulated voltage here—this powers everything, from the internal temperature compensation engine to the I²C communication interface. If this pin isn’t stable, you’ll likely get incorrect readings or communication failures.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3.4 Alert Outputs (Alert 1–4)</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These are optional programmable outputs that act like alarm pins. You can configure them via I²C to trigger if the temperature exceeds a certain threshold—or drops below it. They're “push-pull” style digital outputs, meaning they can drive high and low levels directly. You could connect them to an LED, a fan controller, or use them as interrupts to your MCU to take real-time action when overheating is detected.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3.5 I²C Address Pin (ADDR)</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pin sets the chip’s I²C address so the host MCU or FPGA can uniquely identify and talk to it on the bus. You can tie it directly to GND, VDD, or connect it through a resistor divider to generate up to 8 distinct address levels. This is important when you’re using multiple MCP9600s on the same I²C bus—you’ll need each one to have a unique address.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3.6 Serial Clock Line (SCL)</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Speaker Notes:</a:t>
            </a:r>
            <a:br>
              <a:rPr b="1" lang="en">
                <a:solidFill>
                  <a:schemeClr val="dk1"/>
                </a:solidFill>
              </a:rPr>
            </a:br>
            <a:r>
              <a:rPr lang="en">
                <a:solidFill>
                  <a:schemeClr val="dk1"/>
                </a:solidFill>
              </a:rPr>
              <a:t> This is the clock line used for I²C communication. It’s driven by the host controller (like an MCU or FPGA). All timing for sending and receiving data is based on this clock signal. The MCP9600 is an I²C slave—it listens to the host and responds only when it's addressed.</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3.7 Serial Data Line (SDA)</a:t>
            </a:r>
            <a:endParaRPr b="1" sz="1300">
              <a:solidFill>
                <a:schemeClr val="dk1"/>
              </a:solidFill>
            </a:endParaRPr>
          </a:p>
          <a:p>
            <a:pPr indent="0" lvl="0" marL="0" rtl="0" algn="l">
              <a:lnSpc>
                <a:spcPct val="115000"/>
              </a:lnSpc>
              <a:spcBef>
                <a:spcPts val="1200"/>
              </a:spcBef>
              <a:spcAft>
                <a:spcPts val="1200"/>
              </a:spcAft>
              <a:buNone/>
            </a:pPr>
            <a:r>
              <a:rPr b="1" lang="en">
                <a:solidFill>
                  <a:schemeClr val="dk1"/>
                </a:solidFill>
              </a:rPr>
              <a:t>Speaker Notes:</a:t>
            </a:r>
            <a:br>
              <a:rPr b="1" lang="en">
                <a:solidFill>
                  <a:schemeClr val="dk1"/>
                </a:solidFill>
              </a:rPr>
            </a:br>
            <a:r>
              <a:rPr lang="en">
                <a:solidFill>
                  <a:schemeClr val="dk1"/>
                </a:solidFill>
              </a:rPr>
              <a:t> This is the bidirectional data line for I²C. Data is sent and received bit by bit along this line. The SDA and SCL lines must both have pull-up resistors (typically 4.7kΩ) for the I²C bus to function. The MCP9600 responds on SDA only when it’s addressed by the host and only during read/write cycles.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56" name="Shape 56"/>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7" name="Shape 57"/>
        <p:cNvGrpSpPr/>
        <p:nvPr/>
      </p:nvGrpSpPr>
      <p:grpSpPr>
        <a:xfrm>
          <a:off x="0" y="0"/>
          <a:ext cx="0" cy="0"/>
          <a:chOff x="0" y="0"/>
          <a:chExt cx="0" cy="0"/>
        </a:xfrm>
      </p:grpSpPr>
      <p:sp>
        <p:nvSpPr>
          <p:cNvPr id="58" name="Google Shape;58;p15"/>
          <p:cNvSpPr txBox="1"/>
          <p:nvPr>
            <p:ph idx="1" type="body"/>
          </p:nvPr>
        </p:nvSpPr>
        <p:spPr>
          <a:xfrm>
            <a:off x="248575" y="112509"/>
            <a:ext cx="8646900" cy="401700"/>
          </a:xfrm>
          <a:prstGeom prst="rect">
            <a:avLst/>
          </a:prstGeom>
          <a:noFill/>
          <a:ln>
            <a:noFill/>
          </a:ln>
        </p:spPr>
        <p:txBody>
          <a:bodyPr anchorCtr="0" anchor="t" bIns="34275" lIns="68575" spcFirstLastPara="1" rIns="68575" wrap="square" tIns="34275">
            <a:spAutoFit/>
          </a:bodyPr>
          <a:lstStyle>
            <a:lvl1pPr indent="-228600" lvl="0" marL="457200" algn="ctr">
              <a:lnSpc>
                <a:spcPct val="90000"/>
              </a:lnSpc>
              <a:spcBef>
                <a:spcPts val="600"/>
              </a:spcBef>
              <a:spcAft>
                <a:spcPts val="0"/>
              </a:spcAft>
              <a:buClr>
                <a:schemeClr val="accent3"/>
              </a:buClr>
              <a:buSzPts val="2400"/>
              <a:buNone/>
              <a:defRPr b="1" sz="2400">
                <a:solidFill>
                  <a:schemeClr val="accent3"/>
                </a:solidFill>
              </a:defRPr>
            </a:lvl1pPr>
            <a:lvl2pPr indent="-317500" lvl="1" marL="914400" algn="l">
              <a:lnSpc>
                <a:spcPct val="90000"/>
              </a:lnSpc>
              <a:spcBef>
                <a:spcPts val="300"/>
              </a:spcBef>
              <a:spcAft>
                <a:spcPts val="0"/>
              </a:spcAft>
              <a:buClr>
                <a:schemeClr val="dk1"/>
              </a:buClr>
              <a:buSzPts val="1400"/>
              <a:buChar char="•"/>
              <a:defRPr>
                <a:solidFill>
                  <a:schemeClr val="dk1"/>
                </a:solidFill>
                <a:latin typeface="Calibri"/>
                <a:ea typeface="Calibri"/>
                <a:cs typeface="Calibri"/>
                <a:sym typeface="Calibri"/>
              </a:defRPr>
            </a:lvl2pPr>
            <a:lvl3pPr indent="-317500" lvl="2" marL="1371600" algn="l">
              <a:lnSpc>
                <a:spcPct val="90000"/>
              </a:lnSpc>
              <a:spcBef>
                <a:spcPts val="300"/>
              </a:spcBef>
              <a:spcAft>
                <a:spcPts val="0"/>
              </a:spcAft>
              <a:buClr>
                <a:schemeClr val="dk1"/>
              </a:buClr>
              <a:buSzPts val="1400"/>
              <a:buChar char="•"/>
              <a:defRPr sz="1400">
                <a:solidFill>
                  <a:schemeClr val="dk1"/>
                </a:solidFill>
                <a:latin typeface="Calibri"/>
                <a:ea typeface="Calibri"/>
                <a:cs typeface="Calibri"/>
                <a:sym typeface="Calibri"/>
              </a:defRPr>
            </a:lvl3pPr>
            <a:lvl4pPr indent="-317500" lvl="3" marL="1828800" algn="l">
              <a:lnSpc>
                <a:spcPct val="90000"/>
              </a:lnSpc>
              <a:spcBef>
                <a:spcPts val="300"/>
              </a:spcBef>
              <a:spcAft>
                <a:spcPts val="0"/>
              </a:spcAft>
              <a:buClr>
                <a:schemeClr val="dk1"/>
              </a:buClr>
              <a:buSzPts val="1400"/>
              <a:buChar char="•"/>
              <a:defRPr sz="1400">
                <a:solidFill>
                  <a:schemeClr val="dk1"/>
                </a:solidFill>
                <a:latin typeface="Calibri"/>
                <a:ea typeface="Calibri"/>
                <a:cs typeface="Calibri"/>
                <a:sym typeface="Calibri"/>
              </a:defRPr>
            </a:lvl4pPr>
            <a:lvl5pPr indent="-317500" lvl="4" marL="2286000" algn="l">
              <a:lnSpc>
                <a:spcPct val="90000"/>
              </a:lnSpc>
              <a:spcBef>
                <a:spcPts val="300"/>
              </a:spcBef>
              <a:spcAft>
                <a:spcPts val="0"/>
              </a:spcAft>
              <a:buClr>
                <a:schemeClr val="dk1"/>
              </a:buClr>
              <a:buSzPts val="1400"/>
              <a:buChar char="•"/>
              <a:defRPr sz="1400">
                <a:solidFill>
                  <a:schemeClr val="dk1"/>
                </a:solidFill>
                <a:latin typeface="Calibri"/>
                <a:ea typeface="Calibri"/>
                <a:cs typeface="Calibri"/>
                <a:sym typeface="Calibri"/>
              </a:defRPr>
            </a:lvl5pPr>
            <a:lvl6pPr indent="-317500" lvl="5" marL="2743200" algn="l">
              <a:lnSpc>
                <a:spcPct val="90000"/>
              </a:lnSpc>
              <a:spcBef>
                <a:spcPts val="300"/>
              </a:spcBef>
              <a:spcAft>
                <a:spcPts val="0"/>
              </a:spcAft>
              <a:buClr>
                <a:schemeClr val="dk1"/>
              </a:buClr>
              <a:buSzPts val="1400"/>
              <a:buChar char="•"/>
              <a:defRPr/>
            </a:lvl6pPr>
            <a:lvl7pPr indent="-317500" lvl="6" marL="3200400" algn="l">
              <a:lnSpc>
                <a:spcPct val="90000"/>
              </a:lnSpc>
              <a:spcBef>
                <a:spcPts val="300"/>
              </a:spcBef>
              <a:spcAft>
                <a:spcPts val="0"/>
              </a:spcAft>
              <a:buClr>
                <a:schemeClr val="dk1"/>
              </a:buClr>
              <a:buSzPts val="1400"/>
              <a:buChar char="•"/>
              <a:defRPr/>
            </a:lvl7pPr>
            <a:lvl8pPr indent="-317500" lvl="7" marL="3657600" algn="l">
              <a:lnSpc>
                <a:spcPct val="90000"/>
              </a:lnSpc>
              <a:spcBef>
                <a:spcPts val="300"/>
              </a:spcBef>
              <a:spcAft>
                <a:spcPts val="0"/>
              </a:spcAft>
              <a:buClr>
                <a:schemeClr val="dk1"/>
              </a:buClr>
              <a:buSzPts val="1400"/>
              <a:buChar char="•"/>
              <a:defRPr/>
            </a:lvl8pPr>
            <a:lvl9pPr indent="-317500" lvl="8" marL="4114800" algn="l">
              <a:lnSpc>
                <a:spcPct val="90000"/>
              </a:lnSpc>
              <a:spcBef>
                <a:spcPts val="300"/>
              </a:spcBef>
              <a:spcAft>
                <a:spcPts val="0"/>
              </a:spcAft>
              <a:buClr>
                <a:schemeClr val="dk1"/>
              </a:buClr>
              <a:buSzPts val="1400"/>
              <a:buChar char="•"/>
              <a:defRPr/>
            </a:lvl9pPr>
          </a:lstStyle>
          <a:p/>
        </p:txBody>
      </p:sp>
      <p:sp>
        <p:nvSpPr>
          <p:cNvPr id="59" name="Google Shape;59;p15"/>
          <p:cNvSpPr/>
          <p:nvPr/>
        </p:nvSpPr>
        <p:spPr>
          <a:xfrm>
            <a:off x="7192394" y="4299260"/>
            <a:ext cx="1949201" cy="844240"/>
          </a:xfrm>
          <a:custGeom>
            <a:rect b="b" l="l" r="r" t="t"/>
            <a:pathLst>
              <a:path extrusionOk="0" h="1125653" w="2598934">
                <a:moveTo>
                  <a:pt x="955043" y="1067577"/>
                </a:moveTo>
                <a:cubicBezTo>
                  <a:pt x="960448" y="1067577"/>
                  <a:pt x="965854" y="1069639"/>
                  <a:pt x="969978" y="1073763"/>
                </a:cubicBezTo>
                <a:cubicBezTo>
                  <a:pt x="974102" y="1077887"/>
                  <a:pt x="976164" y="1083292"/>
                  <a:pt x="976164" y="1088697"/>
                </a:cubicBezTo>
                <a:lnTo>
                  <a:pt x="970839" y="1101553"/>
                </a:lnTo>
                <a:lnTo>
                  <a:pt x="988835" y="1119066"/>
                </a:lnTo>
                <a:lnTo>
                  <a:pt x="995635" y="1125653"/>
                </a:lnTo>
                <a:lnTo>
                  <a:pt x="990432" y="1125653"/>
                </a:lnTo>
                <a:lnTo>
                  <a:pt x="986336" y="1121686"/>
                </a:lnTo>
                <a:lnTo>
                  <a:pt x="968439" y="1104268"/>
                </a:lnTo>
                <a:lnTo>
                  <a:pt x="955043" y="1109818"/>
                </a:lnTo>
                <a:cubicBezTo>
                  <a:pt x="949638" y="1109818"/>
                  <a:pt x="944233" y="1107756"/>
                  <a:pt x="940109" y="1103632"/>
                </a:cubicBezTo>
                <a:cubicBezTo>
                  <a:pt x="931861" y="1095383"/>
                  <a:pt x="931861" y="1082011"/>
                  <a:pt x="940109" y="1073763"/>
                </a:cubicBezTo>
                <a:cubicBezTo>
                  <a:pt x="944233" y="1069639"/>
                  <a:pt x="949638" y="1067577"/>
                  <a:pt x="955043" y="1067577"/>
                </a:cubicBezTo>
                <a:close/>
                <a:moveTo>
                  <a:pt x="663285" y="977901"/>
                </a:moveTo>
                <a:cubicBezTo>
                  <a:pt x="680798" y="971374"/>
                  <a:pt x="700286" y="980281"/>
                  <a:pt x="706813" y="997793"/>
                </a:cubicBezTo>
                <a:cubicBezTo>
                  <a:pt x="713340" y="1015306"/>
                  <a:pt x="704434" y="1034795"/>
                  <a:pt x="686921" y="1041322"/>
                </a:cubicBezTo>
                <a:lnTo>
                  <a:pt x="679474" y="1041054"/>
                </a:lnTo>
                <a:lnTo>
                  <a:pt x="679133" y="1125653"/>
                </a:lnTo>
                <a:lnTo>
                  <a:pt x="670070" y="1125653"/>
                </a:lnTo>
                <a:lnTo>
                  <a:pt x="670413" y="1040728"/>
                </a:lnTo>
                <a:lnTo>
                  <a:pt x="661038" y="1040391"/>
                </a:lnTo>
                <a:cubicBezTo>
                  <a:pt x="653161" y="1036791"/>
                  <a:pt x="646657" y="1030186"/>
                  <a:pt x="643393" y="1021429"/>
                </a:cubicBezTo>
                <a:cubicBezTo>
                  <a:pt x="636867" y="1003917"/>
                  <a:pt x="645773" y="984428"/>
                  <a:pt x="663285" y="977901"/>
                </a:cubicBezTo>
                <a:close/>
                <a:moveTo>
                  <a:pt x="1045557" y="977064"/>
                </a:moveTo>
                <a:cubicBezTo>
                  <a:pt x="1050962" y="977064"/>
                  <a:pt x="1056366" y="979127"/>
                  <a:pt x="1060491" y="983251"/>
                </a:cubicBezTo>
                <a:cubicBezTo>
                  <a:pt x="1064616" y="987376"/>
                  <a:pt x="1066678" y="992780"/>
                  <a:pt x="1066678" y="998185"/>
                </a:cubicBezTo>
                <a:lnTo>
                  <a:pt x="1061250" y="1011286"/>
                </a:lnTo>
                <a:lnTo>
                  <a:pt x="1175880" y="1125653"/>
                </a:lnTo>
                <a:lnTo>
                  <a:pt x="1170743" y="1125653"/>
                </a:lnTo>
                <a:lnTo>
                  <a:pt x="1058694" y="1013863"/>
                </a:lnTo>
                <a:lnTo>
                  <a:pt x="1045557" y="1019305"/>
                </a:lnTo>
                <a:cubicBezTo>
                  <a:pt x="1040153" y="1019305"/>
                  <a:pt x="1034749" y="1017243"/>
                  <a:pt x="1030624" y="1013118"/>
                </a:cubicBezTo>
                <a:cubicBezTo>
                  <a:pt x="1022374" y="1004869"/>
                  <a:pt x="1022374" y="991501"/>
                  <a:pt x="1030624" y="983251"/>
                </a:cubicBezTo>
                <a:cubicBezTo>
                  <a:pt x="1034749" y="979127"/>
                  <a:pt x="1040153" y="977064"/>
                  <a:pt x="1045557" y="977064"/>
                </a:cubicBezTo>
                <a:close/>
                <a:moveTo>
                  <a:pt x="1100454" y="899070"/>
                </a:moveTo>
                <a:cubicBezTo>
                  <a:pt x="1108456" y="895756"/>
                  <a:pt x="1117721" y="895494"/>
                  <a:pt x="1126354" y="899070"/>
                </a:cubicBezTo>
                <a:cubicBezTo>
                  <a:pt x="1143621" y="906222"/>
                  <a:pt x="1151821" y="926018"/>
                  <a:pt x="1144668" y="943285"/>
                </a:cubicBezTo>
                <a:lnTo>
                  <a:pt x="1138735" y="949218"/>
                </a:lnTo>
                <a:lnTo>
                  <a:pt x="1315340" y="1125653"/>
                </a:lnTo>
                <a:lnTo>
                  <a:pt x="1302508" y="1125653"/>
                </a:lnTo>
                <a:lnTo>
                  <a:pt x="1132322" y="955631"/>
                </a:lnTo>
                <a:lnTo>
                  <a:pt x="1126354" y="961600"/>
                </a:lnTo>
                <a:cubicBezTo>
                  <a:pt x="1118352" y="964914"/>
                  <a:pt x="1109087" y="965176"/>
                  <a:pt x="1100453" y="961600"/>
                </a:cubicBezTo>
                <a:cubicBezTo>
                  <a:pt x="1083187" y="954448"/>
                  <a:pt x="1074987" y="934652"/>
                  <a:pt x="1082139" y="917385"/>
                </a:cubicBezTo>
                <a:cubicBezTo>
                  <a:pt x="1085716" y="908751"/>
                  <a:pt x="1092453" y="902385"/>
                  <a:pt x="1100454" y="899070"/>
                </a:cubicBezTo>
                <a:close/>
                <a:moveTo>
                  <a:pt x="182541" y="836025"/>
                </a:moveTo>
                <a:cubicBezTo>
                  <a:pt x="187946" y="836025"/>
                  <a:pt x="193350" y="838088"/>
                  <a:pt x="197475" y="842212"/>
                </a:cubicBezTo>
                <a:cubicBezTo>
                  <a:pt x="201600" y="846337"/>
                  <a:pt x="203662" y="851741"/>
                  <a:pt x="203662" y="857145"/>
                </a:cubicBezTo>
                <a:lnTo>
                  <a:pt x="198225" y="870268"/>
                </a:lnTo>
                <a:lnTo>
                  <a:pt x="382590" y="1054619"/>
                </a:lnTo>
                <a:lnTo>
                  <a:pt x="382590" y="1125653"/>
                </a:lnTo>
                <a:lnTo>
                  <a:pt x="378962" y="1125653"/>
                </a:lnTo>
                <a:lnTo>
                  <a:pt x="378962" y="1056125"/>
                </a:lnTo>
                <a:lnTo>
                  <a:pt x="195665" y="872828"/>
                </a:lnTo>
                <a:lnTo>
                  <a:pt x="182541" y="878265"/>
                </a:lnTo>
                <a:cubicBezTo>
                  <a:pt x="177137" y="878265"/>
                  <a:pt x="171733" y="876203"/>
                  <a:pt x="167608" y="872078"/>
                </a:cubicBezTo>
                <a:cubicBezTo>
                  <a:pt x="159358" y="863829"/>
                  <a:pt x="159358" y="850461"/>
                  <a:pt x="167608" y="842212"/>
                </a:cubicBezTo>
                <a:cubicBezTo>
                  <a:pt x="171733" y="838088"/>
                  <a:pt x="177137" y="836025"/>
                  <a:pt x="182541" y="836025"/>
                </a:cubicBezTo>
                <a:close/>
                <a:moveTo>
                  <a:pt x="1496296" y="835829"/>
                </a:moveTo>
                <a:cubicBezTo>
                  <a:pt x="1501701" y="835829"/>
                  <a:pt x="1507105" y="837892"/>
                  <a:pt x="1511230" y="842016"/>
                </a:cubicBezTo>
                <a:cubicBezTo>
                  <a:pt x="1515355" y="846141"/>
                  <a:pt x="1517417" y="851545"/>
                  <a:pt x="1517417" y="856950"/>
                </a:cubicBezTo>
                <a:lnTo>
                  <a:pt x="1511998" y="870030"/>
                </a:lnTo>
                <a:lnTo>
                  <a:pt x="1647248" y="1004977"/>
                </a:lnTo>
                <a:lnTo>
                  <a:pt x="1767910" y="1125653"/>
                </a:lnTo>
                <a:lnTo>
                  <a:pt x="1762781" y="1125653"/>
                </a:lnTo>
                <a:lnTo>
                  <a:pt x="1643904" y="1006766"/>
                </a:lnTo>
                <a:lnTo>
                  <a:pt x="1509454" y="872619"/>
                </a:lnTo>
                <a:lnTo>
                  <a:pt x="1496296" y="878070"/>
                </a:lnTo>
                <a:cubicBezTo>
                  <a:pt x="1490892" y="878070"/>
                  <a:pt x="1485488" y="876008"/>
                  <a:pt x="1481363" y="871883"/>
                </a:cubicBezTo>
                <a:cubicBezTo>
                  <a:pt x="1473113" y="863634"/>
                  <a:pt x="1473113" y="850266"/>
                  <a:pt x="1481363" y="842016"/>
                </a:cubicBezTo>
                <a:cubicBezTo>
                  <a:pt x="1485488" y="837892"/>
                  <a:pt x="1490892" y="835829"/>
                  <a:pt x="1496296" y="835829"/>
                </a:cubicBezTo>
                <a:close/>
                <a:moveTo>
                  <a:pt x="281142" y="808010"/>
                </a:moveTo>
                <a:cubicBezTo>
                  <a:pt x="299832" y="808010"/>
                  <a:pt x="314983" y="823162"/>
                  <a:pt x="314983" y="841851"/>
                </a:cubicBezTo>
                <a:lnTo>
                  <a:pt x="306949" y="861247"/>
                </a:lnTo>
                <a:lnTo>
                  <a:pt x="371643" y="925941"/>
                </a:lnTo>
                <a:lnTo>
                  <a:pt x="391050" y="917902"/>
                </a:lnTo>
                <a:cubicBezTo>
                  <a:pt x="409740" y="917902"/>
                  <a:pt x="424891" y="933054"/>
                  <a:pt x="424891" y="951743"/>
                </a:cubicBezTo>
                <a:cubicBezTo>
                  <a:pt x="424891" y="970433"/>
                  <a:pt x="409740" y="985584"/>
                  <a:pt x="391050" y="985584"/>
                </a:cubicBezTo>
                <a:cubicBezTo>
                  <a:pt x="372361" y="985584"/>
                  <a:pt x="357210" y="970433"/>
                  <a:pt x="357210" y="951743"/>
                </a:cubicBezTo>
                <a:lnTo>
                  <a:pt x="365241" y="932355"/>
                </a:lnTo>
                <a:lnTo>
                  <a:pt x="300542" y="867656"/>
                </a:lnTo>
                <a:lnTo>
                  <a:pt x="281142" y="875692"/>
                </a:lnTo>
                <a:cubicBezTo>
                  <a:pt x="262453" y="875692"/>
                  <a:pt x="247302" y="860541"/>
                  <a:pt x="247302" y="841851"/>
                </a:cubicBezTo>
                <a:cubicBezTo>
                  <a:pt x="247302" y="823162"/>
                  <a:pt x="262453" y="808010"/>
                  <a:pt x="281142" y="808010"/>
                </a:cubicBezTo>
                <a:close/>
                <a:moveTo>
                  <a:pt x="33840" y="792430"/>
                </a:moveTo>
                <a:cubicBezTo>
                  <a:pt x="52530" y="792430"/>
                  <a:pt x="67681" y="807581"/>
                  <a:pt x="67681" y="826271"/>
                </a:cubicBezTo>
                <a:lnTo>
                  <a:pt x="59648" y="845665"/>
                </a:lnTo>
                <a:lnTo>
                  <a:pt x="287571" y="1073589"/>
                </a:lnTo>
                <a:lnTo>
                  <a:pt x="287571" y="1125653"/>
                </a:lnTo>
                <a:lnTo>
                  <a:pt x="278509" y="1125653"/>
                </a:lnTo>
                <a:lnTo>
                  <a:pt x="278509" y="1077336"/>
                </a:lnTo>
                <a:lnTo>
                  <a:pt x="53247" y="852074"/>
                </a:lnTo>
                <a:lnTo>
                  <a:pt x="33840" y="860112"/>
                </a:lnTo>
                <a:cubicBezTo>
                  <a:pt x="15151" y="860112"/>
                  <a:pt x="0" y="844961"/>
                  <a:pt x="0" y="826271"/>
                </a:cubicBezTo>
                <a:cubicBezTo>
                  <a:pt x="0" y="807581"/>
                  <a:pt x="15151" y="792430"/>
                  <a:pt x="33840" y="792430"/>
                </a:cubicBezTo>
                <a:close/>
                <a:moveTo>
                  <a:pt x="1237387" y="643503"/>
                </a:moveTo>
                <a:cubicBezTo>
                  <a:pt x="1249052" y="643503"/>
                  <a:pt x="1258507" y="652959"/>
                  <a:pt x="1258507" y="664623"/>
                </a:cubicBezTo>
                <a:cubicBezTo>
                  <a:pt x="1258507" y="670456"/>
                  <a:pt x="1256143" y="675736"/>
                  <a:pt x="1252321" y="679557"/>
                </a:cubicBezTo>
                <a:lnTo>
                  <a:pt x="1239211" y="684988"/>
                </a:lnTo>
                <a:lnTo>
                  <a:pt x="1239164" y="758753"/>
                </a:lnTo>
                <a:cubicBezTo>
                  <a:pt x="1238471" y="803433"/>
                  <a:pt x="1237764" y="849618"/>
                  <a:pt x="1241361" y="895622"/>
                </a:cubicBezTo>
                <a:lnTo>
                  <a:pt x="1470658" y="1125653"/>
                </a:lnTo>
                <a:lnTo>
                  <a:pt x="1465518" y="1125653"/>
                </a:lnTo>
                <a:lnTo>
                  <a:pt x="1238305" y="897715"/>
                </a:lnTo>
                <a:lnTo>
                  <a:pt x="1237839" y="897248"/>
                </a:lnTo>
                <a:lnTo>
                  <a:pt x="1237854" y="897233"/>
                </a:lnTo>
                <a:lnTo>
                  <a:pt x="1237809" y="896570"/>
                </a:lnTo>
                <a:cubicBezTo>
                  <a:pt x="1234135" y="850175"/>
                  <a:pt x="1234843" y="803674"/>
                  <a:pt x="1235536" y="758693"/>
                </a:cubicBezTo>
                <a:lnTo>
                  <a:pt x="1235583" y="684996"/>
                </a:lnTo>
                <a:lnTo>
                  <a:pt x="1222453" y="679557"/>
                </a:lnTo>
                <a:cubicBezTo>
                  <a:pt x="1218631" y="675736"/>
                  <a:pt x="1216267" y="670456"/>
                  <a:pt x="1216267" y="664623"/>
                </a:cubicBezTo>
                <a:cubicBezTo>
                  <a:pt x="1216267" y="652959"/>
                  <a:pt x="1225723" y="643503"/>
                  <a:pt x="1237387" y="643503"/>
                </a:cubicBezTo>
                <a:close/>
                <a:moveTo>
                  <a:pt x="2520840" y="521597"/>
                </a:moveTo>
                <a:cubicBezTo>
                  <a:pt x="2527508" y="521597"/>
                  <a:pt x="2534177" y="524141"/>
                  <a:pt x="2539265" y="529229"/>
                </a:cubicBezTo>
                <a:cubicBezTo>
                  <a:pt x="2549441" y="539406"/>
                  <a:pt x="2549441" y="555904"/>
                  <a:pt x="2539265" y="566081"/>
                </a:cubicBezTo>
                <a:cubicBezTo>
                  <a:pt x="2529089" y="576257"/>
                  <a:pt x="2512590" y="576257"/>
                  <a:pt x="2502414" y="566081"/>
                </a:cubicBezTo>
                <a:cubicBezTo>
                  <a:pt x="2492237" y="555904"/>
                  <a:pt x="2492237" y="539406"/>
                  <a:pt x="2502414" y="529229"/>
                </a:cubicBezTo>
                <a:cubicBezTo>
                  <a:pt x="2507502" y="524141"/>
                  <a:pt x="2514171" y="521597"/>
                  <a:pt x="2520840" y="521597"/>
                </a:cubicBezTo>
                <a:close/>
                <a:moveTo>
                  <a:pt x="1273290" y="453781"/>
                </a:moveTo>
                <a:cubicBezTo>
                  <a:pt x="1278694" y="453781"/>
                  <a:pt x="1284099" y="455843"/>
                  <a:pt x="1288224" y="459968"/>
                </a:cubicBezTo>
                <a:cubicBezTo>
                  <a:pt x="1296473" y="468217"/>
                  <a:pt x="1296473" y="481585"/>
                  <a:pt x="1288224" y="489834"/>
                </a:cubicBezTo>
                <a:cubicBezTo>
                  <a:pt x="1284099" y="493959"/>
                  <a:pt x="1278694" y="496021"/>
                  <a:pt x="1273290" y="496021"/>
                </a:cubicBezTo>
                <a:lnTo>
                  <a:pt x="1260166" y="490584"/>
                </a:lnTo>
                <a:lnTo>
                  <a:pt x="965936" y="784815"/>
                </a:lnTo>
                <a:lnTo>
                  <a:pt x="971373" y="797939"/>
                </a:lnTo>
                <a:cubicBezTo>
                  <a:pt x="971373" y="803343"/>
                  <a:pt x="969311" y="808748"/>
                  <a:pt x="965186" y="812872"/>
                </a:cubicBezTo>
                <a:cubicBezTo>
                  <a:pt x="956936" y="821122"/>
                  <a:pt x="943568" y="821122"/>
                  <a:pt x="935319" y="812872"/>
                </a:cubicBezTo>
                <a:cubicBezTo>
                  <a:pt x="927069" y="804623"/>
                  <a:pt x="927069" y="791255"/>
                  <a:pt x="935319" y="783005"/>
                </a:cubicBezTo>
                <a:cubicBezTo>
                  <a:pt x="939444" y="778881"/>
                  <a:pt x="944848" y="776818"/>
                  <a:pt x="950252" y="776818"/>
                </a:cubicBezTo>
                <a:lnTo>
                  <a:pt x="963368" y="782252"/>
                </a:lnTo>
                <a:lnTo>
                  <a:pt x="1257604" y="488016"/>
                </a:lnTo>
                <a:lnTo>
                  <a:pt x="1252170" y="474901"/>
                </a:lnTo>
                <a:cubicBezTo>
                  <a:pt x="1252170" y="469497"/>
                  <a:pt x="1254232" y="464092"/>
                  <a:pt x="1258357" y="459968"/>
                </a:cubicBezTo>
                <a:cubicBezTo>
                  <a:pt x="1262482" y="455843"/>
                  <a:pt x="1267886" y="453781"/>
                  <a:pt x="1273290" y="453781"/>
                </a:cubicBezTo>
                <a:close/>
                <a:moveTo>
                  <a:pt x="574134" y="435708"/>
                </a:moveTo>
                <a:cubicBezTo>
                  <a:pt x="582798" y="435708"/>
                  <a:pt x="591461" y="439012"/>
                  <a:pt x="598070" y="445621"/>
                </a:cubicBezTo>
                <a:cubicBezTo>
                  <a:pt x="611287" y="458838"/>
                  <a:pt x="611287" y="480274"/>
                  <a:pt x="598070" y="493492"/>
                </a:cubicBezTo>
                <a:lnTo>
                  <a:pt x="578500" y="501597"/>
                </a:lnTo>
                <a:lnTo>
                  <a:pt x="578500" y="1125653"/>
                </a:lnTo>
                <a:lnTo>
                  <a:pt x="569438" y="1125653"/>
                </a:lnTo>
                <a:lnTo>
                  <a:pt x="569438" y="501460"/>
                </a:lnTo>
                <a:lnTo>
                  <a:pt x="550199" y="493492"/>
                </a:lnTo>
                <a:cubicBezTo>
                  <a:pt x="536981" y="480274"/>
                  <a:pt x="536981" y="458838"/>
                  <a:pt x="550199" y="445621"/>
                </a:cubicBezTo>
                <a:cubicBezTo>
                  <a:pt x="556808" y="439012"/>
                  <a:pt x="565471" y="435708"/>
                  <a:pt x="574134" y="435708"/>
                </a:cubicBezTo>
                <a:close/>
                <a:moveTo>
                  <a:pt x="2394780" y="395537"/>
                </a:moveTo>
                <a:cubicBezTo>
                  <a:pt x="2401448" y="395537"/>
                  <a:pt x="2408117" y="398081"/>
                  <a:pt x="2413205" y="403169"/>
                </a:cubicBezTo>
                <a:cubicBezTo>
                  <a:pt x="2423381" y="413346"/>
                  <a:pt x="2423381" y="429844"/>
                  <a:pt x="2413205" y="440021"/>
                </a:cubicBezTo>
                <a:cubicBezTo>
                  <a:pt x="2403029" y="450197"/>
                  <a:pt x="2386530" y="450197"/>
                  <a:pt x="2376354" y="440021"/>
                </a:cubicBezTo>
                <a:cubicBezTo>
                  <a:pt x="2366177" y="429844"/>
                  <a:pt x="2366177" y="413346"/>
                  <a:pt x="2376354" y="403169"/>
                </a:cubicBezTo>
                <a:cubicBezTo>
                  <a:pt x="2381442" y="398081"/>
                  <a:pt x="2388111" y="395537"/>
                  <a:pt x="2394780" y="395537"/>
                </a:cubicBezTo>
                <a:close/>
                <a:moveTo>
                  <a:pt x="1376363" y="375336"/>
                </a:moveTo>
                <a:cubicBezTo>
                  <a:pt x="1381768" y="375336"/>
                  <a:pt x="1387172" y="377398"/>
                  <a:pt x="1391297" y="381523"/>
                </a:cubicBezTo>
                <a:cubicBezTo>
                  <a:pt x="1399546" y="389772"/>
                  <a:pt x="1399546" y="403140"/>
                  <a:pt x="1391297" y="411389"/>
                </a:cubicBezTo>
                <a:lnTo>
                  <a:pt x="1378200" y="416815"/>
                </a:lnTo>
                <a:lnTo>
                  <a:pt x="1378525" y="637626"/>
                </a:lnTo>
                <a:cubicBezTo>
                  <a:pt x="1378576" y="718124"/>
                  <a:pt x="1378576" y="798369"/>
                  <a:pt x="1378576" y="877273"/>
                </a:cubicBezTo>
                <a:cubicBezTo>
                  <a:pt x="1454251" y="952933"/>
                  <a:pt x="1530679" y="1028909"/>
                  <a:pt x="1604593" y="1102371"/>
                </a:cubicBezTo>
                <a:lnTo>
                  <a:pt x="1627939" y="1125653"/>
                </a:lnTo>
                <a:lnTo>
                  <a:pt x="1622799" y="1125653"/>
                </a:lnTo>
                <a:lnTo>
                  <a:pt x="1602034" y="1104946"/>
                </a:lnTo>
                <a:cubicBezTo>
                  <a:pt x="1527954" y="1031303"/>
                  <a:pt x="1451331" y="955146"/>
                  <a:pt x="1375490" y="879305"/>
                </a:cubicBezTo>
                <a:lnTo>
                  <a:pt x="1374963" y="878778"/>
                </a:lnTo>
                <a:lnTo>
                  <a:pt x="1374948" y="878778"/>
                </a:lnTo>
                <a:lnTo>
                  <a:pt x="1374948" y="878026"/>
                </a:lnTo>
                <a:cubicBezTo>
                  <a:pt x="1374948" y="799008"/>
                  <a:pt x="1374948" y="718643"/>
                  <a:pt x="1374897" y="638019"/>
                </a:cubicBezTo>
                <a:lnTo>
                  <a:pt x="1374572" y="416834"/>
                </a:lnTo>
                <a:lnTo>
                  <a:pt x="1361430" y="411389"/>
                </a:lnTo>
                <a:cubicBezTo>
                  <a:pt x="1353180" y="403140"/>
                  <a:pt x="1353180" y="389772"/>
                  <a:pt x="1361430" y="381523"/>
                </a:cubicBezTo>
                <a:cubicBezTo>
                  <a:pt x="1365555" y="377398"/>
                  <a:pt x="1370959" y="375336"/>
                  <a:pt x="1376363" y="375336"/>
                </a:cubicBezTo>
                <a:close/>
                <a:moveTo>
                  <a:pt x="1637335" y="346101"/>
                </a:moveTo>
                <a:cubicBezTo>
                  <a:pt x="1643167" y="346101"/>
                  <a:pt x="1648447" y="348465"/>
                  <a:pt x="1652269" y="352287"/>
                </a:cubicBezTo>
                <a:lnTo>
                  <a:pt x="1656613" y="362774"/>
                </a:lnTo>
                <a:lnTo>
                  <a:pt x="1898939" y="363653"/>
                </a:lnTo>
                <a:lnTo>
                  <a:pt x="1900760" y="363653"/>
                </a:lnTo>
                <a:lnTo>
                  <a:pt x="1902070" y="364917"/>
                </a:lnTo>
                <a:cubicBezTo>
                  <a:pt x="1954277" y="415076"/>
                  <a:pt x="2005384" y="466696"/>
                  <a:pt x="2054805" y="516630"/>
                </a:cubicBezTo>
                <a:cubicBezTo>
                  <a:pt x="2104528" y="566849"/>
                  <a:pt x="2155952" y="618799"/>
                  <a:pt x="2209196" y="669997"/>
                </a:cubicBezTo>
                <a:cubicBezTo>
                  <a:pt x="2211951" y="672752"/>
                  <a:pt x="2214676" y="677960"/>
                  <a:pt x="2214676" y="683500"/>
                </a:cubicBezTo>
                <a:lnTo>
                  <a:pt x="2214676" y="683711"/>
                </a:lnTo>
                <a:cubicBezTo>
                  <a:pt x="2212342" y="733915"/>
                  <a:pt x="2212674" y="785655"/>
                  <a:pt x="2213005" y="835694"/>
                </a:cubicBezTo>
                <a:cubicBezTo>
                  <a:pt x="2213246" y="872576"/>
                  <a:pt x="2213502" y="910677"/>
                  <a:pt x="2212674" y="947860"/>
                </a:cubicBezTo>
                <a:lnTo>
                  <a:pt x="2213171" y="948357"/>
                </a:lnTo>
                <a:lnTo>
                  <a:pt x="2389531" y="1125653"/>
                </a:lnTo>
                <a:lnTo>
                  <a:pt x="2376727" y="1125653"/>
                </a:lnTo>
                <a:lnTo>
                  <a:pt x="2206728" y="954739"/>
                </a:lnTo>
                <a:lnTo>
                  <a:pt x="2203521" y="951502"/>
                </a:lnTo>
                <a:lnTo>
                  <a:pt x="2203566" y="949575"/>
                </a:lnTo>
                <a:cubicBezTo>
                  <a:pt x="2204439" y="911926"/>
                  <a:pt x="2204184" y="873208"/>
                  <a:pt x="2203942" y="835754"/>
                </a:cubicBezTo>
                <a:cubicBezTo>
                  <a:pt x="2203611" y="785640"/>
                  <a:pt x="2203280" y="733825"/>
                  <a:pt x="2205614" y="683410"/>
                </a:cubicBezTo>
                <a:cubicBezTo>
                  <a:pt x="2205568" y="680489"/>
                  <a:pt x="2203973" y="677599"/>
                  <a:pt x="2202844" y="676470"/>
                </a:cubicBezTo>
                <a:cubicBezTo>
                  <a:pt x="2149584" y="625257"/>
                  <a:pt x="2098115" y="573276"/>
                  <a:pt x="2048347" y="522997"/>
                </a:cubicBezTo>
                <a:lnTo>
                  <a:pt x="2048378" y="522997"/>
                </a:lnTo>
                <a:cubicBezTo>
                  <a:pt x="1999407" y="473530"/>
                  <a:pt x="1948782" y="422393"/>
                  <a:pt x="1897118" y="372715"/>
                </a:cubicBezTo>
                <a:lnTo>
                  <a:pt x="1656543" y="371837"/>
                </a:lnTo>
                <a:lnTo>
                  <a:pt x="1652269" y="382155"/>
                </a:lnTo>
                <a:cubicBezTo>
                  <a:pt x="1648447" y="385977"/>
                  <a:pt x="1643167" y="388341"/>
                  <a:pt x="1637335" y="388341"/>
                </a:cubicBezTo>
                <a:cubicBezTo>
                  <a:pt x="1625670" y="388341"/>
                  <a:pt x="1616215" y="378886"/>
                  <a:pt x="1616215" y="367221"/>
                </a:cubicBezTo>
                <a:cubicBezTo>
                  <a:pt x="1616215" y="355556"/>
                  <a:pt x="1625670" y="346101"/>
                  <a:pt x="1637335" y="346101"/>
                </a:cubicBezTo>
                <a:close/>
                <a:moveTo>
                  <a:pt x="1437888" y="301083"/>
                </a:moveTo>
                <a:cubicBezTo>
                  <a:pt x="1446551" y="301083"/>
                  <a:pt x="1455215" y="304387"/>
                  <a:pt x="1461823" y="310995"/>
                </a:cubicBezTo>
                <a:cubicBezTo>
                  <a:pt x="1468432" y="317604"/>
                  <a:pt x="1471736" y="326268"/>
                  <a:pt x="1471736" y="334931"/>
                </a:cubicBezTo>
                <a:lnTo>
                  <a:pt x="1463730" y="354263"/>
                </a:lnTo>
                <a:lnTo>
                  <a:pt x="1511275" y="401543"/>
                </a:lnTo>
                <a:cubicBezTo>
                  <a:pt x="1539622" y="429046"/>
                  <a:pt x="1568931" y="457483"/>
                  <a:pt x="1597172" y="487997"/>
                </a:cubicBezTo>
                <a:lnTo>
                  <a:pt x="1597608" y="488479"/>
                </a:lnTo>
                <a:lnTo>
                  <a:pt x="1597895" y="489051"/>
                </a:lnTo>
                <a:cubicBezTo>
                  <a:pt x="1600137" y="493552"/>
                  <a:pt x="1602456" y="498204"/>
                  <a:pt x="1602441" y="503367"/>
                </a:cubicBezTo>
                <a:lnTo>
                  <a:pt x="1602441" y="503819"/>
                </a:lnTo>
                <a:cubicBezTo>
                  <a:pt x="1600122" y="526941"/>
                  <a:pt x="1600453" y="549958"/>
                  <a:pt x="1600785" y="572223"/>
                </a:cubicBezTo>
                <a:cubicBezTo>
                  <a:pt x="1601026" y="588526"/>
                  <a:pt x="1601266" y="605356"/>
                  <a:pt x="1600499" y="622367"/>
                </a:cubicBezTo>
                <a:cubicBezTo>
                  <a:pt x="1707982" y="728496"/>
                  <a:pt x="1816159" y="837139"/>
                  <a:pt x="1920782" y="942214"/>
                </a:cubicBezTo>
                <a:cubicBezTo>
                  <a:pt x="1972658" y="994300"/>
                  <a:pt x="2026279" y="1048162"/>
                  <a:pt x="2079012" y="1100895"/>
                </a:cubicBezTo>
                <a:cubicBezTo>
                  <a:pt x="2095481" y="1101588"/>
                  <a:pt x="2111935" y="1101107"/>
                  <a:pt x="2127862" y="1100640"/>
                </a:cubicBezTo>
                <a:cubicBezTo>
                  <a:pt x="2152745" y="1099917"/>
                  <a:pt x="2178472" y="1099165"/>
                  <a:pt x="2204636" y="1102898"/>
                </a:cubicBezTo>
                <a:lnTo>
                  <a:pt x="2206171" y="1103124"/>
                </a:lnTo>
                <a:lnTo>
                  <a:pt x="2207255" y="1104238"/>
                </a:lnTo>
                <a:lnTo>
                  <a:pt x="2228537" y="1125653"/>
                </a:lnTo>
                <a:lnTo>
                  <a:pt x="2215725" y="1125653"/>
                </a:lnTo>
                <a:lnTo>
                  <a:pt x="2201821" y="1111659"/>
                </a:lnTo>
                <a:cubicBezTo>
                  <a:pt x="2176937" y="1108272"/>
                  <a:pt x="2152128" y="1108995"/>
                  <a:pt x="2128118" y="1109702"/>
                </a:cubicBezTo>
                <a:cubicBezTo>
                  <a:pt x="2111438" y="1110199"/>
                  <a:pt x="2094216" y="1110696"/>
                  <a:pt x="2076814" y="1109868"/>
                </a:cubicBezTo>
                <a:lnTo>
                  <a:pt x="2075069" y="1109777"/>
                </a:lnTo>
                <a:lnTo>
                  <a:pt x="2073834" y="1108543"/>
                </a:lnTo>
                <a:cubicBezTo>
                  <a:pt x="2020694" y="1055403"/>
                  <a:pt x="1966621" y="1001104"/>
                  <a:pt x="1914339" y="948597"/>
                </a:cubicBezTo>
                <a:cubicBezTo>
                  <a:pt x="1809249" y="843070"/>
                  <a:pt x="1700591" y="733945"/>
                  <a:pt x="1592671" y="627380"/>
                </a:cubicBezTo>
                <a:lnTo>
                  <a:pt x="1591225" y="625949"/>
                </a:lnTo>
                <a:lnTo>
                  <a:pt x="1591331" y="623917"/>
                </a:lnTo>
                <a:cubicBezTo>
                  <a:pt x="1592204" y="606500"/>
                  <a:pt x="1591949" y="589128"/>
                  <a:pt x="1591707" y="572328"/>
                </a:cubicBezTo>
                <a:cubicBezTo>
                  <a:pt x="1591376" y="549883"/>
                  <a:pt x="1591045" y="526685"/>
                  <a:pt x="1593378" y="503126"/>
                </a:cubicBezTo>
                <a:cubicBezTo>
                  <a:pt x="1593303" y="500296"/>
                  <a:pt x="1591752" y="497060"/>
                  <a:pt x="1590051" y="493642"/>
                </a:cubicBezTo>
                <a:cubicBezTo>
                  <a:pt x="1562112" y="463490"/>
                  <a:pt x="1533043" y="435279"/>
                  <a:pt x="1504938" y="408001"/>
                </a:cubicBezTo>
                <a:lnTo>
                  <a:pt x="1504953" y="408062"/>
                </a:lnTo>
                <a:lnTo>
                  <a:pt x="1457354" y="360718"/>
                </a:lnTo>
                <a:lnTo>
                  <a:pt x="1437888" y="368780"/>
                </a:lnTo>
                <a:cubicBezTo>
                  <a:pt x="1429224" y="368780"/>
                  <a:pt x="1420561" y="365476"/>
                  <a:pt x="1413952" y="358867"/>
                </a:cubicBezTo>
                <a:cubicBezTo>
                  <a:pt x="1400735" y="345649"/>
                  <a:pt x="1400735" y="324213"/>
                  <a:pt x="1413952" y="310995"/>
                </a:cubicBezTo>
                <a:cubicBezTo>
                  <a:pt x="1420561" y="304387"/>
                  <a:pt x="1429224" y="301083"/>
                  <a:pt x="1437888" y="301083"/>
                </a:cubicBezTo>
                <a:close/>
                <a:moveTo>
                  <a:pt x="2268719" y="269477"/>
                </a:moveTo>
                <a:cubicBezTo>
                  <a:pt x="2275388" y="269477"/>
                  <a:pt x="2282057" y="272021"/>
                  <a:pt x="2287145" y="277109"/>
                </a:cubicBezTo>
                <a:cubicBezTo>
                  <a:pt x="2297321" y="287285"/>
                  <a:pt x="2297321" y="303784"/>
                  <a:pt x="2287145" y="313961"/>
                </a:cubicBezTo>
                <a:cubicBezTo>
                  <a:pt x="2276969" y="324137"/>
                  <a:pt x="2260470" y="324137"/>
                  <a:pt x="2250294" y="313961"/>
                </a:cubicBezTo>
                <a:cubicBezTo>
                  <a:pt x="2240117" y="303784"/>
                  <a:pt x="2240117" y="287285"/>
                  <a:pt x="2250294" y="277109"/>
                </a:cubicBezTo>
                <a:cubicBezTo>
                  <a:pt x="2255382" y="272021"/>
                  <a:pt x="2262051" y="269477"/>
                  <a:pt x="2268719" y="269477"/>
                </a:cubicBezTo>
                <a:close/>
                <a:moveTo>
                  <a:pt x="1521466" y="230232"/>
                </a:moveTo>
                <a:cubicBezTo>
                  <a:pt x="1527299" y="230232"/>
                  <a:pt x="1532578" y="232596"/>
                  <a:pt x="1536400" y="236418"/>
                </a:cubicBezTo>
                <a:lnTo>
                  <a:pt x="1541840" y="249550"/>
                </a:lnTo>
                <a:lnTo>
                  <a:pt x="2044284" y="249666"/>
                </a:lnTo>
                <a:lnTo>
                  <a:pt x="2045037" y="249666"/>
                </a:lnTo>
                <a:lnTo>
                  <a:pt x="2439234" y="643864"/>
                </a:lnTo>
                <a:lnTo>
                  <a:pt x="2439234" y="951006"/>
                </a:lnTo>
                <a:lnTo>
                  <a:pt x="2598934" y="1111558"/>
                </a:lnTo>
                <a:lnTo>
                  <a:pt x="2598934" y="1116702"/>
                </a:lnTo>
                <a:lnTo>
                  <a:pt x="2436314" y="953203"/>
                </a:lnTo>
                <a:lnTo>
                  <a:pt x="2435606" y="952481"/>
                </a:lnTo>
                <a:lnTo>
                  <a:pt x="2435606" y="645369"/>
                </a:lnTo>
                <a:lnTo>
                  <a:pt x="2043531" y="253294"/>
                </a:lnTo>
                <a:lnTo>
                  <a:pt x="1541830" y="253178"/>
                </a:lnTo>
                <a:lnTo>
                  <a:pt x="1536400" y="266286"/>
                </a:lnTo>
                <a:cubicBezTo>
                  <a:pt x="1532578" y="270108"/>
                  <a:pt x="1527299" y="272472"/>
                  <a:pt x="1521466" y="272472"/>
                </a:cubicBezTo>
                <a:cubicBezTo>
                  <a:pt x="1509801" y="272472"/>
                  <a:pt x="1500346" y="263016"/>
                  <a:pt x="1500346" y="251352"/>
                </a:cubicBezTo>
                <a:cubicBezTo>
                  <a:pt x="1500346" y="239687"/>
                  <a:pt x="1509801" y="230232"/>
                  <a:pt x="1521466" y="230232"/>
                </a:cubicBezTo>
                <a:close/>
                <a:moveTo>
                  <a:pt x="1623636" y="128062"/>
                </a:moveTo>
                <a:cubicBezTo>
                  <a:pt x="1629041" y="128062"/>
                  <a:pt x="1634445" y="130124"/>
                  <a:pt x="1638570" y="134249"/>
                </a:cubicBezTo>
                <a:lnTo>
                  <a:pt x="1644008" y="147373"/>
                </a:lnTo>
                <a:lnTo>
                  <a:pt x="2365756" y="147286"/>
                </a:lnTo>
                <a:lnTo>
                  <a:pt x="2366523" y="147286"/>
                </a:lnTo>
                <a:lnTo>
                  <a:pt x="2367050" y="147828"/>
                </a:lnTo>
                <a:lnTo>
                  <a:pt x="2598934" y="380625"/>
                </a:lnTo>
                <a:lnTo>
                  <a:pt x="2598934" y="385754"/>
                </a:lnTo>
                <a:lnTo>
                  <a:pt x="2365003" y="150914"/>
                </a:lnTo>
                <a:lnTo>
                  <a:pt x="1644003" y="151001"/>
                </a:lnTo>
                <a:lnTo>
                  <a:pt x="1638570" y="164115"/>
                </a:lnTo>
                <a:cubicBezTo>
                  <a:pt x="1630320" y="172365"/>
                  <a:pt x="1616952" y="172365"/>
                  <a:pt x="1608703" y="164115"/>
                </a:cubicBezTo>
                <a:cubicBezTo>
                  <a:pt x="1600453" y="155866"/>
                  <a:pt x="1600453" y="142498"/>
                  <a:pt x="1608703" y="134249"/>
                </a:cubicBezTo>
                <a:cubicBezTo>
                  <a:pt x="1612827" y="130124"/>
                  <a:pt x="1618232" y="128062"/>
                  <a:pt x="1623636" y="128062"/>
                </a:cubicBezTo>
                <a:close/>
                <a:moveTo>
                  <a:pt x="1712491" y="37397"/>
                </a:moveTo>
                <a:cubicBezTo>
                  <a:pt x="1717873" y="36892"/>
                  <a:pt x="1723447" y="38440"/>
                  <a:pt x="1727938" y="42161"/>
                </a:cubicBezTo>
                <a:lnTo>
                  <a:pt x="1734133" y="53880"/>
                </a:lnTo>
                <a:lnTo>
                  <a:pt x="2421034" y="54480"/>
                </a:lnTo>
                <a:lnTo>
                  <a:pt x="2422930" y="54480"/>
                </a:lnTo>
                <a:lnTo>
                  <a:pt x="2424255" y="55820"/>
                </a:lnTo>
                <a:lnTo>
                  <a:pt x="2598934" y="230499"/>
                </a:lnTo>
                <a:lnTo>
                  <a:pt x="2598934" y="243319"/>
                </a:lnTo>
                <a:lnTo>
                  <a:pt x="2419137" y="63543"/>
                </a:lnTo>
                <a:lnTo>
                  <a:pt x="1733491" y="62942"/>
                </a:lnTo>
                <a:lnTo>
                  <a:pt x="1730728" y="71899"/>
                </a:lnTo>
                <a:cubicBezTo>
                  <a:pt x="1723287" y="80881"/>
                  <a:pt x="1709973" y="82130"/>
                  <a:pt x="1700990" y="74689"/>
                </a:cubicBezTo>
                <a:cubicBezTo>
                  <a:pt x="1692008" y="67247"/>
                  <a:pt x="1690759" y="53933"/>
                  <a:pt x="1698200" y="44951"/>
                </a:cubicBezTo>
                <a:cubicBezTo>
                  <a:pt x="1701921" y="40460"/>
                  <a:pt x="1707110" y="37902"/>
                  <a:pt x="1712491" y="37397"/>
                </a:cubicBezTo>
                <a:close/>
                <a:moveTo>
                  <a:pt x="2503903" y="0"/>
                </a:moveTo>
                <a:cubicBezTo>
                  <a:pt x="2515567" y="0"/>
                  <a:pt x="2525024" y="9455"/>
                  <a:pt x="2525024" y="21120"/>
                </a:cubicBezTo>
                <a:lnTo>
                  <a:pt x="2520961" y="30928"/>
                </a:lnTo>
                <a:lnTo>
                  <a:pt x="2598934" y="108655"/>
                </a:lnTo>
                <a:lnTo>
                  <a:pt x="2598934" y="121469"/>
                </a:lnTo>
                <a:lnTo>
                  <a:pt x="2514895" y="37687"/>
                </a:lnTo>
                <a:lnTo>
                  <a:pt x="2503903" y="42240"/>
                </a:lnTo>
                <a:cubicBezTo>
                  <a:pt x="2492239" y="42240"/>
                  <a:pt x="2482783" y="32785"/>
                  <a:pt x="2482783" y="21120"/>
                </a:cubicBezTo>
                <a:cubicBezTo>
                  <a:pt x="2482783" y="9455"/>
                  <a:pt x="2492239" y="0"/>
                  <a:pt x="2503903" y="0"/>
                </a:cubicBezTo>
                <a:close/>
              </a:path>
            </a:pathLst>
          </a:custGeom>
          <a:gradFill>
            <a:gsLst>
              <a:gs pos="0">
                <a:srgbClr val="96A8CE">
                  <a:alpha val="40000"/>
                </a:srgbClr>
              </a:gs>
              <a:gs pos="100000">
                <a:srgbClr val="374C75">
                  <a:alpha val="40000"/>
                </a:srgbClr>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60" name="Google Shape;60;p15"/>
          <p:cNvSpPr/>
          <p:nvPr/>
        </p:nvSpPr>
        <p:spPr>
          <a:xfrm flipH="1" rot="10800000">
            <a:off x="0" y="0"/>
            <a:ext cx="1253292" cy="772928"/>
          </a:xfrm>
          <a:custGeom>
            <a:rect b="b" l="l" r="r" t="t"/>
            <a:pathLst>
              <a:path extrusionOk="0" h="1030570" w="1671056">
                <a:moveTo>
                  <a:pt x="1055473" y="261879"/>
                </a:moveTo>
                <a:cubicBezTo>
                  <a:pt x="1065831" y="261879"/>
                  <a:pt x="1076190" y="257929"/>
                  <a:pt x="1084092" y="250027"/>
                </a:cubicBezTo>
                <a:cubicBezTo>
                  <a:pt x="1099895" y="234223"/>
                  <a:pt x="1099895" y="208593"/>
                  <a:pt x="1084092" y="192789"/>
                </a:cubicBezTo>
                <a:cubicBezTo>
                  <a:pt x="1068288" y="176986"/>
                  <a:pt x="1042657" y="176986"/>
                  <a:pt x="1026854" y="192789"/>
                </a:cubicBezTo>
                <a:lnTo>
                  <a:pt x="1017249" y="215979"/>
                </a:lnTo>
                <a:lnTo>
                  <a:pt x="322564" y="215114"/>
                </a:lnTo>
                <a:lnTo>
                  <a:pt x="0" y="215056"/>
                </a:lnTo>
                <a:lnTo>
                  <a:pt x="0" y="225891"/>
                </a:lnTo>
                <a:lnTo>
                  <a:pt x="323710" y="225949"/>
                </a:lnTo>
                <a:lnTo>
                  <a:pt x="1017240" y="226815"/>
                </a:lnTo>
                <a:lnTo>
                  <a:pt x="1026854" y="250027"/>
                </a:lnTo>
                <a:cubicBezTo>
                  <a:pt x="1034756" y="257929"/>
                  <a:pt x="1045114" y="261879"/>
                  <a:pt x="1055473" y="261879"/>
                </a:cubicBezTo>
                <a:close/>
                <a:moveTo>
                  <a:pt x="1630585" y="440342"/>
                </a:moveTo>
                <a:cubicBezTo>
                  <a:pt x="1640943" y="440342"/>
                  <a:pt x="1651302" y="436391"/>
                  <a:pt x="1659204" y="428489"/>
                </a:cubicBezTo>
                <a:cubicBezTo>
                  <a:pt x="1675007" y="412686"/>
                  <a:pt x="1675007" y="387054"/>
                  <a:pt x="1659204" y="371252"/>
                </a:cubicBezTo>
                <a:cubicBezTo>
                  <a:pt x="1651302" y="363350"/>
                  <a:pt x="1640943" y="359399"/>
                  <a:pt x="1630585" y="359399"/>
                </a:cubicBezTo>
                <a:lnTo>
                  <a:pt x="1607376" y="369011"/>
                </a:lnTo>
                <a:lnTo>
                  <a:pt x="1238380" y="0"/>
                </a:lnTo>
                <a:lnTo>
                  <a:pt x="0" y="0"/>
                </a:lnTo>
                <a:lnTo>
                  <a:pt x="0" y="10852"/>
                </a:lnTo>
                <a:lnTo>
                  <a:pt x="1233880" y="10852"/>
                </a:lnTo>
                <a:lnTo>
                  <a:pt x="1599720" y="376675"/>
                </a:lnTo>
                <a:lnTo>
                  <a:pt x="1590113" y="399870"/>
                </a:lnTo>
                <a:cubicBezTo>
                  <a:pt x="1590113" y="410229"/>
                  <a:pt x="1594064" y="420587"/>
                  <a:pt x="1601966" y="428489"/>
                </a:cubicBezTo>
                <a:cubicBezTo>
                  <a:pt x="1609868" y="436391"/>
                  <a:pt x="1620226" y="440342"/>
                  <a:pt x="1630585" y="440342"/>
                </a:cubicBezTo>
                <a:close/>
                <a:moveTo>
                  <a:pt x="446792" y="540373"/>
                </a:moveTo>
                <a:cubicBezTo>
                  <a:pt x="453254" y="540373"/>
                  <a:pt x="459716" y="537907"/>
                  <a:pt x="464648" y="532975"/>
                </a:cubicBezTo>
                <a:cubicBezTo>
                  <a:pt x="474511" y="523112"/>
                  <a:pt x="474511" y="507129"/>
                  <a:pt x="464648" y="497265"/>
                </a:cubicBezTo>
                <a:cubicBezTo>
                  <a:pt x="454784" y="487401"/>
                  <a:pt x="438800" y="487401"/>
                  <a:pt x="428937" y="497265"/>
                </a:cubicBezTo>
                <a:lnTo>
                  <a:pt x="421898" y="514256"/>
                </a:lnTo>
                <a:lnTo>
                  <a:pt x="0" y="514256"/>
                </a:lnTo>
                <a:lnTo>
                  <a:pt x="0" y="518594"/>
                </a:lnTo>
                <a:lnTo>
                  <a:pt x="422979" y="518594"/>
                </a:lnTo>
                <a:lnTo>
                  <a:pt x="428937" y="532975"/>
                </a:lnTo>
                <a:cubicBezTo>
                  <a:pt x="433869" y="537907"/>
                  <a:pt x="440330" y="540373"/>
                  <a:pt x="446792" y="540373"/>
                </a:cubicBezTo>
                <a:close/>
                <a:moveTo>
                  <a:pt x="0" y="903725"/>
                </a:moveTo>
                <a:lnTo>
                  <a:pt x="12723" y="898251"/>
                </a:lnTo>
                <a:lnTo>
                  <a:pt x="407788" y="898251"/>
                </a:lnTo>
                <a:lnTo>
                  <a:pt x="408418" y="897604"/>
                </a:lnTo>
                <a:cubicBezTo>
                  <a:pt x="489846" y="814681"/>
                  <a:pt x="573597" y="731255"/>
                  <a:pt x="654593" y="650564"/>
                </a:cubicBezTo>
                <a:lnTo>
                  <a:pt x="798726" y="506528"/>
                </a:lnTo>
                <a:lnTo>
                  <a:pt x="814426" y="513032"/>
                </a:lnTo>
                <a:cubicBezTo>
                  <a:pt x="820888" y="513032"/>
                  <a:pt x="827349" y="510566"/>
                  <a:pt x="832282" y="505635"/>
                </a:cubicBezTo>
                <a:cubicBezTo>
                  <a:pt x="842145" y="495771"/>
                  <a:pt x="842145" y="479787"/>
                  <a:pt x="832282" y="469923"/>
                </a:cubicBezTo>
                <a:cubicBezTo>
                  <a:pt x="822417" y="460060"/>
                  <a:pt x="806434" y="460060"/>
                  <a:pt x="796571" y="469923"/>
                </a:cubicBezTo>
                <a:cubicBezTo>
                  <a:pt x="791639" y="474855"/>
                  <a:pt x="789173" y="481317"/>
                  <a:pt x="789173" y="487779"/>
                </a:cubicBezTo>
                <a:lnTo>
                  <a:pt x="795666" y="503451"/>
                </a:lnTo>
                <a:lnTo>
                  <a:pt x="651534" y="647486"/>
                </a:lnTo>
                <a:cubicBezTo>
                  <a:pt x="570753" y="727961"/>
                  <a:pt x="487219" y="811189"/>
                  <a:pt x="405952" y="893914"/>
                </a:cubicBezTo>
                <a:lnTo>
                  <a:pt x="12705" y="893914"/>
                </a:lnTo>
                <a:lnTo>
                  <a:pt x="0" y="899355"/>
                </a:lnTo>
                <a:close/>
                <a:moveTo>
                  <a:pt x="1272231" y="1030570"/>
                </a:moveTo>
                <a:lnTo>
                  <a:pt x="1278333" y="1030570"/>
                </a:lnTo>
                <a:lnTo>
                  <a:pt x="1351368" y="956679"/>
                </a:lnTo>
                <a:lnTo>
                  <a:pt x="1367003" y="963156"/>
                </a:lnTo>
                <a:cubicBezTo>
                  <a:pt x="1373465" y="963156"/>
                  <a:pt x="1379927" y="960690"/>
                  <a:pt x="1384859" y="955759"/>
                </a:cubicBezTo>
                <a:cubicBezTo>
                  <a:pt x="1394722" y="945895"/>
                  <a:pt x="1394722" y="929911"/>
                  <a:pt x="1384859" y="920047"/>
                </a:cubicBezTo>
                <a:cubicBezTo>
                  <a:pt x="1374995" y="910184"/>
                  <a:pt x="1359012" y="910184"/>
                  <a:pt x="1349148" y="920047"/>
                </a:cubicBezTo>
                <a:cubicBezTo>
                  <a:pt x="1344216" y="924979"/>
                  <a:pt x="1341750" y="931441"/>
                  <a:pt x="1341750" y="937903"/>
                </a:cubicBezTo>
                <a:lnTo>
                  <a:pt x="1348269" y="953639"/>
                </a:lnTo>
                <a:close/>
                <a:moveTo>
                  <a:pt x="673342" y="1030570"/>
                </a:moveTo>
                <a:lnTo>
                  <a:pt x="688622" y="1030570"/>
                </a:lnTo>
                <a:lnTo>
                  <a:pt x="771980" y="946924"/>
                </a:lnTo>
                <a:cubicBezTo>
                  <a:pt x="828552" y="889751"/>
                  <a:pt x="884426" y="832671"/>
                  <a:pt x="940529" y="774147"/>
                </a:cubicBezTo>
                <a:cubicBezTo>
                  <a:pt x="1092875" y="770511"/>
                  <a:pt x="1246895" y="771015"/>
                  <a:pt x="1395892" y="771483"/>
                </a:cubicBezTo>
                <a:lnTo>
                  <a:pt x="1507913" y="771725"/>
                </a:lnTo>
                <a:lnTo>
                  <a:pt x="1517549" y="794990"/>
                </a:lnTo>
                <a:cubicBezTo>
                  <a:pt x="1533352" y="810793"/>
                  <a:pt x="1558983" y="810793"/>
                  <a:pt x="1574787" y="794990"/>
                </a:cubicBezTo>
                <a:cubicBezTo>
                  <a:pt x="1590590" y="779186"/>
                  <a:pt x="1590590" y="753556"/>
                  <a:pt x="1574787" y="737753"/>
                </a:cubicBezTo>
                <a:cubicBezTo>
                  <a:pt x="1558983" y="721949"/>
                  <a:pt x="1533352" y="721949"/>
                  <a:pt x="1517549" y="737753"/>
                </a:cubicBezTo>
                <a:lnTo>
                  <a:pt x="1507967" y="760889"/>
                </a:lnTo>
                <a:lnTo>
                  <a:pt x="1395928" y="760647"/>
                </a:lnTo>
                <a:cubicBezTo>
                  <a:pt x="1246156" y="760179"/>
                  <a:pt x="1091273" y="759675"/>
                  <a:pt x="938045" y="763365"/>
                </a:cubicBezTo>
                <a:lnTo>
                  <a:pt x="935813" y="763419"/>
                </a:lnTo>
                <a:lnTo>
                  <a:pt x="934265" y="765039"/>
                </a:lnTo>
                <a:cubicBezTo>
                  <a:pt x="877937" y="823815"/>
                  <a:pt x="821843" y="881134"/>
                  <a:pt x="765055" y="938533"/>
                </a:cubicBezTo>
                <a:close/>
              </a:path>
            </a:pathLst>
          </a:custGeom>
          <a:gradFill>
            <a:gsLst>
              <a:gs pos="0">
                <a:srgbClr val="96A8CE">
                  <a:alpha val="40000"/>
                </a:srgbClr>
              </a:gs>
              <a:gs pos="100000">
                <a:srgbClr val="374C75">
                  <a:alpha val="40000"/>
                </a:srgbClr>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61" name="Shape 61"/>
        <p:cNvGrpSpPr/>
        <p:nvPr/>
      </p:nvGrpSpPr>
      <p:grpSpPr>
        <a:xfrm>
          <a:off x="0" y="0"/>
          <a:ext cx="0" cy="0"/>
          <a:chOff x="0" y="0"/>
          <a:chExt cx="0" cy="0"/>
        </a:xfrm>
      </p:grpSpPr>
      <p:sp>
        <p:nvSpPr>
          <p:cNvPr id="62" name="Google Shape;62;p16"/>
          <p:cNvSpPr txBox="1"/>
          <p:nvPr/>
        </p:nvSpPr>
        <p:spPr>
          <a:xfrm>
            <a:off x="814085" y="4662584"/>
            <a:ext cx="7515900" cy="346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1800">
                <a:solidFill>
                  <a:schemeClr val="lt1"/>
                </a:solidFill>
                <a:latin typeface="Calibri"/>
                <a:ea typeface="Calibri"/>
                <a:cs typeface="Calibri"/>
                <a:sym typeface="Calibri"/>
              </a:rPr>
              <a:t>Attribution: </a:t>
            </a:r>
            <a:r>
              <a:rPr lang="en" sz="1800">
                <a:solidFill>
                  <a:schemeClr val="lt1"/>
                </a:solidFill>
                <a:latin typeface="Calibri"/>
                <a:ea typeface="Calibri"/>
                <a:cs typeface="Calibri"/>
                <a:sym typeface="Calibri"/>
              </a:rPr>
              <a:t>The presentation template is designed by </a:t>
            </a:r>
            <a:r>
              <a:rPr b="1" lang="en" sz="1800">
                <a:solidFill>
                  <a:schemeClr val="lt1"/>
                </a:solidFill>
                <a:latin typeface="Calibri"/>
                <a:ea typeface="Calibri"/>
                <a:cs typeface="Calibri"/>
                <a:sym typeface="Calibri"/>
              </a:rPr>
              <a:t>SketchBubble.com</a:t>
            </a:r>
            <a:endParaRPr b="1" sz="1800">
              <a:solidFill>
                <a:schemeClr val="lt1"/>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63" name="Shape 63"/>
        <p:cNvGrpSpPr/>
        <p:nvPr/>
      </p:nvGrpSpPr>
      <p:grpSpPr>
        <a:xfrm>
          <a:off x="0" y="0"/>
          <a:ext cx="0" cy="0"/>
          <a:chOff x="0" y="0"/>
          <a:chExt cx="0" cy="0"/>
        </a:xfrm>
      </p:grpSpPr>
      <p:sp>
        <p:nvSpPr>
          <p:cNvPr id="64" name="Google Shape;64;p17"/>
          <p:cNvSpPr/>
          <p:nvPr/>
        </p:nvSpPr>
        <p:spPr>
          <a:xfrm>
            <a:off x="0" y="0"/>
            <a:ext cx="9141643" cy="5146344"/>
          </a:xfrm>
          <a:custGeom>
            <a:rect b="b" l="l" r="r" t="t"/>
            <a:pathLst>
              <a:path extrusionOk="0" h="6090348" w="9141643">
                <a:moveTo>
                  <a:pt x="1766169" y="6086157"/>
                </a:moveTo>
                <a:lnTo>
                  <a:pt x="1768455" y="6088367"/>
                </a:lnTo>
                <a:lnTo>
                  <a:pt x="1764188" y="6090348"/>
                </a:lnTo>
                <a:close/>
                <a:moveTo>
                  <a:pt x="1770437" y="6084175"/>
                </a:moveTo>
                <a:lnTo>
                  <a:pt x="1768456" y="6088366"/>
                </a:lnTo>
                <a:lnTo>
                  <a:pt x="1766170" y="6086156"/>
                </a:lnTo>
                <a:close/>
                <a:moveTo>
                  <a:pt x="2996952" y="6072898"/>
                </a:moveTo>
                <a:cubicBezTo>
                  <a:pt x="2996952" y="6072898"/>
                  <a:pt x="2999391" y="6075336"/>
                  <a:pt x="2999391" y="6075336"/>
                </a:cubicBezTo>
                <a:cubicBezTo>
                  <a:pt x="2994971" y="6079756"/>
                  <a:pt x="2990552" y="6084099"/>
                  <a:pt x="2986132" y="6088443"/>
                </a:cubicBezTo>
                <a:lnTo>
                  <a:pt x="2986079" y="6088391"/>
                </a:lnTo>
                <a:lnTo>
                  <a:pt x="2981864" y="6090348"/>
                </a:lnTo>
                <a:lnTo>
                  <a:pt x="2983845" y="6086157"/>
                </a:lnTo>
                <a:lnTo>
                  <a:pt x="2983846" y="6086158"/>
                </a:lnTo>
                <a:lnTo>
                  <a:pt x="2983846" y="6086157"/>
                </a:lnTo>
                <a:cubicBezTo>
                  <a:pt x="2988265" y="6081737"/>
                  <a:pt x="2992609" y="6077318"/>
                  <a:pt x="2996952" y="6072898"/>
                </a:cubicBezTo>
                <a:close/>
                <a:moveTo>
                  <a:pt x="2841504" y="6072898"/>
                </a:moveTo>
                <a:cubicBezTo>
                  <a:pt x="2841504" y="6072898"/>
                  <a:pt x="2843943" y="6075336"/>
                  <a:pt x="2843943" y="6075336"/>
                </a:cubicBezTo>
                <a:cubicBezTo>
                  <a:pt x="2839524" y="6079756"/>
                  <a:pt x="2835103" y="6084099"/>
                  <a:pt x="2830685" y="6088443"/>
                </a:cubicBezTo>
                <a:lnTo>
                  <a:pt x="2830632" y="6088391"/>
                </a:lnTo>
                <a:lnTo>
                  <a:pt x="2826416" y="6090348"/>
                </a:lnTo>
                <a:lnTo>
                  <a:pt x="2828397" y="6086157"/>
                </a:lnTo>
                <a:lnTo>
                  <a:pt x="2828434" y="6086194"/>
                </a:lnTo>
                <a:lnTo>
                  <a:pt x="2828398" y="6086157"/>
                </a:lnTo>
                <a:cubicBezTo>
                  <a:pt x="2832741" y="6081737"/>
                  <a:pt x="2837161" y="6077318"/>
                  <a:pt x="2841504" y="6072898"/>
                </a:cubicBezTo>
                <a:close/>
                <a:moveTo>
                  <a:pt x="2845923" y="6070917"/>
                </a:moveTo>
                <a:lnTo>
                  <a:pt x="2843943" y="6075260"/>
                </a:lnTo>
                <a:lnTo>
                  <a:pt x="2841505" y="6072898"/>
                </a:lnTo>
                <a:close/>
                <a:moveTo>
                  <a:pt x="3009907" y="6059791"/>
                </a:moveTo>
                <a:cubicBezTo>
                  <a:pt x="3009907" y="6059791"/>
                  <a:pt x="3012422" y="6062306"/>
                  <a:pt x="3012422" y="6062306"/>
                </a:cubicBezTo>
                <a:cubicBezTo>
                  <a:pt x="3008078" y="6066649"/>
                  <a:pt x="3003735" y="6070916"/>
                  <a:pt x="2999391" y="6075260"/>
                </a:cubicBezTo>
                <a:lnTo>
                  <a:pt x="2996952" y="6072821"/>
                </a:lnTo>
                <a:cubicBezTo>
                  <a:pt x="3001295" y="6068478"/>
                  <a:pt x="3005564" y="6064134"/>
                  <a:pt x="3009907" y="6059791"/>
                </a:cubicBezTo>
                <a:close/>
                <a:moveTo>
                  <a:pt x="3014403" y="6057886"/>
                </a:moveTo>
                <a:lnTo>
                  <a:pt x="3012422" y="6062306"/>
                </a:lnTo>
                <a:lnTo>
                  <a:pt x="3009907" y="6059791"/>
                </a:lnTo>
                <a:close/>
                <a:moveTo>
                  <a:pt x="6183482" y="6021387"/>
                </a:moveTo>
                <a:lnTo>
                  <a:pt x="6185768" y="6023597"/>
                </a:lnTo>
                <a:lnTo>
                  <a:pt x="6181501" y="6025578"/>
                </a:lnTo>
                <a:close/>
                <a:moveTo>
                  <a:pt x="5989325" y="6021082"/>
                </a:moveTo>
                <a:cubicBezTo>
                  <a:pt x="5989325" y="6021082"/>
                  <a:pt x="5991763" y="6023520"/>
                  <a:pt x="5991763" y="6023520"/>
                </a:cubicBezTo>
                <a:cubicBezTo>
                  <a:pt x="5987343" y="6027863"/>
                  <a:pt x="5982924" y="6032283"/>
                  <a:pt x="5978504" y="6036627"/>
                </a:cubicBezTo>
                <a:lnTo>
                  <a:pt x="5978451" y="6036576"/>
                </a:lnTo>
                <a:lnTo>
                  <a:pt x="5974237" y="6038532"/>
                </a:lnTo>
                <a:lnTo>
                  <a:pt x="5976218" y="6034341"/>
                </a:lnTo>
                <a:cubicBezTo>
                  <a:pt x="5980561" y="6029921"/>
                  <a:pt x="5984981" y="6025501"/>
                  <a:pt x="5989325" y="6021082"/>
                </a:cubicBezTo>
                <a:close/>
                <a:moveTo>
                  <a:pt x="6187750" y="6019405"/>
                </a:moveTo>
                <a:lnTo>
                  <a:pt x="6185769" y="6023596"/>
                </a:lnTo>
                <a:lnTo>
                  <a:pt x="6183483" y="6021386"/>
                </a:lnTo>
                <a:close/>
                <a:moveTo>
                  <a:pt x="5993744" y="6019101"/>
                </a:moveTo>
                <a:lnTo>
                  <a:pt x="5991763" y="6023444"/>
                </a:lnTo>
                <a:lnTo>
                  <a:pt x="5989325" y="6021082"/>
                </a:lnTo>
                <a:close/>
                <a:moveTo>
                  <a:pt x="6226611" y="5980543"/>
                </a:moveTo>
                <a:lnTo>
                  <a:pt x="6224630" y="5984734"/>
                </a:lnTo>
                <a:lnTo>
                  <a:pt x="6224631" y="5984735"/>
                </a:lnTo>
                <a:lnTo>
                  <a:pt x="6220364" y="5986716"/>
                </a:lnTo>
                <a:lnTo>
                  <a:pt x="6222345" y="5982525"/>
                </a:lnTo>
                <a:lnTo>
                  <a:pt x="6222344" y="5982524"/>
                </a:lnTo>
                <a:close/>
                <a:moveTo>
                  <a:pt x="7090262" y="5969571"/>
                </a:moveTo>
                <a:lnTo>
                  <a:pt x="7092548" y="5971781"/>
                </a:lnTo>
                <a:lnTo>
                  <a:pt x="7088281" y="5973762"/>
                </a:lnTo>
                <a:close/>
                <a:moveTo>
                  <a:pt x="6559301" y="5969113"/>
                </a:moveTo>
                <a:cubicBezTo>
                  <a:pt x="6559301" y="5969113"/>
                  <a:pt x="6561816" y="5971704"/>
                  <a:pt x="6561816" y="5971704"/>
                </a:cubicBezTo>
                <a:lnTo>
                  <a:pt x="6548786" y="5984658"/>
                </a:lnTo>
                <a:lnTo>
                  <a:pt x="6548786" y="5984658"/>
                </a:lnTo>
                <a:cubicBezTo>
                  <a:pt x="6544366" y="5989078"/>
                  <a:pt x="6539947" y="5993422"/>
                  <a:pt x="6535527" y="5997765"/>
                </a:cubicBezTo>
                <a:lnTo>
                  <a:pt x="6535473" y="5997713"/>
                </a:lnTo>
                <a:lnTo>
                  <a:pt x="6531259" y="5999669"/>
                </a:lnTo>
                <a:lnTo>
                  <a:pt x="6533240" y="5995478"/>
                </a:lnTo>
                <a:lnTo>
                  <a:pt x="6533241" y="5995479"/>
                </a:lnTo>
                <a:lnTo>
                  <a:pt x="6546347" y="5982220"/>
                </a:lnTo>
                <a:lnTo>
                  <a:pt x="6547504" y="5983376"/>
                </a:lnTo>
                <a:lnTo>
                  <a:pt x="6546347" y="5982219"/>
                </a:lnTo>
                <a:cubicBezTo>
                  <a:pt x="6550690" y="5977876"/>
                  <a:pt x="6554958" y="5973532"/>
                  <a:pt x="6559301" y="5969113"/>
                </a:cubicBezTo>
                <a:close/>
                <a:moveTo>
                  <a:pt x="7094530" y="5967589"/>
                </a:moveTo>
                <a:lnTo>
                  <a:pt x="7092549" y="5971780"/>
                </a:lnTo>
                <a:lnTo>
                  <a:pt x="7090263" y="5969570"/>
                </a:lnTo>
                <a:close/>
                <a:moveTo>
                  <a:pt x="6498951" y="5967285"/>
                </a:moveTo>
                <a:lnTo>
                  <a:pt x="6496969" y="5971628"/>
                </a:lnTo>
                <a:lnTo>
                  <a:pt x="6494563" y="5969297"/>
                </a:lnTo>
                <a:lnTo>
                  <a:pt x="6496969" y="5971703"/>
                </a:lnTo>
                <a:cubicBezTo>
                  <a:pt x="6492549" y="5976047"/>
                  <a:pt x="6488130" y="5980467"/>
                  <a:pt x="6483710" y="5984810"/>
                </a:cubicBezTo>
                <a:lnTo>
                  <a:pt x="6483659" y="5984759"/>
                </a:lnTo>
                <a:lnTo>
                  <a:pt x="6479444" y="5986716"/>
                </a:lnTo>
                <a:lnTo>
                  <a:pt x="6481425" y="5982525"/>
                </a:lnTo>
                <a:lnTo>
                  <a:pt x="6481424" y="5982524"/>
                </a:lnTo>
                <a:cubicBezTo>
                  <a:pt x="6485767" y="5978104"/>
                  <a:pt x="6490187" y="5973685"/>
                  <a:pt x="6494531" y="5969265"/>
                </a:cubicBezTo>
                <a:lnTo>
                  <a:pt x="6494532" y="5969266"/>
                </a:lnTo>
                <a:close/>
                <a:moveTo>
                  <a:pt x="6563797" y="5967208"/>
                </a:moveTo>
                <a:lnTo>
                  <a:pt x="6561892" y="5971704"/>
                </a:lnTo>
                <a:lnTo>
                  <a:pt x="6559301" y="5969113"/>
                </a:lnTo>
                <a:close/>
                <a:moveTo>
                  <a:pt x="2271379" y="5943662"/>
                </a:moveTo>
                <a:lnTo>
                  <a:pt x="2273665" y="5945872"/>
                </a:lnTo>
                <a:lnTo>
                  <a:pt x="2269398" y="5947853"/>
                </a:lnTo>
                <a:close/>
                <a:moveTo>
                  <a:pt x="2275648" y="5941681"/>
                </a:moveTo>
                <a:lnTo>
                  <a:pt x="2273667" y="5945872"/>
                </a:lnTo>
                <a:lnTo>
                  <a:pt x="2271381" y="5943662"/>
                </a:lnTo>
                <a:close/>
                <a:moveTo>
                  <a:pt x="7144669" y="5919812"/>
                </a:moveTo>
                <a:lnTo>
                  <a:pt x="7144669" y="5919888"/>
                </a:lnTo>
                <a:lnTo>
                  <a:pt x="7144631" y="5919850"/>
                </a:lnTo>
                <a:close/>
                <a:moveTo>
                  <a:pt x="3009757" y="5917755"/>
                </a:moveTo>
                <a:lnTo>
                  <a:pt x="3012043" y="5919965"/>
                </a:lnTo>
                <a:lnTo>
                  <a:pt x="3007776" y="5921946"/>
                </a:lnTo>
                <a:close/>
                <a:moveTo>
                  <a:pt x="7142231" y="5917450"/>
                </a:moveTo>
                <a:lnTo>
                  <a:pt x="7144631" y="5919850"/>
                </a:lnTo>
                <a:lnTo>
                  <a:pt x="7131410" y="5932919"/>
                </a:lnTo>
                <a:lnTo>
                  <a:pt x="7131410" y="5932919"/>
                </a:lnTo>
                <a:lnTo>
                  <a:pt x="7127144" y="5934899"/>
                </a:lnTo>
                <a:lnTo>
                  <a:pt x="7129125" y="5930710"/>
                </a:lnTo>
                <a:lnTo>
                  <a:pt x="7129124" y="5930709"/>
                </a:lnTo>
                <a:lnTo>
                  <a:pt x="7129125" y="5930708"/>
                </a:lnTo>
                <a:close/>
                <a:moveTo>
                  <a:pt x="7146650" y="5915468"/>
                </a:moveTo>
                <a:lnTo>
                  <a:pt x="7144669" y="5919811"/>
                </a:lnTo>
                <a:lnTo>
                  <a:pt x="7142307" y="5917449"/>
                </a:lnTo>
                <a:close/>
                <a:moveTo>
                  <a:pt x="6520439" y="5904495"/>
                </a:moveTo>
                <a:cubicBezTo>
                  <a:pt x="6520439" y="5904495"/>
                  <a:pt x="6522878" y="5906933"/>
                  <a:pt x="6522878" y="5906933"/>
                </a:cubicBezTo>
                <a:cubicBezTo>
                  <a:pt x="6518458" y="5911277"/>
                  <a:pt x="6514039" y="5915697"/>
                  <a:pt x="6509619" y="5920040"/>
                </a:cubicBezTo>
                <a:lnTo>
                  <a:pt x="6509569" y="5919988"/>
                </a:lnTo>
                <a:lnTo>
                  <a:pt x="6505351" y="5921946"/>
                </a:lnTo>
                <a:lnTo>
                  <a:pt x="6507332" y="5917755"/>
                </a:lnTo>
                <a:lnTo>
                  <a:pt x="6508525" y="5918909"/>
                </a:lnTo>
                <a:lnTo>
                  <a:pt x="6507409" y="5917754"/>
                </a:lnTo>
                <a:lnTo>
                  <a:pt x="6507333" y="5917754"/>
                </a:lnTo>
                <a:cubicBezTo>
                  <a:pt x="6511676" y="5913334"/>
                  <a:pt x="6516096" y="5908915"/>
                  <a:pt x="6520439" y="5904495"/>
                </a:cubicBezTo>
                <a:close/>
                <a:moveTo>
                  <a:pt x="3027286" y="5902515"/>
                </a:moveTo>
                <a:lnTo>
                  <a:pt x="3025305" y="5906858"/>
                </a:lnTo>
                <a:lnTo>
                  <a:pt x="3025305" y="5906858"/>
                </a:lnTo>
                <a:cubicBezTo>
                  <a:pt x="3020883" y="5911201"/>
                  <a:pt x="3016466" y="5915621"/>
                  <a:pt x="3012045" y="5919965"/>
                </a:cubicBezTo>
                <a:lnTo>
                  <a:pt x="3009758" y="5917679"/>
                </a:lnTo>
                <a:cubicBezTo>
                  <a:pt x="3014101" y="5913259"/>
                  <a:pt x="3018522" y="5908839"/>
                  <a:pt x="3022864" y="5904420"/>
                </a:cubicBezTo>
                <a:lnTo>
                  <a:pt x="3022942" y="5904496"/>
                </a:lnTo>
                <a:close/>
                <a:moveTo>
                  <a:pt x="5691230" y="5878892"/>
                </a:moveTo>
                <a:lnTo>
                  <a:pt x="5693516" y="5881102"/>
                </a:lnTo>
                <a:lnTo>
                  <a:pt x="5689249" y="5883083"/>
                </a:lnTo>
                <a:close/>
                <a:moveTo>
                  <a:pt x="4383029" y="5878588"/>
                </a:moveTo>
                <a:cubicBezTo>
                  <a:pt x="4383029" y="5878588"/>
                  <a:pt x="4385468" y="5881026"/>
                  <a:pt x="4385468" y="5881026"/>
                </a:cubicBezTo>
                <a:cubicBezTo>
                  <a:pt x="4381048" y="5885446"/>
                  <a:pt x="4376629" y="5889789"/>
                  <a:pt x="4372209" y="5894133"/>
                </a:cubicBezTo>
                <a:lnTo>
                  <a:pt x="4372155" y="5894082"/>
                </a:lnTo>
                <a:lnTo>
                  <a:pt x="4367941" y="5896038"/>
                </a:lnTo>
                <a:lnTo>
                  <a:pt x="4369922" y="5891847"/>
                </a:lnTo>
                <a:lnTo>
                  <a:pt x="4369923" y="5891848"/>
                </a:lnTo>
                <a:lnTo>
                  <a:pt x="4369923" y="5891847"/>
                </a:lnTo>
                <a:cubicBezTo>
                  <a:pt x="4374266" y="5887427"/>
                  <a:pt x="4378686" y="5883008"/>
                  <a:pt x="4383029" y="5878588"/>
                </a:cubicBezTo>
                <a:close/>
                <a:moveTo>
                  <a:pt x="4387449" y="5876607"/>
                </a:moveTo>
                <a:lnTo>
                  <a:pt x="4385467" y="5880950"/>
                </a:lnTo>
                <a:lnTo>
                  <a:pt x="4383029" y="5878588"/>
                </a:lnTo>
                <a:close/>
                <a:moveTo>
                  <a:pt x="5704337" y="5865557"/>
                </a:moveTo>
                <a:lnTo>
                  <a:pt x="5706776" y="5867995"/>
                </a:lnTo>
                <a:cubicBezTo>
                  <a:pt x="5702356" y="5872339"/>
                  <a:pt x="5697937" y="5876759"/>
                  <a:pt x="5693517" y="5881102"/>
                </a:cubicBezTo>
                <a:lnTo>
                  <a:pt x="5691231" y="5878816"/>
                </a:lnTo>
                <a:cubicBezTo>
                  <a:pt x="5695574" y="5874396"/>
                  <a:pt x="5699994" y="5869977"/>
                  <a:pt x="5704337" y="5865557"/>
                </a:cubicBezTo>
                <a:close/>
                <a:moveTo>
                  <a:pt x="4749855" y="5863958"/>
                </a:moveTo>
                <a:lnTo>
                  <a:pt x="4747874" y="5868149"/>
                </a:lnTo>
                <a:lnTo>
                  <a:pt x="4747873" y="5868149"/>
                </a:lnTo>
                <a:lnTo>
                  <a:pt x="4743607" y="5870129"/>
                </a:lnTo>
                <a:lnTo>
                  <a:pt x="4745588" y="5865938"/>
                </a:lnTo>
                <a:lnTo>
                  <a:pt x="4745588" y="5865939"/>
                </a:lnTo>
                <a:close/>
                <a:moveTo>
                  <a:pt x="3065843" y="5863958"/>
                </a:moveTo>
                <a:lnTo>
                  <a:pt x="3063862" y="5868149"/>
                </a:lnTo>
                <a:lnTo>
                  <a:pt x="3063861" y="5868148"/>
                </a:lnTo>
                <a:lnTo>
                  <a:pt x="3059595" y="5870129"/>
                </a:lnTo>
                <a:lnTo>
                  <a:pt x="3061575" y="5865938"/>
                </a:lnTo>
                <a:lnTo>
                  <a:pt x="3061576" y="5865939"/>
                </a:lnTo>
                <a:close/>
                <a:moveTo>
                  <a:pt x="6572255" y="5852528"/>
                </a:moveTo>
                <a:lnTo>
                  <a:pt x="6574846" y="5855195"/>
                </a:lnTo>
                <a:lnTo>
                  <a:pt x="6561892" y="5868073"/>
                </a:lnTo>
                <a:lnTo>
                  <a:pt x="6561892" y="5868073"/>
                </a:lnTo>
                <a:lnTo>
                  <a:pt x="6548938" y="5881026"/>
                </a:lnTo>
                <a:lnTo>
                  <a:pt x="6548900" y="5880988"/>
                </a:lnTo>
                <a:lnTo>
                  <a:pt x="6535908" y="5893904"/>
                </a:lnTo>
                <a:cubicBezTo>
                  <a:pt x="6531564" y="5898247"/>
                  <a:pt x="6527221" y="5902514"/>
                  <a:pt x="6522877" y="5906857"/>
                </a:cubicBezTo>
                <a:cubicBezTo>
                  <a:pt x="6522877" y="5906857"/>
                  <a:pt x="6520439" y="5904419"/>
                  <a:pt x="6520439" y="5904419"/>
                </a:cubicBezTo>
                <a:cubicBezTo>
                  <a:pt x="6524782" y="5900076"/>
                  <a:pt x="6529050" y="5895732"/>
                  <a:pt x="6533393" y="5891389"/>
                </a:cubicBezTo>
                <a:cubicBezTo>
                  <a:pt x="6537736" y="5887046"/>
                  <a:pt x="6542004" y="5882702"/>
                  <a:pt x="6546347" y="5878359"/>
                </a:cubicBezTo>
                <a:lnTo>
                  <a:pt x="6546385" y="5878397"/>
                </a:lnTo>
                <a:lnTo>
                  <a:pt x="6559301" y="5865481"/>
                </a:lnTo>
                <a:lnTo>
                  <a:pt x="6559302" y="5865482"/>
                </a:lnTo>
                <a:close/>
                <a:moveTo>
                  <a:pt x="6576827" y="5850546"/>
                </a:moveTo>
                <a:lnTo>
                  <a:pt x="6574922" y="5855118"/>
                </a:lnTo>
                <a:lnTo>
                  <a:pt x="6572255" y="5852451"/>
                </a:lnTo>
                <a:close/>
                <a:moveTo>
                  <a:pt x="6291381" y="5838049"/>
                </a:moveTo>
                <a:lnTo>
                  <a:pt x="6289400" y="5842240"/>
                </a:lnTo>
                <a:lnTo>
                  <a:pt x="6289401" y="5842241"/>
                </a:lnTo>
                <a:lnTo>
                  <a:pt x="6285134" y="5844222"/>
                </a:lnTo>
                <a:lnTo>
                  <a:pt x="6287115" y="5840031"/>
                </a:lnTo>
                <a:lnTo>
                  <a:pt x="6287114" y="5840030"/>
                </a:lnTo>
                <a:close/>
                <a:moveTo>
                  <a:pt x="5734817" y="5837592"/>
                </a:moveTo>
                <a:lnTo>
                  <a:pt x="5732836" y="5842164"/>
                </a:lnTo>
                <a:lnTo>
                  <a:pt x="5732798" y="5842126"/>
                </a:lnTo>
                <a:lnTo>
                  <a:pt x="5719881" y="5854968"/>
                </a:lnTo>
                <a:lnTo>
                  <a:pt x="5719881" y="5855042"/>
                </a:lnTo>
                <a:cubicBezTo>
                  <a:pt x="5715538" y="5859385"/>
                  <a:pt x="5711195" y="5863652"/>
                  <a:pt x="5706851" y="5867996"/>
                </a:cubicBezTo>
                <a:lnTo>
                  <a:pt x="5704413" y="5865557"/>
                </a:lnTo>
                <a:lnTo>
                  <a:pt x="5717291" y="5852528"/>
                </a:lnTo>
                <a:lnTo>
                  <a:pt x="5717291" y="5852527"/>
                </a:lnTo>
                <a:cubicBezTo>
                  <a:pt x="5721634" y="5848184"/>
                  <a:pt x="5725902" y="5843840"/>
                  <a:pt x="5730245" y="5839497"/>
                </a:cubicBezTo>
                <a:lnTo>
                  <a:pt x="5730298" y="5839550"/>
                </a:lnTo>
                <a:close/>
                <a:moveTo>
                  <a:pt x="3437397" y="5826772"/>
                </a:moveTo>
                <a:cubicBezTo>
                  <a:pt x="3437397" y="5826772"/>
                  <a:pt x="3439835" y="5829210"/>
                  <a:pt x="3439835" y="5829210"/>
                </a:cubicBezTo>
                <a:cubicBezTo>
                  <a:pt x="3435415" y="5833553"/>
                  <a:pt x="3430997" y="5837973"/>
                  <a:pt x="3426576" y="5842317"/>
                </a:cubicBezTo>
                <a:lnTo>
                  <a:pt x="3426523" y="5842266"/>
                </a:lnTo>
                <a:lnTo>
                  <a:pt x="3422309" y="5844222"/>
                </a:lnTo>
                <a:lnTo>
                  <a:pt x="3424290" y="5840031"/>
                </a:lnTo>
                <a:lnTo>
                  <a:pt x="3424291" y="5840032"/>
                </a:lnTo>
                <a:lnTo>
                  <a:pt x="3424291" y="5840031"/>
                </a:lnTo>
                <a:cubicBezTo>
                  <a:pt x="3428711" y="5835611"/>
                  <a:pt x="3433054" y="5831191"/>
                  <a:pt x="3437397" y="5826772"/>
                </a:cubicBezTo>
                <a:close/>
                <a:moveTo>
                  <a:pt x="7556606" y="5814122"/>
                </a:moveTo>
                <a:lnTo>
                  <a:pt x="7558892" y="5816332"/>
                </a:lnTo>
                <a:lnTo>
                  <a:pt x="7554625" y="5818313"/>
                </a:lnTo>
                <a:close/>
                <a:moveTo>
                  <a:pt x="1753224" y="5814122"/>
                </a:moveTo>
                <a:lnTo>
                  <a:pt x="1755510" y="5816332"/>
                </a:lnTo>
                <a:lnTo>
                  <a:pt x="1751244" y="5818313"/>
                </a:lnTo>
                <a:close/>
                <a:moveTo>
                  <a:pt x="7560874" y="5812141"/>
                </a:moveTo>
                <a:lnTo>
                  <a:pt x="7558893" y="5816332"/>
                </a:lnTo>
                <a:lnTo>
                  <a:pt x="7556607" y="5814122"/>
                </a:lnTo>
                <a:close/>
                <a:moveTo>
                  <a:pt x="1757493" y="5812141"/>
                </a:moveTo>
                <a:lnTo>
                  <a:pt x="1755512" y="5816332"/>
                </a:lnTo>
                <a:lnTo>
                  <a:pt x="1753226" y="5814122"/>
                </a:lnTo>
                <a:close/>
                <a:moveTo>
                  <a:pt x="3454847" y="5811760"/>
                </a:moveTo>
                <a:lnTo>
                  <a:pt x="3452866" y="5816179"/>
                </a:lnTo>
                <a:lnTo>
                  <a:pt x="3452866" y="5816180"/>
                </a:lnTo>
                <a:cubicBezTo>
                  <a:pt x="3448523" y="5820523"/>
                  <a:pt x="3444179" y="5824791"/>
                  <a:pt x="3439835" y="5829134"/>
                </a:cubicBezTo>
                <a:lnTo>
                  <a:pt x="3437397" y="5826696"/>
                </a:lnTo>
                <a:cubicBezTo>
                  <a:pt x="3441740" y="5822352"/>
                  <a:pt x="3446008" y="5818009"/>
                  <a:pt x="3450351" y="5813589"/>
                </a:cubicBezTo>
                <a:lnTo>
                  <a:pt x="3450405" y="5813643"/>
                </a:lnTo>
                <a:close/>
                <a:moveTo>
                  <a:pt x="7870093" y="5790272"/>
                </a:moveTo>
                <a:lnTo>
                  <a:pt x="7870093" y="5790348"/>
                </a:lnTo>
                <a:lnTo>
                  <a:pt x="7870055" y="5790310"/>
                </a:lnTo>
                <a:close/>
                <a:moveTo>
                  <a:pt x="7867655" y="5787910"/>
                </a:moveTo>
                <a:lnTo>
                  <a:pt x="7870055" y="5790310"/>
                </a:lnTo>
                <a:lnTo>
                  <a:pt x="7856835" y="5803378"/>
                </a:lnTo>
                <a:lnTo>
                  <a:pt x="7856834" y="5803379"/>
                </a:lnTo>
                <a:lnTo>
                  <a:pt x="7856834" y="5803379"/>
                </a:lnTo>
                <a:lnTo>
                  <a:pt x="7852568" y="5805359"/>
                </a:lnTo>
                <a:lnTo>
                  <a:pt x="7854549" y="5801168"/>
                </a:lnTo>
                <a:lnTo>
                  <a:pt x="7854550" y="5801169"/>
                </a:lnTo>
                <a:close/>
                <a:moveTo>
                  <a:pt x="600317" y="5775261"/>
                </a:moveTo>
                <a:lnTo>
                  <a:pt x="602603" y="5777471"/>
                </a:lnTo>
                <a:lnTo>
                  <a:pt x="598336" y="5779452"/>
                </a:lnTo>
                <a:close/>
                <a:moveTo>
                  <a:pt x="604585" y="5773279"/>
                </a:moveTo>
                <a:lnTo>
                  <a:pt x="602604" y="5777470"/>
                </a:lnTo>
                <a:lnTo>
                  <a:pt x="600318" y="5775260"/>
                </a:lnTo>
                <a:close/>
                <a:moveTo>
                  <a:pt x="8061812" y="5762307"/>
                </a:moveTo>
                <a:lnTo>
                  <a:pt x="8064099" y="5764517"/>
                </a:lnTo>
                <a:lnTo>
                  <a:pt x="8059831" y="5766498"/>
                </a:lnTo>
                <a:close/>
                <a:moveTo>
                  <a:pt x="1805193" y="5762002"/>
                </a:moveTo>
                <a:cubicBezTo>
                  <a:pt x="1805193" y="5762002"/>
                  <a:pt x="1807632" y="5764440"/>
                  <a:pt x="1807632" y="5764440"/>
                </a:cubicBezTo>
                <a:cubicBezTo>
                  <a:pt x="1803212" y="5768783"/>
                  <a:pt x="1798793" y="5773203"/>
                  <a:pt x="1794373" y="5777547"/>
                </a:cubicBezTo>
                <a:lnTo>
                  <a:pt x="1794321" y="5777495"/>
                </a:lnTo>
                <a:lnTo>
                  <a:pt x="1790106" y="5779452"/>
                </a:lnTo>
                <a:lnTo>
                  <a:pt x="1792087" y="5775261"/>
                </a:lnTo>
                <a:lnTo>
                  <a:pt x="1792100" y="5775273"/>
                </a:lnTo>
                <a:lnTo>
                  <a:pt x="1792087" y="5775261"/>
                </a:lnTo>
                <a:cubicBezTo>
                  <a:pt x="1796430" y="5770841"/>
                  <a:pt x="1800850" y="5766421"/>
                  <a:pt x="1805193" y="5762002"/>
                </a:cubicBezTo>
                <a:close/>
                <a:moveTo>
                  <a:pt x="1809615" y="5760021"/>
                </a:moveTo>
                <a:lnTo>
                  <a:pt x="1807633" y="5764364"/>
                </a:lnTo>
                <a:lnTo>
                  <a:pt x="1805195" y="5762002"/>
                </a:lnTo>
                <a:close/>
                <a:moveTo>
                  <a:pt x="7898135" y="5759868"/>
                </a:moveTo>
                <a:lnTo>
                  <a:pt x="7896154" y="5764364"/>
                </a:lnTo>
                <a:lnTo>
                  <a:pt x="7883124" y="5777318"/>
                </a:lnTo>
                <a:lnTo>
                  <a:pt x="7883200" y="5777394"/>
                </a:lnTo>
                <a:cubicBezTo>
                  <a:pt x="7878856" y="5781738"/>
                  <a:pt x="7874513" y="5786005"/>
                  <a:pt x="7870169" y="5790348"/>
                </a:cubicBezTo>
                <a:lnTo>
                  <a:pt x="7870093" y="5790272"/>
                </a:lnTo>
                <a:lnTo>
                  <a:pt x="7867731" y="5787910"/>
                </a:lnTo>
                <a:cubicBezTo>
                  <a:pt x="7872074" y="5783566"/>
                  <a:pt x="7876342" y="5779223"/>
                  <a:pt x="7880685" y="5774880"/>
                </a:cubicBezTo>
                <a:lnTo>
                  <a:pt x="7883101" y="5777295"/>
                </a:lnTo>
                <a:lnTo>
                  <a:pt x="7880609" y="5774803"/>
                </a:lnTo>
                <a:lnTo>
                  <a:pt x="7893564" y="5761774"/>
                </a:lnTo>
                <a:lnTo>
                  <a:pt x="7893563" y="5761773"/>
                </a:lnTo>
                <a:close/>
                <a:moveTo>
                  <a:pt x="8079339" y="5747067"/>
                </a:moveTo>
                <a:lnTo>
                  <a:pt x="8077358" y="5751410"/>
                </a:lnTo>
                <a:lnTo>
                  <a:pt x="8064099" y="5764516"/>
                </a:lnTo>
                <a:lnTo>
                  <a:pt x="8061889" y="5762307"/>
                </a:lnTo>
                <a:cubicBezTo>
                  <a:pt x="8066232" y="5757887"/>
                  <a:pt x="8070652" y="5753468"/>
                  <a:pt x="8074995" y="5749048"/>
                </a:cubicBezTo>
                <a:close/>
                <a:moveTo>
                  <a:pt x="7146650" y="5734112"/>
                </a:moveTo>
                <a:lnTo>
                  <a:pt x="7144669" y="5738455"/>
                </a:lnTo>
                <a:lnTo>
                  <a:pt x="7131411" y="5751562"/>
                </a:lnTo>
                <a:lnTo>
                  <a:pt x="7131411" y="5751562"/>
                </a:lnTo>
                <a:lnTo>
                  <a:pt x="7127144" y="5753543"/>
                </a:lnTo>
                <a:lnTo>
                  <a:pt x="7129125" y="5749352"/>
                </a:lnTo>
                <a:lnTo>
                  <a:pt x="7131382" y="5751534"/>
                </a:lnTo>
                <a:lnTo>
                  <a:pt x="7129124" y="5749276"/>
                </a:lnTo>
                <a:cubicBezTo>
                  <a:pt x="7133467" y="5744856"/>
                  <a:pt x="7137887" y="5740437"/>
                  <a:pt x="7142231" y="5736017"/>
                </a:cubicBezTo>
                <a:lnTo>
                  <a:pt x="7142307" y="5736093"/>
                </a:lnTo>
                <a:close/>
                <a:moveTo>
                  <a:pt x="4551278" y="5723445"/>
                </a:moveTo>
                <a:lnTo>
                  <a:pt x="4553564" y="5725655"/>
                </a:lnTo>
                <a:lnTo>
                  <a:pt x="4549297" y="5727636"/>
                </a:lnTo>
                <a:close/>
                <a:moveTo>
                  <a:pt x="4555545" y="5721463"/>
                </a:moveTo>
                <a:lnTo>
                  <a:pt x="4553564" y="5725654"/>
                </a:lnTo>
                <a:lnTo>
                  <a:pt x="4551278" y="5723444"/>
                </a:lnTo>
                <a:close/>
                <a:moveTo>
                  <a:pt x="6105758" y="5710491"/>
                </a:moveTo>
                <a:lnTo>
                  <a:pt x="6108044" y="5712701"/>
                </a:lnTo>
                <a:lnTo>
                  <a:pt x="6103777" y="5714682"/>
                </a:lnTo>
                <a:close/>
                <a:moveTo>
                  <a:pt x="6121303" y="5699594"/>
                </a:moveTo>
                <a:lnTo>
                  <a:pt x="6121303" y="5699670"/>
                </a:lnTo>
                <a:lnTo>
                  <a:pt x="6121265" y="5699632"/>
                </a:lnTo>
                <a:close/>
                <a:moveTo>
                  <a:pt x="6118865" y="5697232"/>
                </a:moveTo>
                <a:lnTo>
                  <a:pt x="6121265" y="5699632"/>
                </a:lnTo>
                <a:lnTo>
                  <a:pt x="6108044" y="5712700"/>
                </a:lnTo>
                <a:lnTo>
                  <a:pt x="6105758" y="5710491"/>
                </a:lnTo>
                <a:cubicBezTo>
                  <a:pt x="6110101" y="5706071"/>
                  <a:pt x="6114521" y="5701651"/>
                  <a:pt x="6118865" y="5697232"/>
                </a:cubicBezTo>
                <a:close/>
                <a:moveTo>
                  <a:pt x="6123284" y="5695251"/>
                </a:moveTo>
                <a:lnTo>
                  <a:pt x="6121303" y="5699594"/>
                </a:lnTo>
                <a:lnTo>
                  <a:pt x="6118941" y="5697232"/>
                </a:lnTo>
                <a:close/>
                <a:moveTo>
                  <a:pt x="9020560" y="5684278"/>
                </a:moveTo>
                <a:cubicBezTo>
                  <a:pt x="9020560" y="5684278"/>
                  <a:pt x="9022999" y="5686716"/>
                  <a:pt x="9022999" y="5686716"/>
                </a:cubicBezTo>
                <a:cubicBezTo>
                  <a:pt x="9018580" y="5691136"/>
                  <a:pt x="9014160" y="5695479"/>
                  <a:pt x="9009740" y="5699823"/>
                </a:cubicBezTo>
                <a:lnTo>
                  <a:pt x="9009687" y="5699772"/>
                </a:lnTo>
                <a:lnTo>
                  <a:pt x="9005473" y="5701728"/>
                </a:lnTo>
                <a:lnTo>
                  <a:pt x="9007454" y="5697537"/>
                </a:lnTo>
                <a:cubicBezTo>
                  <a:pt x="9011798" y="5693117"/>
                  <a:pt x="9016217" y="5688698"/>
                  <a:pt x="9020560" y="5684278"/>
                </a:cubicBezTo>
                <a:close/>
                <a:moveTo>
                  <a:pt x="9024980" y="5682297"/>
                </a:moveTo>
                <a:lnTo>
                  <a:pt x="9022999" y="5686640"/>
                </a:lnTo>
                <a:lnTo>
                  <a:pt x="9020560" y="5684278"/>
                </a:lnTo>
                <a:close/>
                <a:moveTo>
                  <a:pt x="211700" y="5658675"/>
                </a:moveTo>
                <a:lnTo>
                  <a:pt x="213986" y="5660885"/>
                </a:lnTo>
                <a:lnTo>
                  <a:pt x="209719" y="5662866"/>
                </a:lnTo>
                <a:close/>
                <a:moveTo>
                  <a:pt x="8092292" y="5656388"/>
                </a:moveTo>
                <a:lnTo>
                  <a:pt x="8090311" y="5660731"/>
                </a:lnTo>
                <a:lnTo>
                  <a:pt x="8090282" y="5660703"/>
                </a:lnTo>
                <a:lnTo>
                  <a:pt x="8090311" y="5660732"/>
                </a:lnTo>
                <a:lnTo>
                  <a:pt x="8077052" y="5673839"/>
                </a:lnTo>
                <a:lnTo>
                  <a:pt x="8077052" y="5673839"/>
                </a:lnTo>
                <a:lnTo>
                  <a:pt x="8072785" y="5675819"/>
                </a:lnTo>
                <a:lnTo>
                  <a:pt x="8074766" y="5671628"/>
                </a:lnTo>
                <a:lnTo>
                  <a:pt x="8076995" y="5673782"/>
                </a:lnTo>
                <a:lnTo>
                  <a:pt x="8074842" y="5671629"/>
                </a:lnTo>
                <a:lnTo>
                  <a:pt x="8087913" y="5658407"/>
                </a:lnTo>
                <a:lnTo>
                  <a:pt x="8087873" y="5658369"/>
                </a:lnTo>
                <a:close/>
                <a:moveTo>
                  <a:pt x="224806" y="5645340"/>
                </a:moveTo>
                <a:cubicBezTo>
                  <a:pt x="224806" y="5645340"/>
                  <a:pt x="227246" y="5647778"/>
                  <a:pt x="227246" y="5647778"/>
                </a:cubicBezTo>
                <a:cubicBezTo>
                  <a:pt x="222826" y="5652121"/>
                  <a:pt x="218407" y="5656541"/>
                  <a:pt x="213987" y="5660885"/>
                </a:cubicBezTo>
                <a:lnTo>
                  <a:pt x="211701" y="5658599"/>
                </a:lnTo>
                <a:cubicBezTo>
                  <a:pt x="216044" y="5654179"/>
                  <a:pt x="220463" y="5649759"/>
                  <a:pt x="224806" y="5645340"/>
                </a:cubicBezTo>
                <a:close/>
                <a:moveTo>
                  <a:pt x="263670" y="5606401"/>
                </a:moveTo>
                <a:cubicBezTo>
                  <a:pt x="263670" y="5606401"/>
                  <a:pt x="266261" y="5608992"/>
                  <a:pt x="266261" y="5608992"/>
                </a:cubicBezTo>
                <a:cubicBezTo>
                  <a:pt x="261917" y="5613335"/>
                  <a:pt x="257574" y="5617603"/>
                  <a:pt x="253307" y="5621946"/>
                </a:cubicBezTo>
                <a:lnTo>
                  <a:pt x="253269" y="5621908"/>
                </a:lnTo>
                <a:lnTo>
                  <a:pt x="240353" y="5634824"/>
                </a:lnTo>
                <a:lnTo>
                  <a:pt x="237838" y="5632309"/>
                </a:lnTo>
                <a:lnTo>
                  <a:pt x="237838" y="5632309"/>
                </a:lnTo>
                <a:lnTo>
                  <a:pt x="240277" y="5634748"/>
                </a:lnTo>
                <a:lnTo>
                  <a:pt x="240353" y="5634824"/>
                </a:lnTo>
                <a:cubicBezTo>
                  <a:pt x="236009" y="5639167"/>
                  <a:pt x="231666" y="5643435"/>
                  <a:pt x="227246" y="5647778"/>
                </a:cubicBezTo>
                <a:lnTo>
                  <a:pt x="224808" y="5645340"/>
                </a:lnTo>
                <a:cubicBezTo>
                  <a:pt x="229151" y="5640996"/>
                  <a:pt x="233419" y="5636576"/>
                  <a:pt x="237762" y="5632233"/>
                </a:cubicBezTo>
                <a:lnTo>
                  <a:pt x="237800" y="5632271"/>
                </a:lnTo>
                <a:lnTo>
                  <a:pt x="250716" y="5619279"/>
                </a:lnTo>
                <a:lnTo>
                  <a:pt x="250754" y="5619317"/>
                </a:lnTo>
                <a:close/>
                <a:moveTo>
                  <a:pt x="1524332" y="5604878"/>
                </a:moveTo>
                <a:lnTo>
                  <a:pt x="1522352" y="5609069"/>
                </a:lnTo>
                <a:lnTo>
                  <a:pt x="1522350" y="5609068"/>
                </a:lnTo>
                <a:lnTo>
                  <a:pt x="1518083" y="5611049"/>
                </a:lnTo>
                <a:lnTo>
                  <a:pt x="1520065" y="5606858"/>
                </a:lnTo>
                <a:lnTo>
                  <a:pt x="1520066" y="5606859"/>
                </a:lnTo>
                <a:close/>
                <a:moveTo>
                  <a:pt x="268242" y="5604420"/>
                </a:moveTo>
                <a:lnTo>
                  <a:pt x="266261" y="5608992"/>
                </a:lnTo>
                <a:lnTo>
                  <a:pt x="263670" y="5606325"/>
                </a:lnTo>
                <a:close/>
                <a:moveTo>
                  <a:pt x="890922" y="5582856"/>
                </a:moveTo>
                <a:lnTo>
                  <a:pt x="888570" y="5594848"/>
                </a:lnTo>
                <a:lnTo>
                  <a:pt x="888637" y="5594896"/>
                </a:lnTo>
                <a:cubicBezTo>
                  <a:pt x="884751" y="5599087"/>
                  <a:pt x="880788" y="5603277"/>
                  <a:pt x="876901" y="5607468"/>
                </a:cubicBezTo>
                <a:cubicBezTo>
                  <a:pt x="874616" y="5605259"/>
                  <a:pt x="872330" y="5603049"/>
                  <a:pt x="870044" y="5600915"/>
                </a:cubicBezTo>
                <a:lnTo>
                  <a:pt x="884556" y="5592026"/>
                </a:lnTo>
                <a:lnTo>
                  <a:pt x="884521" y="5592000"/>
                </a:lnTo>
                <a:cubicBezTo>
                  <a:pt x="886655" y="5588952"/>
                  <a:pt x="888788" y="5585904"/>
                  <a:pt x="890922" y="5582856"/>
                </a:cubicBezTo>
                <a:close/>
                <a:moveTo>
                  <a:pt x="4097904" y="5567997"/>
                </a:moveTo>
                <a:lnTo>
                  <a:pt x="4100191" y="5570207"/>
                </a:lnTo>
                <a:lnTo>
                  <a:pt x="4095924" y="5572188"/>
                </a:lnTo>
                <a:close/>
                <a:moveTo>
                  <a:pt x="4102172" y="5566015"/>
                </a:moveTo>
                <a:lnTo>
                  <a:pt x="4100191" y="5570206"/>
                </a:lnTo>
                <a:lnTo>
                  <a:pt x="4097905" y="5567996"/>
                </a:lnTo>
                <a:close/>
                <a:moveTo>
                  <a:pt x="716907" y="5516181"/>
                </a:moveTo>
                <a:lnTo>
                  <a:pt x="719193" y="5518391"/>
                </a:lnTo>
                <a:lnTo>
                  <a:pt x="714926" y="5520372"/>
                </a:lnTo>
                <a:close/>
                <a:moveTo>
                  <a:pt x="8765596" y="5514199"/>
                </a:moveTo>
                <a:lnTo>
                  <a:pt x="8763614" y="5518390"/>
                </a:lnTo>
                <a:lnTo>
                  <a:pt x="8763615" y="5518391"/>
                </a:lnTo>
                <a:lnTo>
                  <a:pt x="8759348" y="5520372"/>
                </a:lnTo>
                <a:lnTo>
                  <a:pt x="8761329" y="5516181"/>
                </a:lnTo>
                <a:lnTo>
                  <a:pt x="8763613" y="5518390"/>
                </a:lnTo>
                <a:lnTo>
                  <a:pt x="8761329" y="5516180"/>
                </a:lnTo>
                <a:close/>
                <a:moveTo>
                  <a:pt x="721174" y="5514199"/>
                </a:moveTo>
                <a:lnTo>
                  <a:pt x="719194" y="5518390"/>
                </a:lnTo>
                <a:lnTo>
                  <a:pt x="716907" y="5516180"/>
                </a:lnTo>
                <a:close/>
                <a:moveTo>
                  <a:pt x="8334608" y="5501855"/>
                </a:moveTo>
                <a:lnTo>
                  <a:pt x="8337504" y="5504751"/>
                </a:lnTo>
                <a:cubicBezTo>
                  <a:pt x="8328512" y="5509246"/>
                  <a:pt x="8319520" y="5513818"/>
                  <a:pt x="8310529" y="5518314"/>
                </a:cubicBezTo>
                <a:lnTo>
                  <a:pt x="8310529" y="5518314"/>
                </a:lnTo>
                <a:lnTo>
                  <a:pt x="8297270" y="5531420"/>
                </a:lnTo>
                <a:lnTo>
                  <a:pt x="8297219" y="5531369"/>
                </a:lnTo>
                <a:lnTo>
                  <a:pt x="8293003" y="5533326"/>
                </a:lnTo>
                <a:lnTo>
                  <a:pt x="8294984" y="5529135"/>
                </a:lnTo>
                <a:lnTo>
                  <a:pt x="8295014" y="5529164"/>
                </a:lnTo>
                <a:lnTo>
                  <a:pt x="8294984" y="5529134"/>
                </a:lnTo>
                <a:cubicBezTo>
                  <a:pt x="8299328" y="5524714"/>
                  <a:pt x="8303747" y="5520295"/>
                  <a:pt x="8308090" y="5515875"/>
                </a:cubicBezTo>
                <a:lnTo>
                  <a:pt x="8308091" y="5515876"/>
                </a:lnTo>
                <a:close/>
                <a:moveTo>
                  <a:pt x="2038218" y="5490272"/>
                </a:moveTo>
                <a:lnTo>
                  <a:pt x="2040504" y="5492482"/>
                </a:lnTo>
                <a:lnTo>
                  <a:pt x="2036237" y="5494463"/>
                </a:lnTo>
                <a:close/>
                <a:moveTo>
                  <a:pt x="8346953" y="5489511"/>
                </a:moveTo>
                <a:cubicBezTo>
                  <a:pt x="8346953" y="5489511"/>
                  <a:pt x="8349849" y="5492407"/>
                  <a:pt x="8349849" y="5492407"/>
                </a:cubicBezTo>
                <a:cubicBezTo>
                  <a:pt x="8345734" y="5496521"/>
                  <a:pt x="8341619" y="5500636"/>
                  <a:pt x="8337505" y="5504751"/>
                </a:cubicBezTo>
                <a:lnTo>
                  <a:pt x="8334609" y="5501855"/>
                </a:lnTo>
                <a:cubicBezTo>
                  <a:pt x="8338723" y="5497741"/>
                  <a:pt x="8342838" y="5493626"/>
                  <a:pt x="8346953" y="5489511"/>
                </a:cubicBezTo>
                <a:close/>
                <a:moveTo>
                  <a:pt x="2042486" y="5488291"/>
                </a:moveTo>
                <a:lnTo>
                  <a:pt x="2040505" y="5492482"/>
                </a:lnTo>
                <a:lnTo>
                  <a:pt x="2038219" y="5490272"/>
                </a:lnTo>
                <a:close/>
                <a:moveTo>
                  <a:pt x="8359907" y="5476709"/>
                </a:moveTo>
                <a:cubicBezTo>
                  <a:pt x="8359907" y="5476709"/>
                  <a:pt x="8362650" y="5479452"/>
                  <a:pt x="8362650" y="5479452"/>
                </a:cubicBezTo>
                <a:cubicBezTo>
                  <a:pt x="8358383" y="5483796"/>
                  <a:pt x="8354115" y="5488063"/>
                  <a:pt x="8349849" y="5492406"/>
                </a:cubicBezTo>
                <a:lnTo>
                  <a:pt x="8346953" y="5489511"/>
                </a:lnTo>
                <a:cubicBezTo>
                  <a:pt x="8351296" y="5485243"/>
                  <a:pt x="8355564" y="5480976"/>
                  <a:pt x="8359907" y="5476709"/>
                </a:cubicBezTo>
                <a:close/>
                <a:moveTo>
                  <a:pt x="8359907" y="5476633"/>
                </a:moveTo>
                <a:lnTo>
                  <a:pt x="8359950" y="5476676"/>
                </a:lnTo>
                <a:lnTo>
                  <a:pt x="8359907" y="5476709"/>
                </a:lnTo>
                <a:close/>
                <a:moveTo>
                  <a:pt x="8382996" y="5459031"/>
                </a:moveTo>
                <a:cubicBezTo>
                  <a:pt x="8384215" y="5460707"/>
                  <a:pt x="8385358" y="5462384"/>
                  <a:pt x="8386577" y="5464060"/>
                </a:cubicBezTo>
                <a:cubicBezTo>
                  <a:pt x="8378576" y="5469166"/>
                  <a:pt x="8370575" y="5474271"/>
                  <a:pt x="8362650" y="5479376"/>
                </a:cubicBezTo>
                <a:lnTo>
                  <a:pt x="8359950" y="5476676"/>
                </a:lnTo>
                <a:close/>
                <a:moveTo>
                  <a:pt x="1636647" y="5438457"/>
                </a:moveTo>
                <a:lnTo>
                  <a:pt x="1638934" y="5440667"/>
                </a:lnTo>
                <a:lnTo>
                  <a:pt x="1634667" y="5442648"/>
                </a:lnTo>
                <a:close/>
                <a:moveTo>
                  <a:pt x="1640915" y="5436475"/>
                </a:moveTo>
                <a:lnTo>
                  <a:pt x="1638934" y="5440666"/>
                </a:lnTo>
                <a:lnTo>
                  <a:pt x="1636650" y="5438456"/>
                </a:lnTo>
                <a:close/>
                <a:moveTo>
                  <a:pt x="3812919" y="5425502"/>
                </a:moveTo>
                <a:lnTo>
                  <a:pt x="3815206" y="5427712"/>
                </a:lnTo>
                <a:lnTo>
                  <a:pt x="3810939" y="5429693"/>
                </a:lnTo>
                <a:close/>
                <a:moveTo>
                  <a:pt x="3817187" y="5423521"/>
                </a:moveTo>
                <a:lnTo>
                  <a:pt x="3815206" y="5427712"/>
                </a:lnTo>
                <a:lnTo>
                  <a:pt x="3812920" y="5425502"/>
                </a:lnTo>
                <a:close/>
                <a:moveTo>
                  <a:pt x="2660012" y="5412548"/>
                </a:moveTo>
                <a:lnTo>
                  <a:pt x="2660014" y="5412549"/>
                </a:lnTo>
                <a:lnTo>
                  <a:pt x="2660013" y="5412549"/>
                </a:lnTo>
                <a:lnTo>
                  <a:pt x="2660364" y="5412888"/>
                </a:lnTo>
                <a:lnTo>
                  <a:pt x="2662298" y="5414758"/>
                </a:lnTo>
                <a:lnTo>
                  <a:pt x="2658031" y="5416739"/>
                </a:lnTo>
                <a:close/>
                <a:moveTo>
                  <a:pt x="2664280" y="5410568"/>
                </a:moveTo>
                <a:lnTo>
                  <a:pt x="2662299" y="5414759"/>
                </a:lnTo>
                <a:lnTo>
                  <a:pt x="2660364" y="5412888"/>
                </a:lnTo>
                <a:lnTo>
                  <a:pt x="2660014" y="5412549"/>
                </a:lnTo>
                <a:close/>
                <a:moveTo>
                  <a:pt x="3685974" y="5375744"/>
                </a:moveTo>
                <a:lnTo>
                  <a:pt x="3685974" y="5375820"/>
                </a:lnTo>
                <a:lnTo>
                  <a:pt x="3685935" y="5375782"/>
                </a:lnTo>
                <a:close/>
                <a:moveTo>
                  <a:pt x="4693772" y="5373687"/>
                </a:moveTo>
                <a:lnTo>
                  <a:pt x="4696058" y="5375897"/>
                </a:lnTo>
                <a:lnTo>
                  <a:pt x="4691791" y="5377878"/>
                </a:lnTo>
                <a:close/>
                <a:moveTo>
                  <a:pt x="7012691" y="5373382"/>
                </a:moveTo>
                <a:cubicBezTo>
                  <a:pt x="7012691" y="5373382"/>
                  <a:pt x="7015129" y="5375820"/>
                  <a:pt x="7015129" y="5375820"/>
                </a:cubicBezTo>
                <a:cubicBezTo>
                  <a:pt x="7010709" y="5380163"/>
                  <a:pt x="7006290" y="5384583"/>
                  <a:pt x="7001870" y="5388927"/>
                </a:cubicBezTo>
                <a:lnTo>
                  <a:pt x="7001817" y="5388876"/>
                </a:lnTo>
                <a:lnTo>
                  <a:pt x="6997604" y="5390832"/>
                </a:lnTo>
                <a:lnTo>
                  <a:pt x="6999584" y="5386644"/>
                </a:lnTo>
                <a:lnTo>
                  <a:pt x="6999584" y="5386641"/>
                </a:lnTo>
                <a:cubicBezTo>
                  <a:pt x="7003927" y="5382221"/>
                  <a:pt x="7008347" y="5377801"/>
                  <a:pt x="7012691" y="5373382"/>
                </a:cubicBezTo>
                <a:close/>
                <a:moveTo>
                  <a:pt x="3683535" y="5373382"/>
                </a:moveTo>
                <a:lnTo>
                  <a:pt x="3685935" y="5375782"/>
                </a:lnTo>
                <a:lnTo>
                  <a:pt x="3672674" y="5388814"/>
                </a:lnTo>
                <a:lnTo>
                  <a:pt x="3672712" y="5388851"/>
                </a:lnTo>
                <a:lnTo>
                  <a:pt x="3668445" y="5390832"/>
                </a:lnTo>
                <a:lnTo>
                  <a:pt x="3670426" y="5386641"/>
                </a:lnTo>
                <a:lnTo>
                  <a:pt x="3670472" y="5386685"/>
                </a:lnTo>
                <a:lnTo>
                  <a:pt x="3670428" y="5386641"/>
                </a:lnTo>
                <a:cubicBezTo>
                  <a:pt x="3674771" y="5382221"/>
                  <a:pt x="3679191" y="5377801"/>
                  <a:pt x="3683535" y="5373382"/>
                </a:cubicBezTo>
                <a:close/>
                <a:moveTo>
                  <a:pt x="4698040" y="5371705"/>
                </a:moveTo>
                <a:lnTo>
                  <a:pt x="4696059" y="5375896"/>
                </a:lnTo>
                <a:lnTo>
                  <a:pt x="4693773" y="5373686"/>
                </a:lnTo>
                <a:close/>
                <a:moveTo>
                  <a:pt x="3687954" y="5371401"/>
                </a:moveTo>
                <a:lnTo>
                  <a:pt x="3685973" y="5375744"/>
                </a:lnTo>
                <a:lnTo>
                  <a:pt x="3683535" y="5373382"/>
                </a:lnTo>
                <a:close/>
                <a:moveTo>
                  <a:pt x="7030141" y="5358370"/>
                </a:moveTo>
                <a:lnTo>
                  <a:pt x="7028159" y="5362790"/>
                </a:lnTo>
                <a:cubicBezTo>
                  <a:pt x="7023816" y="5367133"/>
                  <a:pt x="7019473" y="5371401"/>
                  <a:pt x="7015129" y="5375744"/>
                </a:cubicBezTo>
                <a:cubicBezTo>
                  <a:pt x="7015129" y="5375744"/>
                  <a:pt x="7012691" y="5373306"/>
                  <a:pt x="7012691" y="5373306"/>
                </a:cubicBezTo>
                <a:cubicBezTo>
                  <a:pt x="7017034" y="5368962"/>
                  <a:pt x="7021302" y="5364619"/>
                  <a:pt x="7025645" y="5360199"/>
                </a:cubicBezTo>
                <a:lnTo>
                  <a:pt x="7025699" y="5360253"/>
                </a:lnTo>
                <a:close/>
                <a:moveTo>
                  <a:pt x="5406242" y="5334825"/>
                </a:moveTo>
                <a:lnTo>
                  <a:pt x="5408528" y="5337035"/>
                </a:lnTo>
                <a:lnTo>
                  <a:pt x="5404261" y="5339016"/>
                </a:lnTo>
                <a:close/>
                <a:moveTo>
                  <a:pt x="5419349" y="5321490"/>
                </a:moveTo>
                <a:cubicBezTo>
                  <a:pt x="5419349" y="5321490"/>
                  <a:pt x="5421788" y="5323928"/>
                  <a:pt x="5421788" y="5323928"/>
                </a:cubicBezTo>
                <a:cubicBezTo>
                  <a:pt x="5417368" y="5328271"/>
                  <a:pt x="5412949" y="5332691"/>
                  <a:pt x="5408529" y="5337035"/>
                </a:cubicBezTo>
                <a:lnTo>
                  <a:pt x="5406243" y="5334749"/>
                </a:lnTo>
                <a:cubicBezTo>
                  <a:pt x="5410586" y="5330329"/>
                  <a:pt x="5415006" y="5325909"/>
                  <a:pt x="5419349" y="5321490"/>
                </a:cubicBezTo>
                <a:close/>
                <a:moveTo>
                  <a:pt x="7686146" y="5295962"/>
                </a:moveTo>
                <a:lnTo>
                  <a:pt x="7688432" y="5298172"/>
                </a:lnTo>
                <a:lnTo>
                  <a:pt x="7684165" y="5300153"/>
                </a:lnTo>
                <a:close/>
                <a:moveTo>
                  <a:pt x="7690414" y="5293981"/>
                </a:moveTo>
                <a:lnTo>
                  <a:pt x="7688433" y="5298172"/>
                </a:lnTo>
                <a:lnTo>
                  <a:pt x="7686147" y="5295962"/>
                </a:lnTo>
                <a:close/>
                <a:moveTo>
                  <a:pt x="5458211" y="5282551"/>
                </a:moveTo>
                <a:cubicBezTo>
                  <a:pt x="5458211" y="5282551"/>
                  <a:pt x="5460802" y="5285142"/>
                  <a:pt x="5460802" y="5285142"/>
                </a:cubicBezTo>
                <a:cubicBezTo>
                  <a:pt x="5456459" y="5289485"/>
                  <a:pt x="5452191" y="5293753"/>
                  <a:pt x="5447848" y="5298096"/>
                </a:cubicBezTo>
                <a:lnTo>
                  <a:pt x="5447810" y="5298058"/>
                </a:lnTo>
                <a:lnTo>
                  <a:pt x="5434894" y="5310899"/>
                </a:lnTo>
                <a:lnTo>
                  <a:pt x="5434894" y="5310974"/>
                </a:lnTo>
                <a:cubicBezTo>
                  <a:pt x="5430550" y="5315317"/>
                  <a:pt x="5426207" y="5319585"/>
                  <a:pt x="5421863" y="5323928"/>
                </a:cubicBezTo>
                <a:lnTo>
                  <a:pt x="5419425" y="5321490"/>
                </a:lnTo>
                <a:lnTo>
                  <a:pt x="5432303" y="5308460"/>
                </a:lnTo>
                <a:lnTo>
                  <a:pt x="5432303" y="5308459"/>
                </a:lnTo>
                <a:cubicBezTo>
                  <a:pt x="5436646" y="5304116"/>
                  <a:pt x="5440914" y="5299772"/>
                  <a:pt x="5445257" y="5295429"/>
                </a:cubicBezTo>
                <a:lnTo>
                  <a:pt x="5445295" y="5295467"/>
                </a:lnTo>
                <a:close/>
                <a:moveTo>
                  <a:pt x="5475737" y="5267616"/>
                </a:moveTo>
                <a:lnTo>
                  <a:pt x="5473756" y="5272188"/>
                </a:lnTo>
                <a:lnTo>
                  <a:pt x="5473718" y="5272150"/>
                </a:lnTo>
                <a:lnTo>
                  <a:pt x="5460802" y="5285066"/>
                </a:lnTo>
                <a:lnTo>
                  <a:pt x="5458211" y="5282475"/>
                </a:lnTo>
                <a:cubicBezTo>
                  <a:pt x="5462554" y="5278132"/>
                  <a:pt x="5466822" y="5273788"/>
                  <a:pt x="5471165" y="5269521"/>
                </a:cubicBezTo>
                <a:close/>
                <a:moveTo>
                  <a:pt x="4594713" y="5254815"/>
                </a:moveTo>
                <a:lnTo>
                  <a:pt x="4592731" y="5259158"/>
                </a:lnTo>
                <a:lnTo>
                  <a:pt x="4590325" y="5256828"/>
                </a:lnTo>
                <a:lnTo>
                  <a:pt x="4592732" y="5259233"/>
                </a:lnTo>
                <a:cubicBezTo>
                  <a:pt x="4588312" y="5263577"/>
                  <a:pt x="4583893" y="5267997"/>
                  <a:pt x="4579473" y="5272340"/>
                </a:cubicBezTo>
                <a:lnTo>
                  <a:pt x="4579421" y="5272289"/>
                </a:lnTo>
                <a:lnTo>
                  <a:pt x="4575205" y="5274246"/>
                </a:lnTo>
                <a:lnTo>
                  <a:pt x="4577186" y="5270055"/>
                </a:lnTo>
                <a:lnTo>
                  <a:pt x="4577249" y="5270116"/>
                </a:lnTo>
                <a:lnTo>
                  <a:pt x="4577187" y="5270054"/>
                </a:lnTo>
                <a:cubicBezTo>
                  <a:pt x="4581530" y="5265634"/>
                  <a:pt x="4585950" y="5261215"/>
                  <a:pt x="4590293" y="5256795"/>
                </a:cubicBezTo>
                <a:lnTo>
                  <a:pt x="4590293" y="5256796"/>
                </a:lnTo>
                <a:close/>
                <a:moveTo>
                  <a:pt x="8385662" y="5244147"/>
                </a:moveTo>
                <a:lnTo>
                  <a:pt x="8387949" y="5246357"/>
                </a:lnTo>
                <a:lnTo>
                  <a:pt x="8383681" y="5248338"/>
                </a:lnTo>
                <a:close/>
                <a:moveTo>
                  <a:pt x="2714425" y="5233250"/>
                </a:moveTo>
                <a:lnTo>
                  <a:pt x="2714425" y="5233326"/>
                </a:lnTo>
                <a:lnTo>
                  <a:pt x="2714386" y="5233288"/>
                </a:lnTo>
                <a:close/>
                <a:moveTo>
                  <a:pt x="8398845" y="5230888"/>
                </a:moveTo>
                <a:lnTo>
                  <a:pt x="8401208" y="5233250"/>
                </a:lnTo>
                <a:lnTo>
                  <a:pt x="8387949" y="5246356"/>
                </a:lnTo>
                <a:lnTo>
                  <a:pt x="8385739" y="5244147"/>
                </a:lnTo>
                <a:cubicBezTo>
                  <a:pt x="8390082" y="5239727"/>
                  <a:pt x="8394502" y="5235308"/>
                  <a:pt x="8398845" y="5230888"/>
                </a:cubicBezTo>
                <a:close/>
                <a:moveTo>
                  <a:pt x="2711986" y="5230888"/>
                </a:moveTo>
                <a:lnTo>
                  <a:pt x="2714386" y="5233288"/>
                </a:lnTo>
                <a:lnTo>
                  <a:pt x="2701126" y="5246321"/>
                </a:lnTo>
                <a:lnTo>
                  <a:pt x="2701164" y="5246357"/>
                </a:lnTo>
                <a:lnTo>
                  <a:pt x="2696899" y="5248338"/>
                </a:lnTo>
                <a:lnTo>
                  <a:pt x="2698878" y="5244147"/>
                </a:lnTo>
                <a:lnTo>
                  <a:pt x="2698928" y="5244195"/>
                </a:lnTo>
                <a:lnTo>
                  <a:pt x="2698880" y="5244147"/>
                </a:lnTo>
                <a:cubicBezTo>
                  <a:pt x="2703223" y="5239727"/>
                  <a:pt x="2707643" y="5235308"/>
                  <a:pt x="2711986" y="5230888"/>
                </a:cubicBezTo>
                <a:close/>
                <a:moveTo>
                  <a:pt x="1973605" y="5230888"/>
                </a:moveTo>
                <a:cubicBezTo>
                  <a:pt x="1973605" y="5230888"/>
                  <a:pt x="1976044" y="5233326"/>
                  <a:pt x="1976044" y="5233326"/>
                </a:cubicBezTo>
                <a:cubicBezTo>
                  <a:pt x="1971624" y="5237746"/>
                  <a:pt x="1967205" y="5242089"/>
                  <a:pt x="1962786" y="5246433"/>
                </a:cubicBezTo>
                <a:lnTo>
                  <a:pt x="1962732" y="5246382"/>
                </a:lnTo>
                <a:lnTo>
                  <a:pt x="1958518" y="5248338"/>
                </a:lnTo>
                <a:lnTo>
                  <a:pt x="1960499" y="5244147"/>
                </a:lnTo>
                <a:lnTo>
                  <a:pt x="1960499" y="5244148"/>
                </a:lnTo>
                <a:lnTo>
                  <a:pt x="1960499" y="5244147"/>
                </a:lnTo>
                <a:cubicBezTo>
                  <a:pt x="1964842" y="5239727"/>
                  <a:pt x="1969262" y="5235308"/>
                  <a:pt x="1973605" y="5230888"/>
                </a:cubicBezTo>
                <a:close/>
                <a:moveTo>
                  <a:pt x="2716405" y="5228907"/>
                </a:moveTo>
                <a:lnTo>
                  <a:pt x="2714425" y="5233250"/>
                </a:lnTo>
                <a:lnTo>
                  <a:pt x="2711987" y="5230888"/>
                </a:lnTo>
                <a:close/>
                <a:moveTo>
                  <a:pt x="1978027" y="5228907"/>
                </a:moveTo>
                <a:lnTo>
                  <a:pt x="1976045" y="5233250"/>
                </a:lnTo>
                <a:lnTo>
                  <a:pt x="1973607" y="5230888"/>
                </a:lnTo>
                <a:close/>
                <a:moveTo>
                  <a:pt x="3800125" y="5217934"/>
                </a:moveTo>
                <a:cubicBezTo>
                  <a:pt x="3800125" y="5217934"/>
                  <a:pt x="3802487" y="5220372"/>
                  <a:pt x="3802487" y="5220372"/>
                </a:cubicBezTo>
                <a:cubicBezTo>
                  <a:pt x="3798067" y="5224716"/>
                  <a:pt x="3793648" y="5229136"/>
                  <a:pt x="3789228" y="5233479"/>
                </a:cubicBezTo>
                <a:lnTo>
                  <a:pt x="3789199" y="5233450"/>
                </a:lnTo>
                <a:lnTo>
                  <a:pt x="3785036" y="5235383"/>
                </a:lnTo>
                <a:lnTo>
                  <a:pt x="3786993" y="5231244"/>
                </a:lnTo>
                <a:lnTo>
                  <a:pt x="3786942" y="5231193"/>
                </a:lnTo>
                <a:lnTo>
                  <a:pt x="3787016" y="5231193"/>
                </a:lnTo>
                <a:lnTo>
                  <a:pt x="3787017" y="5231192"/>
                </a:lnTo>
                <a:lnTo>
                  <a:pt x="3787018" y="5231193"/>
                </a:lnTo>
                <a:close/>
                <a:moveTo>
                  <a:pt x="3804545" y="5215952"/>
                </a:moveTo>
                <a:lnTo>
                  <a:pt x="3802564" y="5220295"/>
                </a:lnTo>
                <a:lnTo>
                  <a:pt x="3800125" y="5217933"/>
                </a:lnTo>
                <a:close/>
                <a:moveTo>
                  <a:pt x="8416219" y="5215876"/>
                </a:moveTo>
                <a:lnTo>
                  <a:pt x="8414261" y="5220319"/>
                </a:lnTo>
                <a:lnTo>
                  <a:pt x="8414314" y="5220372"/>
                </a:lnTo>
                <a:cubicBezTo>
                  <a:pt x="8409970" y="5224715"/>
                  <a:pt x="8405627" y="5228982"/>
                  <a:pt x="8401284" y="5233326"/>
                </a:cubicBezTo>
                <a:lnTo>
                  <a:pt x="8401208" y="5233250"/>
                </a:lnTo>
                <a:lnTo>
                  <a:pt x="8398845" y="5230887"/>
                </a:lnTo>
                <a:lnTo>
                  <a:pt x="8411798" y="5217859"/>
                </a:lnTo>
                <a:lnTo>
                  <a:pt x="8411723" y="5217781"/>
                </a:lnTo>
                <a:close/>
                <a:moveTo>
                  <a:pt x="6054095" y="5204980"/>
                </a:moveTo>
                <a:cubicBezTo>
                  <a:pt x="6054095" y="5204980"/>
                  <a:pt x="6056533" y="5207418"/>
                  <a:pt x="6056533" y="5207418"/>
                </a:cubicBezTo>
                <a:cubicBezTo>
                  <a:pt x="6052113" y="5211838"/>
                  <a:pt x="6047694" y="5216182"/>
                  <a:pt x="6043274" y="5220525"/>
                </a:cubicBezTo>
                <a:lnTo>
                  <a:pt x="6043220" y="5220473"/>
                </a:lnTo>
                <a:lnTo>
                  <a:pt x="6039007" y="5222429"/>
                </a:lnTo>
                <a:lnTo>
                  <a:pt x="6040988" y="5218238"/>
                </a:lnTo>
                <a:lnTo>
                  <a:pt x="6040989" y="5218239"/>
                </a:lnTo>
                <a:close/>
                <a:moveTo>
                  <a:pt x="6067049" y="5191873"/>
                </a:moveTo>
                <a:cubicBezTo>
                  <a:pt x="6067049" y="5191873"/>
                  <a:pt x="6069563" y="5194464"/>
                  <a:pt x="6069563" y="5194464"/>
                </a:cubicBezTo>
                <a:cubicBezTo>
                  <a:pt x="6065220" y="5198807"/>
                  <a:pt x="6060801" y="5203074"/>
                  <a:pt x="6056533" y="5207418"/>
                </a:cubicBezTo>
                <a:cubicBezTo>
                  <a:pt x="6056533" y="5207418"/>
                  <a:pt x="6054095" y="5204979"/>
                  <a:pt x="6054095" y="5204979"/>
                </a:cubicBezTo>
                <a:cubicBezTo>
                  <a:pt x="6058438" y="5200636"/>
                  <a:pt x="6062706" y="5196292"/>
                  <a:pt x="6067049" y="5191873"/>
                </a:cubicBezTo>
                <a:close/>
                <a:moveTo>
                  <a:pt x="771321" y="5181434"/>
                </a:moveTo>
                <a:lnTo>
                  <a:pt x="771321" y="5181510"/>
                </a:lnTo>
                <a:lnTo>
                  <a:pt x="771283" y="5181472"/>
                </a:lnTo>
                <a:close/>
                <a:moveTo>
                  <a:pt x="7038599" y="5179072"/>
                </a:moveTo>
                <a:cubicBezTo>
                  <a:pt x="7038599" y="5179072"/>
                  <a:pt x="7041038" y="5181510"/>
                  <a:pt x="7041038" y="5181510"/>
                </a:cubicBezTo>
                <a:cubicBezTo>
                  <a:pt x="7036618" y="5185853"/>
                  <a:pt x="7032199" y="5190273"/>
                  <a:pt x="7027779" y="5194617"/>
                </a:cubicBezTo>
                <a:lnTo>
                  <a:pt x="7027727" y="5194565"/>
                </a:lnTo>
                <a:lnTo>
                  <a:pt x="7023511" y="5196522"/>
                </a:lnTo>
                <a:lnTo>
                  <a:pt x="7025492" y="5192331"/>
                </a:lnTo>
                <a:lnTo>
                  <a:pt x="7025526" y="5192364"/>
                </a:lnTo>
                <a:lnTo>
                  <a:pt x="7025493" y="5192331"/>
                </a:lnTo>
                <a:cubicBezTo>
                  <a:pt x="7029836" y="5187911"/>
                  <a:pt x="7034256" y="5183491"/>
                  <a:pt x="7038599" y="5179072"/>
                </a:cubicBezTo>
                <a:close/>
                <a:moveTo>
                  <a:pt x="768882" y="5179072"/>
                </a:moveTo>
                <a:lnTo>
                  <a:pt x="771283" y="5181472"/>
                </a:lnTo>
                <a:lnTo>
                  <a:pt x="758023" y="5194504"/>
                </a:lnTo>
                <a:lnTo>
                  <a:pt x="758062" y="5194541"/>
                </a:lnTo>
                <a:lnTo>
                  <a:pt x="753795" y="5196522"/>
                </a:lnTo>
                <a:lnTo>
                  <a:pt x="755776" y="5192331"/>
                </a:lnTo>
                <a:lnTo>
                  <a:pt x="755792" y="5192347"/>
                </a:lnTo>
                <a:lnTo>
                  <a:pt x="755776" y="5192331"/>
                </a:lnTo>
                <a:cubicBezTo>
                  <a:pt x="760119" y="5187911"/>
                  <a:pt x="764540" y="5183491"/>
                  <a:pt x="768882" y="5179072"/>
                </a:cubicBezTo>
                <a:close/>
                <a:moveTo>
                  <a:pt x="2724942" y="5178996"/>
                </a:moveTo>
                <a:cubicBezTo>
                  <a:pt x="2724942" y="5178996"/>
                  <a:pt x="2727456" y="5181511"/>
                  <a:pt x="2727456" y="5181511"/>
                </a:cubicBezTo>
                <a:cubicBezTo>
                  <a:pt x="2723113" y="5185854"/>
                  <a:pt x="2718770" y="5190121"/>
                  <a:pt x="2714427" y="5194464"/>
                </a:cubicBezTo>
                <a:lnTo>
                  <a:pt x="2714426" y="5194464"/>
                </a:lnTo>
                <a:lnTo>
                  <a:pt x="2701168" y="5207570"/>
                </a:lnTo>
                <a:lnTo>
                  <a:pt x="2701117" y="5207518"/>
                </a:lnTo>
                <a:lnTo>
                  <a:pt x="2696901" y="5209476"/>
                </a:lnTo>
                <a:lnTo>
                  <a:pt x="2698880" y="5205285"/>
                </a:lnTo>
                <a:lnTo>
                  <a:pt x="2700082" y="5206447"/>
                </a:lnTo>
                <a:lnTo>
                  <a:pt x="2698958" y="5205284"/>
                </a:lnTo>
                <a:lnTo>
                  <a:pt x="2698881" y="5205284"/>
                </a:lnTo>
                <a:cubicBezTo>
                  <a:pt x="2703225" y="5200864"/>
                  <a:pt x="2707645" y="5196445"/>
                  <a:pt x="2711988" y="5192025"/>
                </a:cubicBezTo>
                <a:lnTo>
                  <a:pt x="2711990" y="5192026"/>
                </a:lnTo>
                <a:close/>
                <a:moveTo>
                  <a:pt x="768884" y="5178995"/>
                </a:moveTo>
                <a:lnTo>
                  <a:pt x="768922" y="5179034"/>
                </a:lnTo>
                <a:lnTo>
                  <a:pt x="768884" y="5179072"/>
                </a:lnTo>
                <a:close/>
                <a:moveTo>
                  <a:pt x="6080003" y="5178843"/>
                </a:moveTo>
                <a:lnTo>
                  <a:pt x="6082594" y="5181434"/>
                </a:lnTo>
                <a:lnTo>
                  <a:pt x="6082594" y="5181510"/>
                </a:lnTo>
                <a:cubicBezTo>
                  <a:pt x="6078251" y="5185853"/>
                  <a:pt x="6073907" y="5190120"/>
                  <a:pt x="6069564" y="5194464"/>
                </a:cubicBezTo>
                <a:cubicBezTo>
                  <a:pt x="6069564" y="5194464"/>
                  <a:pt x="6067049" y="5191873"/>
                  <a:pt x="6067049" y="5191873"/>
                </a:cubicBezTo>
                <a:cubicBezTo>
                  <a:pt x="6071392" y="5187530"/>
                  <a:pt x="6075736" y="5183186"/>
                  <a:pt x="6080003" y="5178843"/>
                </a:cubicBezTo>
                <a:close/>
                <a:moveTo>
                  <a:pt x="2729438" y="5177014"/>
                </a:moveTo>
                <a:lnTo>
                  <a:pt x="2727458" y="5181510"/>
                </a:lnTo>
                <a:lnTo>
                  <a:pt x="2724943" y="5178919"/>
                </a:lnTo>
                <a:close/>
                <a:moveTo>
                  <a:pt x="3919151" y="5168480"/>
                </a:moveTo>
                <a:lnTo>
                  <a:pt x="3919076" y="5168556"/>
                </a:lnTo>
                <a:lnTo>
                  <a:pt x="3919075" y="5168556"/>
                </a:lnTo>
                <a:close/>
                <a:moveTo>
                  <a:pt x="3916638" y="5166118"/>
                </a:moveTo>
                <a:lnTo>
                  <a:pt x="3919075" y="5168556"/>
                </a:lnTo>
                <a:lnTo>
                  <a:pt x="3905853" y="5181550"/>
                </a:lnTo>
                <a:lnTo>
                  <a:pt x="3905892" y="5181587"/>
                </a:lnTo>
                <a:lnTo>
                  <a:pt x="3901625" y="5183568"/>
                </a:lnTo>
                <a:lnTo>
                  <a:pt x="3903582" y="5179427"/>
                </a:lnTo>
                <a:lnTo>
                  <a:pt x="3903531" y="5179377"/>
                </a:lnTo>
                <a:cubicBezTo>
                  <a:pt x="3907874" y="5174957"/>
                  <a:pt x="3912294" y="5170538"/>
                  <a:pt x="3916638" y="5166118"/>
                </a:cubicBezTo>
                <a:close/>
                <a:moveTo>
                  <a:pt x="781838" y="5165965"/>
                </a:moveTo>
                <a:cubicBezTo>
                  <a:pt x="781838" y="5165965"/>
                  <a:pt x="784353" y="5168480"/>
                  <a:pt x="784353" y="5168480"/>
                </a:cubicBezTo>
                <a:cubicBezTo>
                  <a:pt x="780009" y="5172823"/>
                  <a:pt x="775666" y="5177090"/>
                  <a:pt x="771322" y="5181434"/>
                </a:cubicBezTo>
                <a:lnTo>
                  <a:pt x="768922" y="5179034"/>
                </a:lnTo>
                <a:close/>
                <a:moveTo>
                  <a:pt x="7056049" y="5164060"/>
                </a:moveTo>
                <a:lnTo>
                  <a:pt x="7054068" y="5168480"/>
                </a:lnTo>
                <a:cubicBezTo>
                  <a:pt x="7049724" y="5172823"/>
                  <a:pt x="7045381" y="5177091"/>
                  <a:pt x="7041037" y="5181434"/>
                </a:cubicBezTo>
                <a:cubicBezTo>
                  <a:pt x="7041037" y="5181434"/>
                  <a:pt x="7038599" y="5178996"/>
                  <a:pt x="7038599" y="5178996"/>
                </a:cubicBezTo>
                <a:cubicBezTo>
                  <a:pt x="7042942" y="5174652"/>
                  <a:pt x="7047210" y="5170309"/>
                  <a:pt x="7051553" y="5165889"/>
                </a:cubicBezTo>
                <a:lnTo>
                  <a:pt x="7051607" y="5165943"/>
                </a:lnTo>
                <a:close/>
                <a:moveTo>
                  <a:pt x="6097529" y="5163984"/>
                </a:moveTo>
                <a:lnTo>
                  <a:pt x="6095624" y="5168480"/>
                </a:lnTo>
                <a:cubicBezTo>
                  <a:pt x="6091281" y="5172823"/>
                  <a:pt x="6086937" y="5177091"/>
                  <a:pt x="6082670" y="5181434"/>
                </a:cubicBezTo>
                <a:lnTo>
                  <a:pt x="6080079" y="5178843"/>
                </a:lnTo>
                <a:lnTo>
                  <a:pt x="6092996" y="5165927"/>
                </a:lnTo>
                <a:lnTo>
                  <a:pt x="6092957" y="5165889"/>
                </a:lnTo>
                <a:close/>
                <a:moveTo>
                  <a:pt x="6857243" y="5153164"/>
                </a:moveTo>
                <a:cubicBezTo>
                  <a:pt x="6857243" y="5153164"/>
                  <a:pt x="6859682" y="5155602"/>
                  <a:pt x="6859682" y="5155602"/>
                </a:cubicBezTo>
                <a:cubicBezTo>
                  <a:pt x="6855262" y="5159946"/>
                  <a:pt x="6850843" y="5164366"/>
                  <a:pt x="6846423" y="5168709"/>
                </a:cubicBezTo>
                <a:lnTo>
                  <a:pt x="6846372" y="5168656"/>
                </a:lnTo>
                <a:lnTo>
                  <a:pt x="6842155" y="5170613"/>
                </a:lnTo>
                <a:lnTo>
                  <a:pt x="6844136" y="5166422"/>
                </a:lnTo>
                <a:lnTo>
                  <a:pt x="6844137" y="5166423"/>
                </a:lnTo>
                <a:lnTo>
                  <a:pt x="6845300" y="5167547"/>
                </a:lnTo>
                <a:lnTo>
                  <a:pt x="6844213" y="5166423"/>
                </a:lnTo>
                <a:lnTo>
                  <a:pt x="6844137" y="5166423"/>
                </a:lnTo>
                <a:close/>
                <a:moveTo>
                  <a:pt x="1731600" y="5151488"/>
                </a:moveTo>
                <a:lnTo>
                  <a:pt x="1729618" y="5155679"/>
                </a:lnTo>
                <a:lnTo>
                  <a:pt x="1729618" y="5155678"/>
                </a:lnTo>
                <a:lnTo>
                  <a:pt x="1725351" y="5157659"/>
                </a:lnTo>
                <a:lnTo>
                  <a:pt x="1727331" y="5153468"/>
                </a:lnTo>
                <a:lnTo>
                  <a:pt x="1727332" y="5153469"/>
                </a:lnTo>
                <a:close/>
                <a:moveTo>
                  <a:pt x="6861663" y="5151182"/>
                </a:moveTo>
                <a:lnTo>
                  <a:pt x="6859681" y="5155525"/>
                </a:lnTo>
                <a:lnTo>
                  <a:pt x="6857243" y="5153163"/>
                </a:lnTo>
                <a:close/>
                <a:moveTo>
                  <a:pt x="3934165" y="5151106"/>
                </a:moveTo>
                <a:lnTo>
                  <a:pt x="3932207" y="5155551"/>
                </a:lnTo>
                <a:lnTo>
                  <a:pt x="3932259" y="5155602"/>
                </a:lnTo>
                <a:cubicBezTo>
                  <a:pt x="3927916" y="5159945"/>
                  <a:pt x="3923572" y="5164212"/>
                  <a:pt x="3919229" y="5168556"/>
                </a:cubicBezTo>
                <a:lnTo>
                  <a:pt x="3916790" y="5166117"/>
                </a:lnTo>
                <a:lnTo>
                  <a:pt x="3929744" y="5153088"/>
                </a:lnTo>
                <a:lnTo>
                  <a:pt x="3929669" y="5153011"/>
                </a:lnTo>
                <a:close/>
                <a:moveTo>
                  <a:pt x="807671" y="5139981"/>
                </a:moveTo>
                <a:cubicBezTo>
                  <a:pt x="807671" y="5139981"/>
                  <a:pt x="810262" y="5142572"/>
                  <a:pt x="810262" y="5142572"/>
                </a:cubicBezTo>
                <a:lnTo>
                  <a:pt x="810338" y="5142648"/>
                </a:lnTo>
                <a:cubicBezTo>
                  <a:pt x="805995" y="5146991"/>
                  <a:pt x="801651" y="5151258"/>
                  <a:pt x="797308" y="5155602"/>
                </a:cubicBezTo>
                <a:lnTo>
                  <a:pt x="797308" y="5155602"/>
                </a:lnTo>
                <a:lnTo>
                  <a:pt x="784430" y="5168480"/>
                </a:lnTo>
                <a:lnTo>
                  <a:pt x="781915" y="5165965"/>
                </a:lnTo>
                <a:lnTo>
                  <a:pt x="781839" y="5165965"/>
                </a:lnTo>
                <a:cubicBezTo>
                  <a:pt x="786182" y="5161621"/>
                  <a:pt x="790450" y="5157278"/>
                  <a:pt x="794793" y="5152935"/>
                </a:cubicBezTo>
                <a:lnTo>
                  <a:pt x="794793" y="5152935"/>
                </a:lnTo>
                <a:close/>
                <a:moveTo>
                  <a:pt x="825274" y="5125122"/>
                </a:moveTo>
                <a:lnTo>
                  <a:pt x="823369" y="5129694"/>
                </a:lnTo>
                <a:lnTo>
                  <a:pt x="823359" y="5129685"/>
                </a:lnTo>
                <a:lnTo>
                  <a:pt x="823368" y="5129694"/>
                </a:lnTo>
                <a:cubicBezTo>
                  <a:pt x="819024" y="5134037"/>
                  <a:pt x="814681" y="5138304"/>
                  <a:pt x="810414" y="5142648"/>
                </a:cubicBezTo>
                <a:lnTo>
                  <a:pt x="807823" y="5140057"/>
                </a:lnTo>
                <a:lnTo>
                  <a:pt x="820740" y="5127065"/>
                </a:lnTo>
                <a:lnTo>
                  <a:pt x="820702" y="5127027"/>
                </a:lnTo>
                <a:close/>
                <a:moveTo>
                  <a:pt x="2426854" y="5114607"/>
                </a:moveTo>
                <a:lnTo>
                  <a:pt x="2429140" y="5116817"/>
                </a:lnTo>
                <a:lnTo>
                  <a:pt x="2424873" y="5118798"/>
                </a:lnTo>
                <a:close/>
                <a:moveTo>
                  <a:pt x="2431122" y="5112625"/>
                </a:moveTo>
                <a:lnTo>
                  <a:pt x="2429142" y="5116816"/>
                </a:lnTo>
                <a:lnTo>
                  <a:pt x="2426855" y="5114606"/>
                </a:lnTo>
                <a:close/>
                <a:moveTo>
                  <a:pt x="5730092" y="5101652"/>
                </a:moveTo>
                <a:lnTo>
                  <a:pt x="5732378" y="5103862"/>
                </a:lnTo>
                <a:lnTo>
                  <a:pt x="5728111" y="5105843"/>
                </a:lnTo>
                <a:close/>
                <a:moveTo>
                  <a:pt x="5734360" y="5099671"/>
                </a:moveTo>
                <a:lnTo>
                  <a:pt x="5732379" y="5103862"/>
                </a:lnTo>
                <a:lnTo>
                  <a:pt x="5730093" y="5101652"/>
                </a:lnTo>
                <a:close/>
                <a:moveTo>
                  <a:pt x="4512416" y="5075745"/>
                </a:moveTo>
                <a:lnTo>
                  <a:pt x="4514702" y="5077955"/>
                </a:lnTo>
                <a:lnTo>
                  <a:pt x="4510435" y="5079936"/>
                </a:lnTo>
                <a:close/>
                <a:moveTo>
                  <a:pt x="4516684" y="5073763"/>
                </a:moveTo>
                <a:lnTo>
                  <a:pt x="4514703" y="5077954"/>
                </a:lnTo>
                <a:lnTo>
                  <a:pt x="4512417" y="5075744"/>
                </a:lnTo>
                <a:close/>
                <a:moveTo>
                  <a:pt x="4413051" y="5060809"/>
                </a:moveTo>
                <a:lnTo>
                  <a:pt x="4411070" y="5065000"/>
                </a:lnTo>
                <a:lnTo>
                  <a:pt x="4411071" y="5065001"/>
                </a:lnTo>
                <a:lnTo>
                  <a:pt x="4406804" y="5066982"/>
                </a:lnTo>
                <a:lnTo>
                  <a:pt x="4408785" y="5062791"/>
                </a:lnTo>
                <a:lnTo>
                  <a:pt x="4408784" y="5062790"/>
                </a:lnTo>
                <a:close/>
                <a:moveTo>
                  <a:pt x="4154002" y="5060809"/>
                </a:moveTo>
                <a:lnTo>
                  <a:pt x="4152021" y="5065000"/>
                </a:lnTo>
                <a:lnTo>
                  <a:pt x="4152022" y="5065001"/>
                </a:lnTo>
                <a:lnTo>
                  <a:pt x="4147755" y="5066982"/>
                </a:lnTo>
                <a:lnTo>
                  <a:pt x="4149736" y="5062791"/>
                </a:lnTo>
                <a:lnTo>
                  <a:pt x="4152009" y="5064988"/>
                </a:lnTo>
                <a:lnTo>
                  <a:pt x="4149735" y="5062790"/>
                </a:lnTo>
                <a:close/>
                <a:moveTo>
                  <a:pt x="6977944" y="5021948"/>
                </a:moveTo>
                <a:lnTo>
                  <a:pt x="6975963" y="5026139"/>
                </a:lnTo>
                <a:lnTo>
                  <a:pt x="6975962" y="5026138"/>
                </a:lnTo>
                <a:lnTo>
                  <a:pt x="6971695" y="5028119"/>
                </a:lnTo>
                <a:lnTo>
                  <a:pt x="6973676" y="5023928"/>
                </a:lnTo>
                <a:lnTo>
                  <a:pt x="6973677" y="5023929"/>
                </a:lnTo>
                <a:close/>
                <a:moveTo>
                  <a:pt x="8040172" y="5008993"/>
                </a:moveTo>
                <a:lnTo>
                  <a:pt x="8038190" y="5013184"/>
                </a:lnTo>
                <a:lnTo>
                  <a:pt x="8038191" y="5013185"/>
                </a:lnTo>
                <a:lnTo>
                  <a:pt x="8033923" y="5015166"/>
                </a:lnTo>
                <a:lnTo>
                  <a:pt x="8035904" y="5010975"/>
                </a:lnTo>
                <a:lnTo>
                  <a:pt x="8038081" y="5013079"/>
                </a:lnTo>
                <a:lnTo>
                  <a:pt x="8035904" y="5010974"/>
                </a:lnTo>
                <a:close/>
                <a:moveTo>
                  <a:pt x="5060751" y="4996039"/>
                </a:moveTo>
                <a:lnTo>
                  <a:pt x="5058770" y="5000230"/>
                </a:lnTo>
                <a:lnTo>
                  <a:pt x="5058771" y="5000231"/>
                </a:lnTo>
                <a:lnTo>
                  <a:pt x="5054504" y="5002212"/>
                </a:lnTo>
                <a:lnTo>
                  <a:pt x="5056485" y="4998021"/>
                </a:lnTo>
                <a:lnTo>
                  <a:pt x="5056484" y="4998020"/>
                </a:lnTo>
                <a:close/>
                <a:moveTo>
                  <a:pt x="8180989" y="4987124"/>
                </a:moveTo>
                <a:lnTo>
                  <a:pt x="8180989" y="4987200"/>
                </a:lnTo>
                <a:lnTo>
                  <a:pt x="8180951" y="4987162"/>
                </a:lnTo>
                <a:close/>
                <a:moveTo>
                  <a:pt x="3362138" y="4987124"/>
                </a:moveTo>
                <a:lnTo>
                  <a:pt x="3362138" y="4987200"/>
                </a:lnTo>
                <a:lnTo>
                  <a:pt x="3362100" y="4987162"/>
                </a:lnTo>
                <a:close/>
                <a:moveTo>
                  <a:pt x="678058" y="4985067"/>
                </a:moveTo>
                <a:lnTo>
                  <a:pt x="680344" y="4987277"/>
                </a:lnTo>
                <a:lnTo>
                  <a:pt x="676077" y="4989258"/>
                </a:lnTo>
                <a:close/>
                <a:moveTo>
                  <a:pt x="8178550" y="4984762"/>
                </a:moveTo>
                <a:lnTo>
                  <a:pt x="8180951" y="4987162"/>
                </a:lnTo>
                <a:lnTo>
                  <a:pt x="8167730" y="5000230"/>
                </a:lnTo>
                <a:lnTo>
                  <a:pt x="8167731" y="5000231"/>
                </a:lnTo>
                <a:lnTo>
                  <a:pt x="8163463" y="5002212"/>
                </a:lnTo>
                <a:lnTo>
                  <a:pt x="8165444" y="4998021"/>
                </a:lnTo>
                <a:cubicBezTo>
                  <a:pt x="8169788" y="4993601"/>
                  <a:pt x="8174207" y="4989181"/>
                  <a:pt x="8178550" y="4984762"/>
                </a:cubicBezTo>
                <a:close/>
                <a:moveTo>
                  <a:pt x="3359699" y="4984762"/>
                </a:moveTo>
                <a:lnTo>
                  <a:pt x="3362100" y="4987162"/>
                </a:lnTo>
                <a:lnTo>
                  <a:pt x="3348839" y="5000194"/>
                </a:lnTo>
                <a:lnTo>
                  <a:pt x="3348877" y="5000231"/>
                </a:lnTo>
                <a:lnTo>
                  <a:pt x="3344610" y="5002212"/>
                </a:lnTo>
                <a:lnTo>
                  <a:pt x="3346591" y="4998021"/>
                </a:lnTo>
                <a:lnTo>
                  <a:pt x="3346644" y="4998073"/>
                </a:lnTo>
                <a:lnTo>
                  <a:pt x="3346593" y="4998021"/>
                </a:lnTo>
                <a:cubicBezTo>
                  <a:pt x="3350936" y="4993601"/>
                  <a:pt x="3355356" y="4989181"/>
                  <a:pt x="3359699" y="4984762"/>
                </a:cubicBezTo>
                <a:close/>
                <a:moveTo>
                  <a:pt x="8182971" y="4982781"/>
                </a:moveTo>
                <a:lnTo>
                  <a:pt x="8180990" y="4987124"/>
                </a:lnTo>
                <a:lnTo>
                  <a:pt x="8178627" y="4984762"/>
                </a:lnTo>
                <a:close/>
                <a:moveTo>
                  <a:pt x="3364118" y="4982781"/>
                </a:moveTo>
                <a:lnTo>
                  <a:pt x="3362138" y="4987124"/>
                </a:lnTo>
                <a:lnTo>
                  <a:pt x="3359699" y="4984762"/>
                </a:lnTo>
                <a:close/>
                <a:moveTo>
                  <a:pt x="693604" y="4974170"/>
                </a:moveTo>
                <a:lnTo>
                  <a:pt x="693604" y="4974246"/>
                </a:lnTo>
                <a:lnTo>
                  <a:pt x="693566" y="4974208"/>
                </a:lnTo>
                <a:close/>
                <a:moveTo>
                  <a:pt x="4452" y="4972112"/>
                </a:moveTo>
                <a:lnTo>
                  <a:pt x="6738" y="4974322"/>
                </a:lnTo>
                <a:lnTo>
                  <a:pt x="2471" y="4976303"/>
                </a:lnTo>
                <a:close/>
                <a:moveTo>
                  <a:pt x="691165" y="4971808"/>
                </a:moveTo>
                <a:lnTo>
                  <a:pt x="693566" y="4974208"/>
                </a:lnTo>
                <a:lnTo>
                  <a:pt x="680345" y="4987276"/>
                </a:lnTo>
                <a:lnTo>
                  <a:pt x="678059" y="4985067"/>
                </a:lnTo>
                <a:cubicBezTo>
                  <a:pt x="682402" y="4980647"/>
                  <a:pt x="686822" y="4976228"/>
                  <a:pt x="691165" y="4971808"/>
                </a:cubicBezTo>
                <a:close/>
                <a:moveTo>
                  <a:pt x="8721" y="4970131"/>
                </a:moveTo>
                <a:lnTo>
                  <a:pt x="6740" y="4974322"/>
                </a:lnTo>
                <a:lnTo>
                  <a:pt x="4454" y="4972112"/>
                </a:lnTo>
                <a:close/>
                <a:moveTo>
                  <a:pt x="695584" y="4969827"/>
                </a:moveTo>
                <a:lnTo>
                  <a:pt x="693603" y="4974170"/>
                </a:lnTo>
                <a:lnTo>
                  <a:pt x="691241" y="4971808"/>
                </a:lnTo>
                <a:close/>
                <a:moveTo>
                  <a:pt x="3009785" y="4959158"/>
                </a:moveTo>
                <a:lnTo>
                  <a:pt x="3012072" y="4961368"/>
                </a:lnTo>
                <a:lnTo>
                  <a:pt x="3007805" y="4963349"/>
                </a:lnTo>
                <a:close/>
                <a:moveTo>
                  <a:pt x="3025333" y="4948262"/>
                </a:moveTo>
                <a:lnTo>
                  <a:pt x="3025333" y="4948338"/>
                </a:lnTo>
                <a:lnTo>
                  <a:pt x="3025295" y="4948300"/>
                </a:lnTo>
                <a:close/>
                <a:moveTo>
                  <a:pt x="6183482" y="4946205"/>
                </a:moveTo>
                <a:lnTo>
                  <a:pt x="6185768" y="4948415"/>
                </a:lnTo>
                <a:lnTo>
                  <a:pt x="6181501" y="4950396"/>
                </a:lnTo>
                <a:close/>
                <a:moveTo>
                  <a:pt x="3022894" y="4945900"/>
                </a:moveTo>
                <a:lnTo>
                  <a:pt x="3025295" y="4948300"/>
                </a:lnTo>
                <a:lnTo>
                  <a:pt x="3012075" y="4961369"/>
                </a:lnTo>
                <a:lnTo>
                  <a:pt x="3009788" y="4959159"/>
                </a:lnTo>
                <a:cubicBezTo>
                  <a:pt x="3014131" y="4954739"/>
                  <a:pt x="3018552" y="4950320"/>
                  <a:pt x="3022894" y="4945900"/>
                </a:cubicBezTo>
                <a:close/>
                <a:moveTo>
                  <a:pt x="6187750" y="4944223"/>
                </a:moveTo>
                <a:lnTo>
                  <a:pt x="6185769" y="4948414"/>
                </a:lnTo>
                <a:lnTo>
                  <a:pt x="6183483" y="4946204"/>
                </a:lnTo>
                <a:close/>
                <a:moveTo>
                  <a:pt x="3027315" y="4943918"/>
                </a:moveTo>
                <a:lnTo>
                  <a:pt x="3025333" y="4948261"/>
                </a:lnTo>
                <a:lnTo>
                  <a:pt x="3022972" y="4945899"/>
                </a:lnTo>
                <a:close/>
                <a:moveTo>
                  <a:pt x="6887570" y="4930965"/>
                </a:moveTo>
                <a:lnTo>
                  <a:pt x="6885589" y="4935308"/>
                </a:lnTo>
                <a:lnTo>
                  <a:pt x="6872331" y="4948415"/>
                </a:lnTo>
                <a:lnTo>
                  <a:pt x="6872331" y="4948415"/>
                </a:lnTo>
                <a:lnTo>
                  <a:pt x="6868064" y="4950396"/>
                </a:lnTo>
                <a:lnTo>
                  <a:pt x="6870045" y="4946205"/>
                </a:lnTo>
                <a:lnTo>
                  <a:pt x="6872299" y="4948384"/>
                </a:lnTo>
                <a:lnTo>
                  <a:pt x="6870044" y="4946129"/>
                </a:lnTo>
                <a:cubicBezTo>
                  <a:pt x="6874387" y="4941709"/>
                  <a:pt x="6878807" y="4937289"/>
                  <a:pt x="6883151" y="4932870"/>
                </a:cubicBezTo>
                <a:lnTo>
                  <a:pt x="6883227" y="4932946"/>
                </a:lnTo>
                <a:close/>
                <a:moveTo>
                  <a:pt x="4454" y="4920297"/>
                </a:moveTo>
                <a:lnTo>
                  <a:pt x="6740" y="4922507"/>
                </a:lnTo>
                <a:lnTo>
                  <a:pt x="2473" y="4924488"/>
                </a:lnTo>
                <a:close/>
                <a:moveTo>
                  <a:pt x="8722" y="4918315"/>
                </a:moveTo>
                <a:lnTo>
                  <a:pt x="6741" y="4922506"/>
                </a:lnTo>
                <a:lnTo>
                  <a:pt x="4455" y="4920296"/>
                </a:lnTo>
                <a:close/>
                <a:moveTo>
                  <a:pt x="5514141" y="4905361"/>
                </a:moveTo>
                <a:lnTo>
                  <a:pt x="5512160" y="4909552"/>
                </a:lnTo>
                <a:lnTo>
                  <a:pt x="5512161" y="4909552"/>
                </a:lnTo>
                <a:lnTo>
                  <a:pt x="5507894" y="4911533"/>
                </a:lnTo>
                <a:lnTo>
                  <a:pt x="5509874" y="4907343"/>
                </a:lnTo>
                <a:lnTo>
                  <a:pt x="5509874" y="4907342"/>
                </a:lnTo>
                <a:close/>
                <a:moveTo>
                  <a:pt x="7763870" y="4881435"/>
                </a:moveTo>
                <a:lnTo>
                  <a:pt x="7766156" y="4883645"/>
                </a:lnTo>
                <a:lnTo>
                  <a:pt x="7761889" y="4885626"/>
                </a:lnTo>
                <a:close/>
                <a:moveTo>
                  <a:pt x="5030576" y="4881435"/>
                </a:moveTo>
                <a:lnTo>
                  <a:pt x="5032862" y="4883645"/>
                </a:lnTo>
                <a:lnTo>
                  <a:pt x="5028595" y="4885626"/>
                </a:lnTo>
                <a:close/>
                <a:moveTo>
                  <a:pt x="2932065" y="4881435"/>
                </a:moveTo>
                <a:lnTo>
                  <a:pt x="2934349" y="4883645"/>
                </a:lnTo>
                <a:lnTo>
                  <a:pt x="2930083" y="4885626"/>
                </a:lnTo>
                <a:close/>
                <a:moveTo>
                  <a:pt x="7768138" y="4879453"/>
                </a:moveTo>
                <a:lnTo>
                  <a:pt x="7766157" y="4883644"/>
                </a:lnTo>
                <a:lnTo>
                  <a:pt x="7763871" y="4881434"/>
                </a:lnTo>
                <a:close/>
                <a:moveTo>
                  <a:pt x="5034844" y="4879453"/>
                </a:moveTo>
                <a:lnTo>
                  <a:pt x="5032863" y="4883644"/>
                </a:lnTo>
                <a:lnTo>
                  <a:pt x="5030577" y="4881434"/>
                </a:lnTo>
                <a:close/>
                <a:moveTo>
                  <a:pt x="2936332" y="4879453"/>
                </a:moveTo>
                <a:lnTo>
                  <a:pt x="2934351" y="4883644"/>
                </a:lnTo>
                <a:lnTo>
                  <a:pt x="2932065" y="4881434"/>
                </a:lnTo>
                <a:close/>
                <a:moveTo>
                  <a:pt x="2206801" y="4855146"/>
                </a:moveTo>
                <a:cubicBezTo>
                  <a:pt x="2206801" y="4855146"/>
                  <a:pt x="2209316" y="4857661"/>
                  <a:pt x="2209316" y="4857661"/>
                </a:cubicBezTo>
                <a:cubicBezTo>
                  <a:pt x="2204972" y="4862004"/>
                  <a:pt x="2200629" y="4866271"/>
                  <a:pt x="2196285" y="4870614"/>
                </a:cubicBezTo>
                <a:lnTo>
                  <a:pt x="2196247" y="4870576"/>
                </a:lnTo>
                <a:lnTo>
                  <a:pt x="2182988" y="4883609"/>
                </a:lnTo>
                <a:lnTo>
                  <a:pt x="2183026" y="4883645"/>
                </a:lnTo>
                <a:lnTo>
                  <a:pt x="2178759" y="4885626"/>
                </a:lnTo>
                <a:lnTo>
                  <a:pt x="2180740" y="4881435"/>
                </a:lnTo>
                <a:lnTo>
                  <a:pt x="2181890" y="4882547"/>
                </a:lnTo>
                <a:lnTo>
                  <a:pt x="2180742" y="4881359"/>
                </a:lnTo>
                <a:cubicBezTo>
                  <a:pt x="2185085" y="4876939"/>
                  <a:pt x="2189504" y="4872519"/>
                  <a:pt x="2193847" y="4868100"/>
                </a:cubicBezTo>
                <a:lnTo>
                  <a:pt x="2193885" y="4868138"/>
                </a:lnTo>
                <a:close/>
                <a:moveTo>
                  <a:pt x="2211297" y="4853164"/>
                </a:moveTo>
                <a:lnTo>
                  <a:pt x="2209317" y="4857660"/>
                </a:lnTo>
                <a:lnTo>
                  <a:pt x="2206801" y="4855069"/>
                </a:lnTo>
                <a:close/>
                <a:moveTo>
                  <a:pt x="1390709" y="4842268"/>
                </a:moveTo>
                <a:cubicBezTo>
                  <a:pt x="1390709" y="4842268"/>
                  <a:pt x="1393147" y="4844706"/>
                  <a:pt x="1393147" y="4844706"/>
                </a:cubicBezTo>
                <a:cubicBezTo>
                  <a:pt x="1388727" y="4849126"/>
                  <a:pt x="1384308" y="4853469"/>
                  <a:pt x="1379887" y="4857813"/>
                </a:cubicBezTo>
                <a:lnTo>
                  <a:pt x="1379834" y="4857762"/>
                </a:lnTo>
                <a:lnTo>
                  <a:pt x="1375619" y="4859718"/>
                </a:lnTo>
                <a:lnTo>
                  <a:pt x="1377601" y="4855527"/>
                </a:lnTo>
                <a:lnTo>
                  <a:pt x="1377602" y="4855529"/>
                </a:lnTo>
                <a:lnTo>
                  <a:pt x="1377602" y="4855527"/>
                </a:lnTo>
                <a:cubicBezTo>
                  <a:pt x="1381945" y="4851107"/>
                  <a:pt x="1386366" y="4846688"/>
                  <a:pt x="1390709" y="4842268"/>
                </a:cubicBezTo>
                <a:close/>
                <a:moveTo>
                  <a:pt x="1395129" y="4840287"/>
                </a:moveTo>
                <a:lnTo>
                  <a:pt x="1393147" y="4844630"/>
                </a:lnTo>
                <a:lnTo>
                  <a:pt x="1390709" y="4842268"/>
                </a:lnTo>
                <a:close/>
                <a:moveTo>
                  <a:pt x="4227428" y="4816665"/>
                </a:moveTo>
                <a:lnTo>
                  <a:pt x="4229714" y="4818875"/>
                </a:lnTo>
                <a:lnTo>
                  <a:pt x="4225447" y="4820856"/>
                </a:lnTo>
                <a:close/>
                <a:moveTo>
                  <a:pt x="4244954" y="4801425"/>
                </a:moveTo>
                <a:lnTo>
                  <a:pt x="4242973" y="4805768"/>
                </a:lnTo>
                <a:cubicBezTo>
                  <a:pt x="4238553" y="4810111"/>
                  <a:pt x="4234134" y="4814531"/>
                  <a:pt x="4229714" y="4818875"/>
                </a:cubicBezTo>
                <a:lnTo>
                  <a:pt x="4227428" y="4816589"/>
                </a:lnTo>
                <a:cubicBezTo>
                  <a:pt x="4231771" y="4812169"/>
                  <a:pt x="4236191" y="4807749"/>
                  <a:pt x="4240535" y="4803330"/>
                </a:cubicBezTo>
                <a:lnTo>
                  <a:pt x="4240611" y="4803406"/>
                </a:lnTo>
                <a:close/>
                <a:moveTo>
                  <a:pt x="652154" y="4777802"/>
                </a:moveTo>
                <a:lnTo>
                  <a:pt x="654440" y="4780012"/>
                </a:lnTo>
                <a:lnTo>
                  <a:pt x="650173" y="4781993"/>
                </a:lnTo>
                <a:close/>
                <a:moveTo>
                  <a:pt x="6680001" y="4775821"/>
                </a:moveTo>
                <a:lnTo>
                  <a:pt x="6678021" y="4780012"/>
                </a:lnTo>
                <a:lnTo>
                  <a:pt x="6678021" y="4780012"/>
                </a:lnTo>
                <a:lnTo>
                  <a:pt x="6673754" y="4781993"/>
                </a:lnTo>
                <a:lnTo>
                  <a:pt x="6675735" y="4777803"/>
                </a:lnTo>
                <a:lnTo>
                  <a:pt x="6675734" y="4777802"/>
                </a:lnTo>
                <a:close/>
                <a:moveTo>
                  <a:pt x="656422" y="4775821"/>
                </a:moveTo>
                <a:lnTo>
                  <a:pt x="654440" y="4780012"/>
                </a:lnTo>
                <a:lnTo>
                  <a:pt x="652155" y="4777802"/>
                </a:lnTo>
                <a:close/>
                <a:moveTo>
                  <a:pt x="6947768" y="4751895"/>
                </a:moveTo>
                <a:lnTo>
                  <a:pt x="6950054" y="4754105"/>
                </a:lnTo>
                <a:lnTo>
                  <a:pt x="6945787" y="4756086"/>
                </a:lnTo>
                <a:close/>
                <a:moveTo>
                  <a:pt x="6965294" y="4736655"/>
                </a:moveTo>
                <a:lnTo>
                  <a:pt x="6963313" y="4740998"/>
                </a:lnTo>
                <a:cubicBezTo>
                  <a:pt x="6958893" y="4745341"/>
                  <a:pt x="6954474" y="4749761"/>
                  <a:pt x="6950054" y="4754105"/>
                </a:cubicBezTo>
                <a:lnTo>
                  <a:pt x="6947768" y="4751819"/>
                </a:lnTo>
                <a:cubicBezTo>
                  <a:pt x="6952111" y="4747399"/>
                  <a:pt x="6956531" y="4742979"/>
                  <a:pt x="6960875" y="4738560"/>
                </a:cubicBezTo>
                <a:lnTo>
                  <a:pt x="6960951" y="4738636"/>
                </a:lnTo>
                <a:close/>
                <a:moveTo>
                  <a:pt x="5069591" y="4725682"/>
                </a:moveTo>
                <a:cubicBezTo>
                  <a:pt x="5069591" y="4725682"/>
                  <a:pt x="5072029" y="4728120"/>
                  <a:pt x="5072029" y="4728120"/>
                </a:cubicBezTo>
                <a:cubicBezTo>
                  <a:pt x="5067609" y="4732463"/>
                  <a:pt x="5063190" y="4736883"/>
                  <a:pt x="5058770" y="4741227"/>
                </a:cubicBezTo>
                <a:lnTo>
                  <a:pt x="5058717" y="4741176"/>
                </a:lnTo>
                <a:lnTo>
                  <a:pt x="5054504" y="4743132"/>
                </a:lnTo>
                <a:lnTo>
                  <a:pt x="5056484" y="4738944"/>
                </a:lnTo>
                <a:lnTo>
                  <a:pt x="5056484" y="4738941"/>
                </a:lnTo>
                <a:cubicBezTo>
                  <a:pt x="5060904" y="4734521"/>
                  <a:pt x="5065247" y="4730101"/>
                  <a:pt x="5069591" y="4725682"/>
                </a:cubicBezTo>
                <a:close/>
                <a:moveTo>
                  <a:pt x="5074011" y="4723701"/>
                </a:moveTo>
                <a:lnTo>
                  <a:pt x="5072029" y="4728044"/>
                </a:lnTo>
                <a:lnTo>
                  <a:pt x="5069591" y="4725682"/>
                </a:lnTo>
                <a:close/>
                <a:moveTo>
                  <a:pt x="7427066" y="4713032"/>
                </a:moveTo>
                <a:lnTo>
                  <a:pt x="7429352" y="4715242"/>
                </a:lnTo>
                <a:lnTo>
                  <a:pt x="7425085" y="4717223"/>
                </a:lnTo>
                <a:close/>
                <a:moveTo>
                  <a:pt x="5237840" y="4713032"/>
                </a:moveTo>
                <a:lnTo>
                  <a:pt x="5240126" y="4715242"/>
                </a:lnTo>
                <a:lnTo>
                  <a:pt x="5235859" y="4717223"/>
                </a:lnTo>
                <a:close/>
                <a:moveTo>
                  <a:pt x="7431334" y="4711051"/>
                </a:moveTo>
                <a:lnTo>
                  <a:pt x="7429353" y="4715242"/>
                </a:lnTo>
                <a:lnTo>
                  <a:pt x="7427067" y="4713032"/>
                </a:lnTo>
                <a:close/>
                <a:moveTo>
                  <a:pt x="5242108" y="4711051"/>
                </a:moveTo>
                <a:lnTo>
                  <a:pt x="5240127" y="4715242"/>
                </a:lnTo>
                <a:lnTo>
                  <a:pt x="5237841" y="4713032"/>
                </a:lnTo>
                <a:close/>
                <a:moveTo>
                  <a:pt x="2724955" y="4699774"/>
                </a:moveTo>
                <a:lnTo>
                  <a:pt x="2727394" y="4702212"/>
                </a:lnTo>
                <a:cubicBezTo>
                  <a:pt x="2722974" y="4706556"/>
                  <a:pt x="2718556" y="4710976"/>
                  <a:pt x="2714136" y="4715319"/>
                </a:cubicBezTo>
                <a:lnTo>
                  <a:pt x="2714083" y="4715266"/>
                </a:lnTo>
                <a:lnTo>
                  <a:pt x="2709869" y="4717223"/>
                </a:lnTo>
                <a:lnTo>
                  <a:pt x="2711850" y="4713032"/>
                </a:lnTo>
                <a:lnTo>
                  <a:pt x="2711851" y="4713033"/>
                </a:lnTo>
                <a:close/>
                <a:moveTo>
                  <a:pt x="7003851" y="4698098"/>
                </a:moveTo>
                <a:lnTo>
                  <a:pt x="7001871" y="4702288"/>
                </a:lnTo>
                <a:lnTo>
                  <a:pt x="7001871" y="4702288"/>
                </a:lnTo>
                <a:lnTo>
                  <a:pt x="7001870" y="4702289"/>
                </a:lnTo>
                <a:lnTo>
                  <a:pt x="7001870" y="4702289"/>
                </a:lnTo>
                <a:lnTo>
                  <a:pt x="7001870" y="4702289"/>
                </a:lnTo>
                <a:lnTo>
                  <a:pt x="6997604" y="4704269"/>
                </a:lnTo>
                <a:lnTo>
                  <a:pt x="6999585" y="4700080"/>
                </a:lnTo>
                <a:lnTo>
                  <a:pt x="6999584" y="4700079"/>
                </a:lnTo>
                <a:lnTo>
                  <a:pt x="6999585" y="4700079"/>
                </a:lnTo>
                <a:lnTo>
                  <a:pt x="6999585" y="4700078"/>
                </a:lnTo>
                <a:lnTo>
                  <a:pt x="6999586" y="4700079"/>
                </a:lnTo>
                <a:close/>
                <a:moveTo>
                  <a:pt x="859421" y="4674171"/>
                </a:moveTo>
                <a:lnTo>
                  <a:pt x="861707" y="4676381"/>
                </a:lnTo>
                <a:lnTo>
                  <a:pt x="857440" y="4678362"/>
                </a:lnTo>
                <a:close/>
                <a:moveTo>
                  <a:pt x="4046193" y="4673790"/>
                </a:moveTo>
                <a:cubicBezTo>
                  <a:pt x="4046193" y="4673790"/>
                  <a:pt x="4048631" y="4676228"/>
                  <a:pt x="4048631" y="4676228"/>
                </a:cubicBezTo>
                <a:lnTo>
                  <a:pt x="4048707" y="4676228"/>
                </a:lnTo>
                <a:lnTo>
                  <a:pt x="4035409" y="4689299"/>
                </a:lnTo>
                <a:lnTo>
                  <a:pt x="4035447" y="4689335"/>
                </a:lnTo>
                <a:lnTo>
                  <a:pt x="4031180" y="4691316"/>
                </a:lnTo>
                <a:lnTo>
                  <a:pt x="4033161" y="4687125"/>
                </a:lnTo>
                <a:lnTo>
                  <a:pt x="4033186" y="4687150"/>
                </a:lnTo>
                <a:lnTo>
                  <a:pt x="4033086" y="4687049"/>
                </a:lnTo>
                <a:cubicBezTo>
                  <a:pt x="4037429" y="4682629"/>
                  <a:pt x="4041849" y="4678209"/>
                  <a:pt x="4046193" y="4673790"/>
                </a:cubicBezTo>
                <a:close/>
                <a:moveTo>
                  <a:pt x="1299956" y="4673790"/>
                </a:moveTo>
                <a:cubicBezTo>
                  <a:pt x="1299956" y="4673790"/>
                  <a:pt x="1302395" y="4676228"/>
                  <a:pt x="1302395" y="4676228"/>
                </a:cubicBezTo>
                <a:lnTo>
                  <a:pt x="1302471" y="4676228"/>
                </a:lnTo>
                <a:lnTo>
                  <a:pt x="1289173" y="4689298"/>
                </a:lnTo>
                <a:lnTo>
                  <a:pt x="1289211" y="4689335"/>
                </a:lnTo>
                <a:lnTo>
                  <a:pt x="1284944" y="4691316"/>
                </a:lnTo>
                <a:lnTo>
                  <a:pt x="1286924" y="4687125"/>
                </a:lnTo>
                <a:lnTo>
                  <a:pt x="1286935" y="4687136"/>
                </a:lnTo>
                <a:lnTo>
                  <a:pt x="1286850" y="4687049"/>
                </a:lnTo>
                <a:cubicBezTo>
                  <a:pt x="1291271" y="4682629"/>
                  <a:pt x="1295614" y="4678209"/>
                  <a:pt x="1299956" y="4673790"/>
                </a:cubicBezTo>
                <a:close/>
                <a:moveTo>
                  <a:pt x="7362449" y="4673713"/>
                </a:moveTo>
                <a:cubicBezTo>
                  <a:pt x="7362449" y="4673713"/>
                  <a:pt x="7365040" y="4676304"/>
                  <a:pt x="7365040" y="4676304"/>
                </a:cubicBezTo>
                <a:lnTo>
                  <a:pt x="7352047" y="4689220"/>
                </a:lnTo>
                <a:lnTo>
                  <a:pt x="7352085" y="4689258"/>
                </a:lnTo>
                <a:cubicBezTo>
                  <a:pt x="7347742" y="4693601"/>
                  <a:pt x="7343398" y="4697868"/>
                  <a:pt x="7339055" y="4702212"/>
                </a:cubicBezTo>
                <a:lnTo>
                  <a:pt x="7338979" y="4702136"/>
                </a:lnTo>
                <a:lnTo>
                  <a:pt x="7325721" y="4715242"/>
                </a:lnTo>
                <a:lnTo>
                  <a:pt x="7325721" y="4715242"/>
                </a:lnTo>
                <a:lnTo>
                  <a:pt x="7321454" y="4717223"/>
                </a:lnTo>
                <a:lnTo>
                  <a:pt x="7323435" y="4713032"/>
                </a:lnTo>
                <a:lnTo>
                  <a:pt x="7325689" y="4715211"/>
                </a:lnTo>
                <a:lnTo>
                  <a:pt x="7323434" y="4712956"/>
                </a:lnTo>
                <a:cubicBezTo>
                  <a:pt x="7327777" y="4708536"/>
                  <a:pt x="7332197" y="4704117"/>
                  <a:pt x="7336541" y="4699697"/>
                </a:cubicBezTo>
                <a:lnTo>
                  <a:pt x="7336617" y="4699773"/>
                </a:lnTo>
                <a:lnTo>
                  <a:pt x="7349533" y="4686781"/>
                </a:lnTo>
                <a:lnTo>
                  <a:pt x="7349495" y="4686743"/>
                </a:lnTo>
                <a:cubicBezTo>
                  <a:pt x="7353838" y="4682400"/>
                  <a:pt x="7358181" y="4678056"/>
                  <a:pt x="7362449" y="4673713"/>
                </a:cubicBezTo>
                <a:close/>
                <a:moveTo>
                  <a:pt x="2750870" y="4673713"/>
                </a:moveTo>
                <a:cubicBezTo>
                  <a:pt x="2750870" y="4673713"/>
                  <a:pt x="2753462" y="4676304"/>
                  <a:pt x="2753462" y="4676304"/>
                </a:cubicBezTo>
                <a:cubicBezTo>
                  <a:pt x="2749116" y="4680647"/>
                  <a:pt x="2744772" y="4684914"/>
                  <a:pt x="2740427" y="4689258"/>
                </a:cubicBezTo>
                <a:lnTo>
                  <a:pt x="2740389" y="4689220"/>
                </a:lnTo>
                <a:lnTo>
                  <a:pt x="2727394" y="4702136"/>
                </a:lnTo>
                <a:lnTo>
                  <a:pt x="2724957" y="4699698"/>
                </a:lnTo>
                <a:cubicBezTo>
                  <a:pt x="2729300" y="4695354"/>
                  <a:pt x="2733567" y="4691011"/>
                  <a:pt x="2737911" y="4686668"/>
                </a:cubicBezTo>
                <a:lnTo>
                  <a:pt x="2737949" y="4686706"/>
                </a:lnTo>
                <a:close/>
                <a:moveTo>
                  <a:pt x="863690" y="4672189"/>
                </a:moveTo>
                <a:lnTo>
                  <a:pt x="861708" y="4676380"/>
                </a:lnTo>
                <a:lnTo>
                  <a:pt x="859423" y="4674170"/>
                </a:lnTo>
                <a:close/>
                <a:moveTo>
                  <a:pt x="4050689" y="4671885"/>
                </a:moveTo>
                <a:lnTo>
                  <a:pt x="4048708" y="4676228"/>
                </a:lnTo>
                <a:lnTo>
                  <a:pt x="4046346" y="4673866"/>
                </a:lnTo>
                <a:close/>
                <a:moveTo>
                  <a:pt x="1304454" y="4671885"/>
                </a:moveTo>
                <a:lnTo>
                  <a:pt x="1302472" y="4676228"/>
                </a:lnTo>
                <a:lnTo>
                  <a:pt x="1300111" y="4673866"/>
                </a:lnTo>
                <a:close/>
                <a:moveTo>
                  <a:pt x="7367021" y="4671732"/>
                </a:moveTo>
                <a:lnTo>
                  <a:pt x="7365040" y="4676228"/>
                </a:lnTo>
                <a:lnTo>
                  <a:pt x="7362449" y="4673713"/>
                </a:lnTo>
                <a:close/>
                <a:moveTo>
                  <a:pt x="2763830" y="4660759"/>
                </a:moveTo>
                <a:lnTo>
                  <a:pt x="2766421" y="4663350"/>
                </a:lnTo>
                <a:cubicBezTo>
                  <a:pt x="2762076" y="4667693"/>
                  <a:pt x="2757808" y="4671960"/>
                  <a:pt x="2753464" y="4676304"/>
                </a:cubicBezTo>
                <a:lnTo>
                  <a:pt x="2750872" y="4673713"/>
                </a:lnTo>
                <a:cubicBezTo>
                  <a:pt x="2755216" y="4669370"/>
                  <a:pt x="2759485" y="4665026"/>
                  <a:pt x="2763830" y="4660759"/>
                </a:cubicBezTo>
                <a:close/>
                <a:moveTo>
                  <a:pt x="8169712" y="4659235"/>
                </a:moveTo>
                <a:lnTo>
                  <a:pt x="8167730" y="4663426"/>
                </a:lnTo>
                <a:lnTo>
                  <a:pt x="8167731" y="4663427"/>
                </a:lnTo>
                <a:lnTo>
                  <a:pt x="8163463" y="4665408"/>
                </a:lnTo>
                <a:lnTo>
                  <a:pt x="8165444" y="4661217"/>
                </a:lnTo>
                <a:lnTo>
                  <a:pt x="8167621" y="4663321"/>
                </a:lnTo>
                <a:lnTo>
                  <a:pt x="8165444" y="4661216"/>
                </a:lnTo>
                <a:close/>
                <a:moveTo>
                  <a:pt x="2768405" y="4658778"/>
                </a:moveTo>
                <a:lnTo>
                  <a:pt x="2766422" y="4663350"/>
                </a:lnTo>
                <a:lnTo>
                  <a:pt x="2763830" y="4660683"/>
                </a:lnTo>
                <a:close/>
                <a:moveTo>
                  <a:pt x="3596998" y="4633328"/>
                </a:moveTo>
                <a:lnTo>
                  <a:pt x="3595017" y="4637519"/>
                </a:lnTo>
                <a:lnTo>
                  <a:pt x="3595015" y="4637518"/>
                </a:lnTo>
                <a:lnTo>
                  <a:pt x="3590750" y="4639499"/>
                </a:lnTo>
                <a:lnTo>
                  <a:pt x="3592731" y="4635308"/>
                </a:lnTo>
                <a:lnTo>
                  <a:pt x="3592731" y="4635309"/>
                </a:lnTo>
                <a:close/>
                <a:moveTo>
                  <a:pt x="3074642" y="4609020"/>
                </a:moveTo>
                <a:cubicBezTo>
                  <a:pt x="3074642" y="4609020"/>
                  <a:pt x="3077082" y="4611458"/>
                  <a:pt x="3077082" y="4611458"/>
                </a:cubicBezTo>
                <a:lnTo>
                  <a:pt x="3077159" y="4611458"/>
                </a:lnTo>
                <a:lnTo>
                  <a:pt x="3063860" y="4624528"/>
                </a:lnTo>
                <a:lnTo>
                  <a:pt x="3063898" y="4624565"/>
                </a:lnTo>
                <a:lnTo>
                  <a:pt x="3059631" y="4626546"/>
                </a:lnTo>
                <a:lnTo>
                  <a:pt x="3061613" y="4622355"/>
                </a:lnTo>
                <a:lnTo>
                  <a:pt x="3061536" y="4622279"/>
                </a:lnTo>
                <a:cubicBezTo>
                  <a:pt x="3065879" y="4617859"/>
                  <a:pt x="3070300" y="4613439"/>
                  <a:pt x="3074642" y="4609020"/>
                </a:cubicBezTo>
                <a:close/>
                <a:moveTo>
                  <a:pt x="7362296" y="4596447"/>
                </a:moveTo>
                <a:lnTo>
                  <a:pt x="7364582" y="4598657"/>
                </a:lnTo>
                <a:lnTo>
                  <a:pt x="7360315" y="4600638"/>
                </a:lnTo>
                <a:close/>
                <a:moveTo>
                  <a:pt x="7366564" y="4594465"/>
                </a:moveTo>
                <a:lnTo>
                  <a:pt x="7364583" y="4598656"/>
                </a:lnTo>
                <a:lnTo>
                  <a:pt x="7362297" y="4596446"/>
                </a:lnTo>
                <a:close/>
                <a:moveTo>
                  <a:pt x="3092171" y="4594008"/>
                </a:moveTo>
                <a:lnTo>
                  <a:pt x="3090265" y="4598504"/>
                </a:lnTo>
                <a:lnTo>
                  <a:pt x="3090265" y="4598504"/>
                </a:lnTo>
                <a:lnTo>
                  <a:pt x="3090265" y="4598504"/>
                </a:lnTo>
                <a:cubicBezTo>
                  <a:pt x="3085921" y="4602847"/>
                  <a:pt x="3081578" y="4607115"/>
                  <a:pt x="3077234" y="4611458"/>
                </a:cubicBezTo>
                <a:lnTo>
                  <a:pt x="3074796" y="4609020"/>
                </a:lnTo>
                <a:lnTo>
                  <a:pt x="3087675" y="4595989"/>
                </a:lnTo>
                <a:lnTo>
                  <a:pt x="3087675" y="4595989"/>
                </a:lnTo>
                <a:lnTo>
                  <a:pt x="3087750" y="4595913"/>
                </a:lnTo>
                <a:lnTo>
                  <a:pt x="3087780" y="4595943"/>
                </a:lnTo>
                <a:close/>
                <a:moveTo>
                  <a:pt x="2170388" y="4585550"/>
                </a:moveTo>
                <a:lnTo>
                  <a:pt x="2170312" y="4585626"/>
                </a:lnTo>
                <a:lnTo>
                  <a:pt x="2170312" y="4585626"/>
                </a:lnTo>
                <a:close/>
                <a:moveTo>
                  <a:pt x="2167874" y="4583188"/>
                </a:moveTo>
                <a:lnTo>
                  <a:pt x="2170312" y="4585626"/>
                </a:lnTo>
                <a:lnTo>
                  <a:pt x="2157090" y="4598620"/>
                </a:lnTo>
                <a:lnTo>
                  <a:pt x="2157129" y="4598657"/>
                </a:lnTo>
                <a:lnTo>
                  <a:pt x="2152863" y="4600638"/>
                </a:lnTo>
                <a:lnTo>
                  <a:pt x="2154819" y="4596497"/>
                </a:lnTo>
                <a:lnTo>
                  <a:pt x="2154768" y="4596447"/>
                </a:lnTo>
                <a:cubicBezTo>
                  <a:pt x="2159111" y="4592027"/>
                  <a:pt x="2163531" y="4587608"/>
                  <a:pt x="2167874" y="4583188"/>
                </a:cubicBezTo>
                <a:close/>
                <a:moveTo>
                  <a:pt x="2185402" y="4568176"/>
                </a:moveTo>
                <a:lnTo>
                  <a:pt x="2183443" y="4572619"/>
                </a:lnTo>
                <a:lnTo>
                  <a:pt x="2183496" y="4572672"/>
                </a:lnTo>
                <a:cubicBezTo>
                  <a:pt x="2179152" y="4577015"/>
                  <a:pt x="2174809" y="4581282"/>
                  <a:pt x="2170465" y="4585626"/>
                </a:cubicBezTo>
                <a:lnTo>
                  <a:pt x="2168027" y="4583187"/>
                </a:lnTo>
                <a:lnTo>
                  <a:pt x="2180980" y="4570158"/>
                </a:lnTo>
                <a:lnTo>
                  <a:pt x="2180906" y="4570081"/>
                </a:lnTo>
                <a:close/>
                <a:moveTo>
                  <a:pt x="8129173" y="4559642"/>
                </a:moveTo>
                <a:lnTo>
                  <a:pt x="8129173" y="4559718"/>
                </a:lnTo>
                <a:lnTo>
                  <a:pt x="8129135" y="4559680"/>
                </a:lnTo>
                <a:close/>
                <a:moveTo>
                  <a:pt x="7556606" y="4557585"/>
                </a:moveTo>
                <a:lnTo>
                  <a:pt x="7558892" y="4559795"/>
                </a:lnTo>
                <a:lnTo>
                  <a:pt x="7554625" y="4561776"/>
                </a:lnTo>
                <a:close/>
                <a:moveTo>
                  <a:pt x="3126385" y="4557585"/>
                </a:moveTo>
                <a:lnTo>
                  <a:pt x="3128671" y="4559795"/>
                </a:lnTo>
                <a:lnTo>
                  <a:pt x="3124405" y="4561776"/>
                </a:lnTo>
                <a:close/>
                <a:moveTo>
                  <a:pt x="8126735" y="4557280"/>
                </a:moveTo>
                <a:lnTo>
                  <a:pt x="8129135" y="4559680"/>
                </a:lnTo>
                <a:lnTo>
                  <a:pt x="8115915" y="4572748"/>
                </a:lnTo>
                <a:lnTo>
                  <a:pt x="8115914" y="4572749"/>
                </a:lnTo>
                <a:lnTo>
                  <a:pt x="8115914" y="4572749"/>
                </a:lnTo>
                <a:lnTo>
                  <a:pt x="8111648" y="4574729"/>
                </a:lnTo>
                <a:lnTo>
                  <a:pt x="8113629" y="4570538"/>
                </a:lnTo>
                <a:lnTo>
                  <a:pt x="8113630" y="4570539"/>
                </a:lnTo>
                <a:close/>
                <a:moveTo>
                  <a:pt x="7560874" y="4555603"/>
                </a:moveTo>
                <a:lnTo>
                  <a:pt x="7558893" y="4559794"/>
                </a:lnTo>
                <a:lnTo>
                  <a:pt x="7556607" y="4557584"/>
                </a:lnTo>
                <a:close/>
                <a:moveTo>
                  <a:pt x="3130653" y="4555603"/>
                </a:moveTo>
                <a:lnTo>
                  <a:pt x="3128672" y="4559794"/>
                </a:lnTo>
                <a:lnTo>
                  <a:pt x="3126386" y="4557584"/>
                </a:lnTo>
                <a:close/>
                <a:moveTo>
                  <a:pt x="8131154" y="4555298"/>
                </a:moveTo>
                <a:lnTo>
                  <a:pt x="8129173" y="4559641"/>
                </a:lnTo>
                <a:lnTo>
                  <a:pt x="8126811" y="4557279"/>
                </a:lnTo>
                <a:close/>
                <a:moveTo>
                  <a:pt x="781701" y="4544631"/>
                </a:moveTo>
                <a:lnTo>
                  <a:pt x="783987" y="4546841"/>
                </a:lnTo>
                <a:lnTo>
                  <a:pt x="779720" y="4548822"/>
                </a:lnTo>
                <a:close/>
                <a:moveTo>
                  <a:pt x="8372860" y="4544250"/>
                </a:moveTo>
                <a:cubicBezTo>
                  <a:pt x="8372860" y="4544250"/>
                  <a:pt x="8375299" y="4546688"/>
                  <a:pt x="8375299" y="4546688"/>
                </a:cubicBezTo>
                <a:lnTo>
                  <a:pt x="8362041" y="4559795"/>
                </a:lnTo>
                <a:lnTo>
                  <a:pt x="8362041" y="4559795"/>
                </a:lnTo>
                <a:lnTo>
                  <a:pt x="8357773" y="4561776"/>
                </a:lnTo>
                <a:lnTo>
                  <a:pt x="8359754" y="4557585"/>
                </a:lnTo>
                <a:lnTo>
                  <a:pt x="8362013" y="4559768"/>
                </a:lnTo>
                <a:lnTo>
                  <a:pt x="8359754" y="4557509"/>
                </a:lnTo>
                <a:cubicBezTo>
                  <a:pt x="8364098" y="4553089"/>
                  <a:pt x="8368517" y="4548669"/>
                  <a:pt x="8372860" y="4544250"/>
                </a:cubicBezTo>
                <a:close/>
                <a:moveTo>
                  <a:pt x="785968" y="4542649"/>
                </a:moveTo>
                <a:lnTo>
                  <a:pt x="783987" y="4546840"/>
                </a:lnTo>
                <a:lnTo>
                  <a:pt x="781701" y="4544630"/>
                </a:lnTo>
                <a:close/>
                <a:moveTo>
                  <a:pt x="8377281" y="4542345"/>
                </a:moveTo>
                <a:lnTo>
                  <a:pt x="8375300" y="4546688"/>
                </a:lnTo>
                <a:lnTo>
                  <a:pt x="8372937" y="4544326"/>
                </a:lnTo>
                <a:close/>
                <a:moveTo>
                  <a:pt x="4227581" y="4505387"/>
                </a:moveTo>
                <a:cubicBezTo>
                  <a:pt x="4227581" y="4505387"/>
                  <a:pt x="4230096" y="4507902"/>
                  <a:pt x="4230096" y="4507902"/>
                </a:cubicBezTo>
                <a:lnTo>
                  <a:pt x="4217065" y="4520856"/>
                </a:lnTo>
                <a:lnTo>
                  <a:pt x="4217066" y="4520856"/>
                </a:lnTo>
                <a:cubicBezTo>
                  <a:pt x="4212646" y="4525276"/>
                  <a:pt x="4208227" y="4529619"/>
                  <a:pt x="4203807" y="4533963"/>
                </a:cubicBezTo>
                <a:lnTo>
                  <a:pt x="4203754" y="4533912"/>
                </a:lnTo>
                <a:lnTo>
                  <a:pt x="4199539" y="4535868"/>
                </a:lnTo>
                <a:lnTo>
                  <a:pt x="4201520" y="4531677"/>
                </a:lnTo>
                <a:lnTo>
                  <a:pt x="4201521" y="4531678"/>
                </a:lnTo>
                <a:lnTo>
                  <a:pt x="4201521" y="4531677"/>
                </a:lnTo>
                <a:cubicBezTo>
                  <a:pt x="4205940" y="4527257"/>
                  <a:pt x="4210284" y="4522838"/>
                  <a:pt x="4214627" y="4518418"/>
                </a:cubicBezTo>
                <a:lnTo>
                  <a:pt x="4215795" y="4519586"/>
                </a:lnTo>
                <a:lnTo>
                  <a:pt x="4214627" y="4518417"/>
                </a:lnTo>
                <a:cubicBezTo>
                  <a:pt x="4218970" y="4514074"/>
                  <a:pt x="4223238" y="4509730"/>
                  <a:pt x="4227581" y="4505387"/>
                </a:cubicBezTo>
                <a:close/>
                <a:moveTo>
                  <a:pt x="2660041" y="4492815"/>
                </a:moveTo>
                <a:lnTo>
                  <a:pt x="2662327" y="4495025"/>
                </a:lnTo>
                <a:lnTo>
                  <a:pt x="2658060" y="4497006"/>
                </a:lnTo>
                <a:close/>
                <a:moveTo>
                  <a:pt x="5384601" y="4490833"/>
                </a:moveTo>
                <a:lnTo>
                  <a:pt x="5382620" y="4495024"/>
                </a:lnTo>
                <a:lnTo>
                  <a:pt x="5382621" y="4495025"/>
                </a:lnTo>
                <a:lnTo>
                  <a:pt x="5378354" y="4497006"/>
                </a:lnTo>
                <a:lnTo>
                  <a:pt x="5380335" y="4492815"/>
                </a:lnTo>
                <a:lnTo>
                  <a:pt x="5380334" y="4492814"/>
                </a:lnTo>
                <a:close/>
                <a:moveTo>
                  <a:pt x="2664310" y="4490833"/>
                </a:moveTo>
                <a:lnTo>
                  <a:pt x="2662329" y="4495024"/>
                </a:lnTo>
                <a:lnTo>
                  <a:pt x="2660043" y="4492814"/>
                </a:lnTo>
                <a:close/>
                <a:moveTo>
                  <a:pt x="1792125" y="4453952"/>
                </a:moveTo>
                <a:lnTo>
                  <a:pt x="1794411" y="4456162"/>
                </a:lnTo>
                <a:lnTo>
                  <a:pt x="1790144" y="4458143"/>
                </a:lnTo>
                <a:close/>
                <a:moveTo>
                  <a:pt x="4279397" y="4453419"/>
                </a:moveTo>
                <a:cubicBezTo>
                  <a:pt x="4279397" y="4453419"/>
                  <a:pt x="4281988" y="4456086"/>
                  <a:pt x="4281988" y="4456086"/>
                </a:cubicBezTo>
                <a:cubicBezTo>
                  <a:pt x="4277645" y="4460430"/>
                  <a:pt x="4273301" y="4464697"/>
                  <a:pt x="4269034" y="4469040"/>
                </a:cubicBezTo>
                <a:lnTo>
                  <a:pt x="4268996" y="4469002"/>
                </a:lnTo>
                <a:lnTo>
                  <a:pt x="4256080" y="4481918"/>
                </a:lnTo>
                <a:cubicBezTo>
                  <a:pt x="4251736" y="4486261"/>
                  <a:pt x="4247469" y="4490528"/>
                  <a:pt x="4243126" y="4494872"/>
                </a:cubicBezTo>
                <a:cubicBezTo>
                  <a:pt x="4238782" y="4499215"/>
                  <a:pt x="4234439" y="4503558"/>
                  <a:pt x="4230096" y="4507826"/>
                </a:cubicBezTo>
                <a:lnTo>
                  <a:pt x="4227581" y="4505311"/>
                </a:lnTo>
                <a:cubicBezTo>
                  <a:pt x="4231924" y="4500967"/>
                  <a:pt x="4236268" y="4496624"/>
                  <a:pt x="4240535" y="4492281"/>
                </a:cubicBezTo>
                <a:cubicBezTo>
                  <a:pt x="4244878" y="4487938"/>
                  <a:pt x="4249146" y="4483670"/>
                  <a:pt x="4253489" y="4479327"/>
                </a:cubicBezTo>
                <a:cubicBezTo>
                  <a:pt x="4257832" y="4474984"/>
                  <a:pt x="4262100" y="4470640"/>
                  <a:pt x="4266443" y="4466297"/>
                </a:cubicBezTo>
                <a:lnTo>
                  <a:pt x="4266480" y="4466336"/>
                </a:lnTo>
                <a:close/>
                <a:moveTo>
                  <a:pt x="1796392" y="4451971"/>
                </a:moveTo>
                <a:lnTo>
                  <a:pt x="1794411" y="4456162"/>
                </a:lnTo>
                <a:lnTo>
                  <a:pt x="1792125" y="4453952"/>
                </a:lnTo>
                <a:close/>
                <a:moveTo>
                  <a:pt x="4283969" y="4451514"/>
                </a:moveTo>
                <a:lnTo>
                  <a:pt x="4282064" y="4456010"/>
                </a:lnTo>
                <a:lnTo>
                  <a:pt x="4279397" y="4453419"/>
                </a:lnTo>
                <a:close/>
                <a:moveTo>
                  <a:pt x="3890678" y="4428045"/>
                </a:moveTo>
                <a:lnTo>
                  <a:pt x="3892964" y="4430255"/>
                </a:lnTo>
                <a:lnTo>
                  <a:pt x="3888697" y="4432236"/>
                </a:lnTo>
                <a:close/>
                <a:moveTo>
                  <a:pt x="3894946" y="4426063"/>
                </a:moveTo>
                <a:lnTo>
                  <a:pt x="3892965" y="4430254"/>
                </a:lnTo>
                <a:lnTo>
                  <a:pt x="3890679" y="4428044"/>
                </a:lnTo>
                <a:close/>
                <a:moveTo>
                  <a:pt x="1753419" y="4414785"/>
                </a:moveTo>
                <a:cubicBezTo>
                  <a:pt x="1753419" y="4414785"/>
                  <a:pt x="1755858" y="4417223"/>
                  <a:pt x="1755858" y="4417223"/>
                </a:cubicBezTo>
                <a:cubicBezTo>
                  <a:pt x="1751437" y="4421567"/>
                  <a:pt x="1747019" y="4425987"/>
                  <a:pt x="1742589" y="4430330"/>
                </a:cubicBezTo>
                <a:lnTo>
                  <a:pt x="1742540" y="4430279"/>
                </a:lnTo>
                <a:lnTo>
                  <a:pt x="1738327" y="4432236"/>
                </a:lnTo>
                <a:lnTo>
                  <a:pt x="1740307" y="4428045"/>
                </a:lnTo>
                <a:lnTo>
                  <a:pt x="1740346" y="4428082"/>
                </a:lnTo>
                <a:lnTo>
                  <a:pt x="1740308" y="4428044"/>
                </a:lnTo>
                <a:cubicBezTo>
                  <a:pt x="1744732" y="4423624"/>
                  <a:pt x="1749076" y="4419205"/>
                  <a:pt x="1753419" y="4414785"/>
                </a:cubicBezTo>
                <a:close/>
                <a:moveTo>
                  <a:pt x="1792279" y="4375771"/>
                </a:moveTo>
                <a:cubicBezTo>
                  <a:pt x="1792279" y="4375771"/>
                  <a:pt x="1794870" y="4378362"/>
                  <a:pt x="1794870" y="4378362"/>
                </a:cubicBezTo>
                <a:cubicBezTo>
                  <a:pt x="1790526" y="4382705"/>
                  <a:pt x="1786260" y="4386973"/>
                  <a:pt x="1781917" y="4391316"/>
                </a:cubicBezTo>
                <a:lnTo>
                  <a:pt x="1781879" y="4391278"/>
                </a:lnTo>
                <a:lnTo>
                  <a:pt x="1768926" y="4404156"/>
                </a:lnTo>
                <a:lnTo>
                  <a:pt x="1768964" y="4404194"/>
                </a:lnTo>
                <a:cubicBezTo>
                  <a:pt x="1764621" y="4408537"/>
                  <a:pt x="1760202" y="4412805"/>
                  <a:pt x="1755859" y="4417148"/>
                </a:cubicBezTo>
                <a:cubicBezTo>
                  <a:pt x="1755859" y="4417148"/>
                  <a:pt x="1753421" y="4414710"/>
                  <a:pt x="1753421" y="4414710"/>
                </a:cubicBezTo>
                <a:cubicBezTo>
                  <a:pt x="1757764" y="4410366"/>
                  <a:pt x="1762031" y="4405946"/>
                  <a:pt x="1766374" y="4401603"/>
                </a:cubicBezTo>
                <a:lnTo>
                  <a:pt x="1766412" y="4401641"/>
                </a:lnTo>
                <a:lnTo>
                  <a:pt x="1779327" y="4388649"/>
                </a:lnTo>
                <a:lnTo>
                  <a:pt x="1779365" y="4388687"/>
                </a:lnTo>
                <a:close/>
                <a:moveTo>
                  <a:pt x="1796851" y="4373790"/>
                </a:moveTo>
                <a:lnTo>
                  <a:pt x="1794870" y="4378362"/>
                </a:lnTo>
                <a:lnTo>
                  <a:pt x="1792280" y="4375695"/>
                </a:lnTo>
                <a:close/>
                <a:moveTo>
                  <a:pt x="8839052" y="4363275"/>
                </a:moveTo>
                <a:lnTo>
                  <a:pt x="8841339" y="4365485"/>
                </a:lnTo>
                <a:lnTo>
                  <a:pt x="8837071" y="4367466"/>
                </a:lnTo>
                <a:close/>
                <a:moveTo>
                  <a:pt x="8856579" y="4348035"/>
                </a:moveTo>
                <a:lnTo>
                  <a:pt x="8854622" y="4352326"/>
                </a:lnTo>
                <a:lnTo>
                  <a:pt x="8854674" y="4352378"/>
                </a:lnTo>
                <a:lnTo>
                  <a:pt x="8854598" y="4352378"/>
                </a:lnTo>
                <a:cubicBezTo>
                  <a:pt x="8850178" y="4356721"/>
                  <a:pt x="8845758" y="4361141"/>
                  <a:pt x="8841339" y="4365485"/>
                </a:cubicBezTo>
                <a:lnTo>
                  <a:pt x="8839129" y="4363199"/>
                </a:lnTo>
                <a:cubicBezTo>
                  <a:pt x="8843472" y="4358779"/>
                  <a:pt x="8847892" y="4354359"/>
                  <a:pt x="8852235" y="4349940"/>
                </a:cubicBezTo>
                <a:lnTo>
                  <a:pt x="8852287" y="4349992"/>
                </a:lnTo>
                <a:close/>
                <a:moveTo>
                  <a:pt x="2066747" y="4339424"/>
                </a:moveTo>
                <a:lnTo>
                  <a:pt x="2066747" y="4339500"/>
                </a:lnTo>
                <a:lnTo>
                  <a:pt x="2066709" y="4339462"/>
                </a:lnTo>
                <a:close/>
                <a:moveTo>
                  <a:pt x="2064310" y="4337062"/>
                </a:moveTo>
                <a:lnTo>
                  <a:pt x="2066709" y="4339462"/>
                </a:lnTo>
                <a:lnTo>
                  <a:pt x="2053451" y="4352494"/>
                </a:lnTo>
                <a:lnTo>
                  <a:pt x="2053490" y="4352531"/>
                </a:lnTo>
                <a:lnTo>
                  <a:pt x="2049221" y="4354512"/>
                </a:lnTo>
                <a:lnTo>
                  <a:pt x="2051206" y="4350321"/>
                </a:lnTo>
                <a:lnTo>
                  <a:pt x="2051252" y="4350365"/>
                </a:lnTo>
                <a:lnTo>
                  <a:pt x="2051208" y="4350321"/>
                </a:lnTo>
                <a:cubicBezTo>
                  <a:pt x="2055545" y="4345901"/>
                  <a:pt x="2059966" y="4341481"/>
                  <a:pt x="2064310" y="4337062"/>
                </a:cubicBezTo>
                <a:close/>
                <a:moveTo>
                  <a:pt x="2081764" y="4322050"/>
                </a:moveTo>
                <a:lnTo>
                  <a:pt x="2079782" y="4326470"/>
                </a:lnTo>
                <a:lnTo>
                  <a:pt x="2079781" y="4326470"/>
                </a:lnTo>
                <a:lnTo>
                  <a:pt x="2079781" y="4326470"/>
                </a:lnTo>
                <a:cubicBezTo>
                  <a:pt x="2075436" y="4330813"/>
                  <a:pt x="2071091" y="4335081"/>
                  <a:pt x="2066745" y="4339424"/>
                </a:cubicBezTo>
                <a:lnTo>
                  <a:pt x="2064310" y="4336986"/>
                </a:lnTo>
                <a:cubicBezTo>
                  <a:pt x="2068652" y="4332642"/>
                  <a:pt x="2072920" y="4328299"/>
                  <a:pt x="2077266" y="4323879"/>
                </a:cubicBezTo>
                <a:lnTo>
                  <a:pt x="2077320" y="4323933"/>
                </a:lnTo>
                <a:close/>
                <a:moveTo>
                  <a:pt x="8895136" y="4309478"/>
                </a:moveTo>
                <a:lnTo>
                  <a:pt x="8893155" y="4313668"/>
                </a:lnTo>
                <a:lnTo>
                  <a:pt x="8893155" y="4313668"/>
                </a:lnTo>
                <a:lnTo>
                  <a:pt x="8893154" y="4313669"/>
                </a:lnTo>
                <a:lnTo>
                  <a:pt x="8888888" y="4315649"/>
                </a:lnTo>
                <a:lnTo>
                  <a:pt x="8890869" y="4311458"/>
                </a:lnTo>
                <a:lnTo>
                  <a:pt x="8890870" y="4311459"/>
                </a:lnTo>
                <a:close/>
                <a:moveTo>
                  <a:pt x="7017110" y="4309172"/>
                </a:moveTo>
                <a:lnTo>
                  <a:pt x="7015129" y="4313515"/>
                </a:lnTo>
                <a:lnTo>
                  <a:pt x="7001871" y="4326622"/>
                </a:lnTo>
                <a:lnTo>
                  <a:pt x="7001871" y="4326622"/>
                </a:lnTo>
                <a:lnTo>
                  <a:pt x="6997604" y="4328603"/>
                </a:lnTo>
                <a:lnTo>
                  <a:pt x="6999585" y="4324412"/>
                </a:lnTo>
                <a:lnTo>
                  <a:pt x="7001839" y="4326591"/>
                </a:lnTo>
                <a:lnTo>
                  <a:pt x="6999584" y="4324336"/>
                </a:lnTo>
                <a:cubicBezTo>
                  <a:pt x="7003927" y="4319916"/>
                  <a:pt x="7008347" y="4315497"/>
                  <a:pt x="7012691" y="4311077"/>
                </a:cubicBezTo>
                <a:lnTo>
                  <a:pt x="7012767" y="4311153"/>
                </a:lnTo>
                <a:close/>
                <a:moveTo>
                  <a:pt x="5561843" y="4246384"/>
                </a:moveTo>
                <a:cubicBezTo>
                  <a:pt x="5561843" y="4246384"/>
                  <a:pt x="5564282" y="4248822"/>
                  <a:pt x="5564282" y="4248822"/>
                </a:cubicBezTo>
                <a:cubicBezTo>
                  <a:pt x="5559862" y="4253166"/>
                  <a:pt x="5555443" y="4257586"/>
                  <a:pt x="5551023" y="4261929"/>
                </a:cubicBezTo>
                <a:lnTo>
                  <a:pt x="5550971" y="4261876"/>
                </a:lnTo>
                <a:lnTo>
                  <a:pt x="5546755" y="4263833"/>
                </a:lnTo>
                <a:lnTo>
                  <a:pt x="5548736" y="4259642"/>
                </a:lnTo>
                <a:lnTo>
                  <a:pt x="5548737" y="4259643"/>
                </a:lnTo>
                <a:lnTo>
                  <a:pt x="5549899" y="4260767"/>
                </a:lnTo>
                <a:lnTo>
                  <a:pt x="5548813" y="4259643"/>
                </a:lnTo>
                <a:lnTo>
                  <a:pt x="5548737" y="4259643"/>
                </a:lnTo>
                <a:close/>
                <a:moveTo>
                  <a:pt x="3791319" y="4244708"/>
                </a:moveTo>
                <a:lnTo>
                  <a:pt x="3789337" y="4248899"/>
                </a:lnTo>
                <a:lnTo>
                  <a:pt x="3789336" y="4248898"/>
                </a:lnTo>
                <a:lnTo>
                  <a:pt x="3785069" y="4250879"/>
                </a:lnTo>
                <a:lnTo>
                  <a:pt x="3787050" y="4246688"/>
                </a:lnTo>
                <a:lnTo>
                  <a:pt x="3788965" y="4248539"/>
                </a:lnTo>
                <a:lnTo>
                  <a:pt x="3787052" y="4246689"/>
                </a:lnTo>
                <a:close/>
                <a:moveTo>
                  <a:pt x="5566263" y="4244402"/>
                </a:moveTo>
                <a:lnTo>
                  <a:pt x="5564281" y="4248745"/>
                </a:lnTo>
                <a:lnTo>
                  <a:pt x="5561843" y="4246383"/>
                </a:lnTo>
                <a:close/>
                <a:moveTo>
                  <a:pt x="3320706" y="4220781"/>
                </a:moveTo>
                <a:lnTo>
                  <a:pt x="3322992" y="4222991"/>
                </a:lnTo>
                <a:lnTo>
                  <a:pt x="3318725" y="4224972"/>
                </a:lnTo>
                <a:close/>
                <a:moveTo>
                  <a:pt x="2569371" y="4220781"/>
                </a:moveTo>
                <a:lnTo>
                  <a:pt x="2571657" y="4222991"/>
                </a:lnTo>
                <a:lnTo>
                  <a:pt x="2567390" y="4224972"/>
                </a:lnTo>
                <a:close/>
                <a:moveTo>
                  <a:pt x="3324974" y="4218799"/>
                </a:moveTo>
                <a:lnTo>
                  <a:pt x="3322993" y="4222990"/>
                </a:lnTo>
                <a:lnTo>
                  <a:pt x="3320707" y="4220780"/>
                </a:lnTo>
                <a:close/>
                <a:moveTo>
                  <a:pt x="2573640" y="4218799"/>
                </a:moveTo>
                <a:lnTo>
                  <a:pt x="2571659" y="4222990"/>
                </a:lnTo>
                <a:lnTo>
                  <a:pt x="2569373" y="4220780"/>
                </a:lnTo>
                <a:close/>
                <a:moveTo>
                  <a:pt x="2452942" y="4207522"/>
                </a:moveTo>
                <a:cubicBezTo>
                  <a:pt x="2452942" y="4207522"/>
                  <a:pt x="2455381" y="4209960"/>
                  <a:pt x="2455381" y="4209960"/>
                </a:cubicBezTo>
                <a:cubicBezTo>
                  <a:pt x="2450961" y="4214303"/>
                  <a:pt x="2446541" y="4218723"/>
                  <a:pt x="2442122" y="4223067"/>
                </a:cubicBezTo>
                <a:lnTo>
                  <a:pt x="2442070" y="4223015"/>
                </a:lnTo>
                <a:lnTo>
                  <a:pt x="2437854" y="4224972"/>
                </a:lnTo>
                <a:lnTo>
                  <a:pt x="2439835" y="4220781"/>
                </a:lnTo>
                <a:lnTo>
                  <a:pt x="2439878" y="4220823"/>
                </a:lnTo>
                <a:lnTo>
                  <a:pt x="2439837" y="4220781"/>
                </a:lnTo>
                <a:cubicBezTo>
                  <a:pt x="2444180" y="4216361"/>
                  <a:pt x="2448599" y="4211941"/>
                  <a:pt x="2452942" y="4207522"/>
                </a:cubicBezTo>
                <a:close/>
                <a:moveTo>
                  <a:pt x="5643681" y="4192891"/>
                </a:moveTo>
                <a:lnTo>
                  <a:pt x="5641700" y="4197082"/>
                </a:lnTo>
                <a:lnTo>
                  <a:pt x="5641701" y="4197082"/>
                </a:lnTo>
                <a:lnTo>
                  <a:pt x="5637434" y="4199063"/>
                </a:lnTo>
                <a:lnTo>
                  <a:pt x="5639414" y="4194873"/>
                </a:lnTo>
                <a:lnTo>
                  <a:pt x="5639414" y="4194872"/>
                </a:lnTo>
                <a:close/>
                <a:moveTo>
                  <a:pt x="3942499" y="4181918"/>
                </a:moveTo>
                <a:lnTo>
                  <a:pt x="3944785" y="4184128"/>
                </a:lnTo>
                <a:lnTo>
                  <a:pt x="3940518" y="4186109"/>
                </a:lnTo>
                <a:close/>
                <a:moveTo>
                  <a:pt x="2478851" y="4181461"/>
                </a:moveTo>
                <a:cubicBezTo>
                  <a:pt x="2478851" y="4181461"/>
                  <a:pt x="2481442" y="4184052"/>
                  <a:pt x="2481442" y="4184052"/>
                </a:cubicBezTo>
                <a:cubicBezTo>
                  <a:pt x="2477098" y="4188395"/>
                  <a:pt x="2472755" y="4192663"/>
                  <a:pt x="2468412" y="4197006"/>
                </a:cubicBezTo>
                <a:lnTo>
                  <a:pt x="2468373" y="4196968"/>
                </a:lnTo>
                <a:lnTo>
                  <a:pt x="2455380" y="4209884"/>
                </a:lnTo>
                <a:lnTo>
                  <a:pt x="2452942" y="4207446"/>
                </a:lnTo>
                <a:cubicBezTo>
                  <a:pt x="2457285" y="4203102"/>
                  <a:pt x="2461552" y="4198759"/>
                  <a:pt x="2465896" y="4194339"/>
                </a:cubicBezTo>
                <a:lnTo>
                  <a:pt x="2465972" y="4194415"/>
                </a:lnTo>
                <a:close/>
                <a:moveTo>
                  <a:pt x="9050584" y="4179938"/>
                </a:moveTo>
                <a:lnTo>
                  <a:pt x="9048603" y="4184128"/>
                </a:lnTo>
                <a:lnTo>
                  <a:pt x="9048603" y="4184128"/>
                </a:lnTo>
                <a:lnTo>
                  <a:pt x="9048602" y="4184129"/>
                </a:lnTo>
                <a:lnTo>
                  <a:pt x="9044335" y="4186109"/>
                </a:lnTo>
                <a:lnTo>
                  <a:pt x="9046316" y="4181918"/>
                </a:lnTo>
                <a:lnTo>
                  <a:pt x="9046317" y="4181919"/>
                </a:lnTo>
                <a:close/>
                <a:moveTo>
                  <a:pt x="8623102" y="4179938"/>
                </a:moveTo>
                <a:lnTo>
                  <a:pt x="8621121" y="4184128"/>
                </a:lnTo>
                <a:lnTo>
                  <a:pt x="8621121" y="4184128"/>
                </a:lnTo>
                <a:lnTo>
                  <a:pt x="8621120" y="4184129"/>
                </a:lnTo>
                <a:lnTo>
                  <a:pt x="8616853" y="4186109"/>
                </a:lnTo>
                <a:lnTo>
                  <a:pt x="8618834" y="4181918"/>
                </a:lnTo>
                <a:lnTo>
                  <a:pt x="8618835" y="4181919"/>
                </a:lnTo>
                <a:close/>
                <a:moveTo>
                  <a:pt x="3946768" y="4179938"/>
                </a:moveTo>
                <a:lnTo>
                  <a:pt x="3944787" y="4184129"/>
                </a:lnTo>
                <a:lnTo>
                  <a:pt x="3942501" y="4181919"/>
                </a:lnTo>
                <a:close/>
                <a:moveTo>
                  <a:pt x="2483423" y="4179480"/>
                </a:moveTo>
                <a:lnTo>
                  <a:pt x="2481443" y="4184052"/>
                </a:lnTo>
                <a:lnTo>
                  <a:pt x="2478851" y="4181385"/>
                </a:lnTo>
                <a:close/>
                <a:moveTo>
                  <a:pt x="2623779" y="4171022"/>
                </a:moveTo>
                <a:lnTo>
                  <a:pt x="2623704" y="4171098"/>
                </a:lnTo>
                <a:lnTo>
                  <a:pt x="2623702" y="4171098"/>
                </a:lnTo>
                <a:close/>
                <a:moveTo>
                  <a:pt x="2621264" y="4168660"/>
                </a:moveTo>
                <a:lnTo>
                  <a:pt x="2623702" y="4171098"/>
                </a:lnTo>
                <a:lnTo>
                  <a:pt x="2610482" y="4184092"/>
                </a:lnTo>
                <a:lnTo>
                  <a:pt x="2610520" y="4184128"/>
                </a:lnTo>
                <a:lnTo>
                  <a:pt x="2606253" y="4186109"/>
                </a:lnTo>
                <a:lnTo>
                  <a:pt x="2608210" y="4181969"/>
                </a:lnTo>
                <a:lnTo>
                  <a:pt x="2608159" y="4181919"/>
                </a:lnTo>
                <a:cubicBezTo>
                  <a:pt x="2612502" y="4177499"/>
                  <a:pt x="2616921" y="4173080"/>
                  <a:pt x="2621264" y="4168660"/>
                </a:cubicBezTo>
                <a:close/>
                <a:moveTo>
                  <a:pt x="2625761" y="4166678"/>
                </a:moveTo>
                <a:lnTo>
                  <a:pt x="2623780" y="4171021"/>
                </a:lnTo>
                <a:lnTo>
                  <a:pt x="2621418" y="4168659"/>
                </a:lnTo>
                <a:close/>
                <a:moveTo>
                  <a:pt x="6356151" y="4154029"/>
                </a:moveTo>
                <a:lnTo>
                  <a:pt x="6354170" y="4158220"/>
                </a:lnTo>
                <a:lnTo>
                  <a:pt x="6354171" y="4158221"/>
                </a:lnTo>
                <a:lnTo>
                  <a:pt x="6349904" y="4160202"/>
                </a:lnTo>
                <a:lnTo>
                  <a:pt x="6351885" y="4156011"/>
                </a:lnTo>
                <a:lnTo>
                  <a:pt x="6351884" y="4156010"/>
                </a:lnTo>
                <a:close/>
                <a:moveTo>
                  <a:pt x="6032301" y="4154029"/>
                </a:moveTo>
                <a:lnTo>
                  <a:pt x="6030320" y="4158220"/>
                </a:lnTo>
                <a:lnTo>
                  <a:pt x="6030321" y="4158221"/>
                </a:lnTo>
                <a:lnTo>
                  <a:pt x="6026054" y="4160202"/>
                </a:lnTo>
                <a:lnTo>
                  <a:pt x="6028035" y="4156011"/>
                </a:lnTo>
                <a:lnTo>
                  <a:pt x="6028034" y="4156010"/>
                </a:lnTo>
                <a:close/>
                <a:moveTo>
                  <a:pt x="3812963" y="4143057"/>
                </a:moveTo>
                <a:lnTo>
                  <a:pt x="3815249" y="4145267"/>
                </a:lnTo>
                <a:lnTo>
                  <a:pt x="3810982" y="4147248"/>
                </a:lnTo>
                <a:close/>
                <a:moveTo>
                  <a:pt x="3605851" y="4142752"/>
                </a:moveTo>
                <a:cubicBezTo>
                  <a:pt x="3605851" y="4142752"/>
                  <a:pt x="3608213" y="4145190"/>
                  <a:pt x="3608213" y="4145190"/>
                </a:cubicBezTo>
                <a:cubicBezTo>
                  <a:pt x="3603794" y="4149533"/>
                  <a:pt x="3599374" y="4153953"/>
                  <a:pt x="3594955" y="4158297"/>
                </a:cubicBezTo>
                <a:lnTo>
                  <a:pt x="3594927" y="4158269"/>
                </a:lnTo>
                <a:lnTo>
                  <a:pt x="3590765" y="4160202"/>
                </a:lnTo>
                <a:lnTo>
                  <a:pt x="3592697" y="4156113"/>
                </a:lnTo>
                <a:lnTo>
                  <a:pt x="3592670" y="4156087"/>
                </a:lnTo>
                <a:lnTo>
                  <a:pt x="3592744" y="4156013"/>
                </a:lnTo>
                <a:lnTo>
                  <a:pt x="3592745" y="4156011"/>
                </a:lnTo>
                <a:lnTo>
                  <a:pt x="3592746" y="4156012"/>
                </a:lnTo>
                <a:lnTo>
                  <a:pt x="3592746" y="4156011"/>
                </a:lnTo>
                <a:cubicBezTo>
                  <a:pt x="3597089" y="4151591"/>
                  <a:pt x="3601507" y="4147171"/>
                  <a:pt x="3605851" y="4142752"/>
                </a:cubicBezTo>
                <a:close/>
                <a:moveTo>
                  <a:pt x="4801671" y="4141075"/>
                </a:moveTo>
                <a:lnTo>
                  <a:pt x="4799690" y="4145266"/>
                </a:lnTo>
                <a:lnTo>
                  <a:pt x="4799691" y="4145267"/>
                </a:lnTo>
                <a:lnTo>
                  <a:pt x="4795424" y="4147248"/>
                </a:lnTo>
                <a:lnTo>
                  <a:pt x="4797405" y="4143057"/>
                </a:lnTo>
                <a:lnTo>
                  <a:pt x="4797404" y="4143056"/>
                </a:lnTo>
                <a:close/>
                <a:moveTo>
                  <a:pt x="3817231" y="4141075"/>
                </a:moveTo>
                <a:lnTo>
                  <a:pt x="3815250" y="4145266"/>
                </a:lnTo>
                <a:lnTo>
                  <a:pt x="3812964" y="4143056"/>
                </a:lnTo>
                <a:close/>
                <a:moveTo>
                  <a:pt x="3610271" y="4140771"/>
                </a:moveTo>
                <a:lnTo>
                  <a:pt x="3608291" y="4145114"/>
                </a:lnTo>
                <a:lnTo>
                  <a:pt x="3605852" y="4142752"/>
                </a:lnTo>
                <a:close/>
                <a:moveTo>
                  <a:pt x="654762" y="4132160"/>
                </a:moveTo>
                <a:lnTo>
                  <a:pt x="654686" y="4132236"/>
                </a:lnTo>
                <a:lnTo>
                  <a:pt x="654685" y="4132236"/>
                </a:lnTo>
                <a:close/>
                <a:moveTo>
                  <a:pt x="4033179" y="4130102"/>
                </a:moveTo>
                <a:lnTo>
                  <a:pt x="4035465" y="4132312"/>
                </a:lnTo>
                <a:lnTo>
                  <a:pt x="4031199" y="4134293"/>
                </a:lnTo>
                <a:close/>
                <a:moveTo>
                  <a:pt x="652247" y="4129798"/>
                </a:moveTo>
                <a:lnTo>
                  <a:pt x="654685" y="4132236"/>
                </a:lnTo>
                <a:lnTo>
                  <a:pt x="641464" y="4145230"/>
                </a:lnTo>
                <a:lnTo>
                  <a:pt x="641502" y="4145267"/>
                </a:lnTo>
                <a:lnTo>
                  <a:pt x="637235" y="4147248"/>
                </a:lnTo>
                <a:lnTo>
                  <a:pt x="639193" y="4143107"/>
                </a:lnTo>
                <a:lnTo>
                  <a:pt x="639141" y="4143057"/>
                </a:lnTo>
                <a:cubicBezTo>
                  <a:pt x="643561" y="4138637"/>
                  <a:pt x="647904" y="4134218"/>
                  <a:pt x="652247" y="4129798"/>
                </a:cubicBezTo>
                <a:close/>
                <a:moveTo>
                  <a:pt x="4037447" y="4128121"/>
                </a:moveTo>
                <a:lnTo>
                  <a:pt x="4035466" y="4132312"/>
                </a:lnTo>
                <a:lnTo>
                  <a:pt x="4033180" y="4130102"/>
                </a:lnTo>
                <a:close/>
                <a:moveTo>
                  <a:pt x="656743" y="4127817"/>
                </a:moveTo>
                <a:lnTo>
                  <a:pt x="654762" y="4132160"/>
                </a:lnTo>
                <a:lnTo>
                  <a:pt x="652400" y="4129798"/>
                </a:lnTo>
                <a:close/>
                <a:moveTo>
                  <a:pt x="3208399" y="4115168"/>
                </a:moveTo>
                <a:lnTo>
                  <a:pt x="3206419" y="4119359"/>
                </a:lnTo>
                <a:lnTo>
                  <a:pt x="3206417" y="4119358"/>
                </a:lnTo>
                <a:lnTo>
                  <a:pt x="3202151" y="4121339"/>
                </a:lnTo>
                <a:lnTo>
                  <a:pt x="3204133" y="4117148"/>
                </a:lnTo>
                <a:lnTo>
                  <a:pt x="3206067" y="4119019"/>
                </a:lnTo>
                <a:lnTo>
                  <a:pt x="3204134" y="4117149"/>
                </a:lnTo>
                <a:close/>
                <a:moveTo>
                  <a:pt x="4149766" y="4078287"/>
                </a:moveTo>
                <a:lnTo>
                  <a:pt x="4152053" y="4080497"/>
                </a:lnTo>
                <a:lnTo>
                  <a:pt x="4147786" y="4082478"/>
                </a:lnTo>
                <a:close/>
                <a:moveTo>
                  <a:pt x="8985814" y="4076305"/>
                </a:moveTo>
                <a:lnTo>
                  <a:pt x="8983832" y="4080496"/>
                </a:lnTo>
                <a:lnTo>
                  <a:pt x="8983833" y="4080497"/>
                </a:lnTo>
                <a:lnTo>
                  <a:pt x="8979565" y="4082478"/>
                </a:lnTo>
                <a:lnTo>
                  <a:pt x="8981546" y="4078287"/>
                </a:lnTo>
                <a:lnTo>
                  <a:pt x="8983827" y="4080491"/>
                </a:lnTo>
                <a:lnTo>
                  <a:pt x="8981546" y="4078286"/>
                </a:lnTo>
                <a:close/>
                <a:moveTo>
                  <a:pt x="4154033" y="4076305"/>
                </a:moveTo>
                <a:lnTo>
                  <a:pt x="4152052" y="4080496"/>
                </a:lnTo>
                <a:lnTo>
                  <a:pt x="4149766" y="4078286"/>
                </a:lnTo>
                <a:close/>
                <a:moveTo>
                  <a:pt x="8735420" y="4065332"/>
                </a:moveTo>
                <a:lnTo>
                  <a:pt x="8737706" y="4067542"/>
                </a:lnTo>
                <a:lnTo>
                  <a:pt x="8733439" y="4069523"/>
                </a:lnTo>
                <a:close/>
                <a:moveTo>
                  <a:pt x="1170359" y="4052378"/>
                </a:moveTo>
                <a:lnTo>
                  <a:pt x="1172644" y="4054588"/>
                </a:lnTo>
                <a:lnTo>
                  <a:pt x="1168377" y="4056569"/>
                </a:lnTo>
                <a:close/>
                <a:moveTo>
                  <a:pt x="6649979" y="4052074"/>
                </a:moveTo>
                <a:cubicBezTo>
                  <a:pt x="6649979" y="4052074"/>
                  <a:pt x="6652418" y="4054512"/>
                  <a:pt x="6652418" y="4054512"/>
                </a:cubicBezTo>
                <a:cubicBezTo>
                  <a:pt x="6647998" y="4058856"/>
                  <a:pt x="6643579" y="4063276"/>
                  <a:pt x="6639159" y="4067619"/>
                </a:cubicBezTo>
                <a:lnTo>
                  <a:pt x="6639108" y="4067566"/>
                </a:lnTo>
                <a:lnTo>
                  <a:pt x="6634891" y="4069523"/>
                </a:lnTo>
                <a:lnTo>
                  <a:pt x="6636872" y="4065332"/>
                </a:lnTo>
                <a:lnTo>
                  <a:pt x="6636873" y="4065333"/>
                </a:lnTo>
                <a:lnTo>
                  <a:pt x="6638035" y="4066457"/>
                </a:lnTo>
                <a:lnTo>
                  <a:pt x="6636949" y="4065333"/>
                </a:lnTo>
                <a:lnTo>
                  <a:pt x="6636873" y="4065333"/>
                </a:lnTo>
                <a:close/>
                <a:moveTo>
                  <a:pt x="185985" y="4052074"/>
                </a:moveTo>
                <a:cubicBezTo>
                  <a:pt x="185985" y="4052074"/>
                  <a:pt x="188424" y="4054512"/>
                  <a:pt x="188424" y="4054512"/>
                </a:cubicBezTo>
                <a:cubicBezTo>
                  <a:pt x="184004" y="4058856"/>
                  <a:pt x="179585" y="4063276"/>
                  <a:pt x="175165" y="4067619"/>
                </a:cubicBezTo>
                <a:lnTo>
                  <a:pt x="175113" y="4067566"/>
                </a:lnTo>
                <a:lnTo>
                  <a:pt x="170896" y="4069523"/>
                </a:lnTo>
                <a:lnTo>
                  <a:pt x="172877" y="4065332"/>
                </a:lnTo>
                <a:lnTo>
                  <a:pt x="174050" y="4066466"/>
                </a:lnTo>
                <a:lnTo>
                  <a:pt x="172955" y="4065333"/>
                </a:lnTo>
                <a:lnTo>
                  <a:pt x="172879" y="4065333"/>
                </a:lnTo>
                <a:cubicBezTo>
                  <a:pt x="177222" y="4060913"/>
                  <a:pt x="181642" y="4056494"/>
                  <a:pt x="185985" y="4052074"/>
                </a:cubicBezTo>
                <a:close/>
                <a:moveTo>
                  <a:pt x="1174627" y="4050398"/>
                </a:moveTo>
                <a:lnTo>
                  <a:pt x="1172647" y="4054589"/>
                </a:lnTo>
                <a:lnTo>
                  <a:pt x="1170360" y="4052379"/>
                </a:lnTo>
                <a:close/>
                <a:moveTo>
                  <a:pt x="8752946" y="4050092"/>
                </a:moveTo>
                <a:lnTo>
                  <a:pt x="8750965" y="4054435"/>
                </a:lnTo>
                <a:cubicBezTo>
                  <a:pt x="8746546" y="4058779"/>
                  <a:pt x="8742127" y="4063199"/>
                  <a:pt x="8737706" y="4067542"/>
                </a:cubicBezTo>
                <a:lnTo>
                  <a:pt x="8735421" y="4065256"/>
                </a:lnTo>
                <a:cubicBezTo>
                  <a:pt x="8739764" y="4060836"/>
                  <a:pt x="8744184" y="4056417"/>
                  <a:pt x="8748527" y="4051997"/>
                </a:cubicBezTo>
                <a:lnTo>
                  <a:pt x="8748603" y="4052073"/>
                </a:lnTo>
                <a:close/>
                <a:moveTo>
                  <a:pt x="6654399" y="4050092"/>
                </a:moveTo>
                <a:lnTo>
                  <a:pt x="6652417" y="4054435"/>
                </a:lnTo>
                <a:lnTo>
                  <a:pt x="6649979" y="4052073"/>
                </a:lnTo>
                <a:close/>
                <a:moveTo>
                  <a:pt x="190405" y="4050092"/>
                </a:moveTo>
                <a:lnTo>
                  <a:pt x="188423" y="4054435"/>
                </a:lnTo>
                <a:lnTo>
                  <a:pt x="185986" y="4052073"/>
                </a:lnTo>
                <a:close/>
                <a:moveTo>
                  <a:pt x="7727599" y="4041482"/>
                </a:moveTo>
                <a:lnTo>
                  <a:pt x="7727599" y="4041558"/>
                </a:lnTo>
                <a:lnTo>
                  <a:pt x="7727561" y="4041520"/>
                </a:lnTo>
                <a:close/>
                <a:moveTo>
                  <a:pt x="5600552" y="4039425"/>
                </a:moveTo>
                <a:lnTo>
                  <a:pt x="5602838" y="4041635"/>
                </a:lnTo>
                <a:lnTo>
                  <a:pt x="5598571" y="4043616"/>
                </a:lnTo>
                <a:close/>
                <a:moveTo>
                  <a:pt x="7725161" y="4039120"/>
                </a:moveTo>
                <a:lnTo>
                  <a:pt x="7727561" y="4041520"/>
                </a:lnTo>
                <a:lnTo>
                  <a:pt x="7714340" y="4054589"/>
                </a:lnTo>
                <a:lnTo>
                  <a:pt x="7714340" y="4054589"/>
                </a:lnTo>
                <a:lnTo>
                  <a:pt x="7710074" y="4056569"/>
                </a:lnTo>
                <a:lnTo>
                  <a:pt x="7712055" y="4052380"/>
                </a:lnTo>
                <a:lnTo>
                  <a:pt x="7712054" y="4052379"/>
                </a:lnTo>
                <a:lnTo>
                  <a:pt x="7712055" y="4052378"/>
                </a:lnTo>
                <a:close/>
                <a:moveTo>
                  <a:pt x="5604820" y="4037443"/>
                </a:moveTo>
                <a:lnTo>
                  <a:pt x="5602839" y="4041634"/>
                </a:lnTo>
                <a:lnTo>
                  <a:pt x="5600553" y="4039424"/>
                </a:lnTo>
                <a:close/>
                <a:moveTo>
                  <a:pt x="7729580" y="4037138"/>
                </a:moveTo>
                <a:lnTo>
                  <a:pt x="7727599" y="4041481"/>
                </a:lnTo>
                <a:lnTo>
                  <a:pt x="7725237" y="4039119"/>
                </a:lnTo>
                <a:close/>
                <a:moveTo>
                  <a:pt x="3048675" y="4026471"/>
                </a:moveTo>
                <a:lnTo>
                  <a:pt x="3050961" y="4028681"/>
                </a:lnTo>
                <a:lnTo>
                  <a:pt x="3046694" y="4030662"/>
                </a:lnTo>
                <a:close/>
                <a:moveTo>
                  <a:pt x="3064223" y="4015574"/>
                </a:moveTo>
                <a:lnTo>
                  <a:pt x="3064223" y="4015650"/>
                </a:lnTo>
                <a:lnTo>
                  <a:pt x="3064185" y="4015612"/>
                </a:lnTo>
                <a:close/>
                <a:moveTo>
                  <a:pt x="3061786" y="4013212"/>
                </a:moveTo>
                <a:lnTo>
                  <a:pt x="3064185" y="4015612"/>
                </a:lnTo>
                <a:lnTo>
                  <a:pt x="3050963" y="4028680"/>
                </a:lnTo>
                <a:lnTo>
                  <a:pt x="3048677" y="4026471"/>
                </a:lnTo>
                <a:cubicBezTo>
                  <a:pt x="3053097" y="4022051"/>
                  <a:pt x="3057441" y="4017631"/>
                  <a:pt x="3061786" y="4013212"/>
                </a:cubicBezTo>
                <a:close/>
                <a:moveTo>
                  <a:pt x="6144620" y="4000562"/>
                </a:moveTo>
                <a:lnTo>
                  <a:pt x="6146906" y="4002772"/>
                </a:lnTo>
                <a:lnTo>
                  <a:pt x="6142639" y="4004753"/>
                </a:lnTo>
                <a:close/>
                <a:moveTo>
                  <a:pt x="3079235" y="3998124"/>
                </a:moveTo>
                <a:lnTo>
                  <a:pt x="3077330" y="4002620"/>
                </a:lnTo>
                <a:lnTo>
                  <a:pt x="3077331" y="4002620"/>
                </a:lnTo>
                <a:cubicBezTo>
                  <a:pt x="3072986" y="4006963"/>
                  <a:pt x="3068643" y="4011231"/>
                  <a:pt x="3064223" y="4015574"/>
                </a:cubicBezTo>
                <a:lnTo>
                  <a:pt x="3061786" y="4013136"/>
                </a:lnTo>
                <a:cubicBezTo>
                  <a:pt x="3066128" y="4008792"/>
                  <a:pt x="3070397" y="4004372"/>
                  <a:pt x="3074739" y="4000029"/>
                </a:cubicBezTo>
                <a:lnTo>
                  <a:pt x="3074815" y="4000105"/>
                </a:lnTo>
                <a:close/>
                <a:moveTo>
                  <a:pt x="6157727" y="3987227"/>
                </a:moveTo>
                <a:cubicBezTo>
                  <a:pt x="6157727" y="3987227"/>
                  <a:pt x="6160166" y="3989665"/>
                  <a:pt x="6160166" y="3989665"/>
                </a:cubicBezTo>
                <a:cubicBezTo>
                  <a:pt x="6155746" y="3994009"/>
                  <a:pt x="6151327" y="3998429"/>
                  <a:pt x="6146907" y="4002772"/>
                </a:cubicBezTo>
                <a:lnTo>
                  <a:pt x="6144621" y="4000486"/>
                </a:lnTo>
                <a:cubicBezTo>
                  <a:pt x="6149040" y="3996066"/>
                  <a:pt x="6153384" y="3991647"/>
                  <a:pt x="6157727" y="3987227"/>
                </a:cubicBezTo>
                <a:close/>
                <a:moveTo>
                  <a:pt x="3838878" y="3961701"/>
                </a:moveTo>
                <a:lnTo>
                  <a:pt x="3841164" y="3963911"/>
                </a:lnTo>
                <a:lnTo>
                  <a:pt x="3836897" y="3965892"/>
                </a:lnTo>
                <a:close/>
                <a:moveTo>
                  <a:pt x="3843146" y="3959719"/>
                </a:moveTo>
                <a:lnTo>
                  <a:pt x="3841165" y="3963910"/>
                </a:lnTo>
                <a:lnTo>
                  <a:pt x="3838879" y="3961700"/>
                </a:lnTo>
                <a:close/>
                <a:moveTo>
                  <a:pt x="6188207" y="3959262"/>
                </a:moveTo>
                <a:lnTo>
                  <a:pt x="6186226" y="3963834"/>
                </a:lnTo>
                <a:cubicBezTo>
                  <a:pt x="6181882" y="3968177"/>
                  <a:pt x="6177539" y="3972444"/>
                  <a:pt x="6173196" y="3976788"/>
                </a:cubicBezTo>
                <a:lnTo>
                  <a:pt x="6173196" y="3976788"/>
                </a:lnTo>
                <a:lnTo>
                  <a:pt x="6160241" y="3989666"/>
                </a:lnTo>
                <a:lnTo>
                  <a:pt x="6157803" y="3987227"/>
                </a:lnTo>
                <a:cubicBezTo>
                  <a:pt x="6162146" y="3982884"/>
                  <a:pt x="6166414" y="3978464"/>
                  <a:pt x="6170757" y="3974121"/>
                </a:cubicBezTo>
                <a:lnTo>
                  <a:pt x="6170795" y="3974159"/>
                </a:lnTo>
                <a:lnTo>
                  <a:pt x="6183635" y="3961243"/>
                </a:lnTo>
                <a:close/>
                <a:moveTo>
                  <a:pt x="5069438" y="3948747"/>
                </a:moveTo>
                <a:lnTo>
                  <a:pt x="5071724" y="3950957"/>
                </a:lnTo>
                <a:lnTo>
                  <a:pt x="5067457" y="3952938"/>
                </a:lnTo>
                <a:close/>
                <a:moveTo>
                  <a:pt x="82203" y="3948747"/>
                </a:moveTo>
                <a:lnTo>
                  <a:pt x="84489" y="3950957"/>
                </a:lnTo>
                <a:lnTo>
                  <a:pt x="80222" y="3952938"/>
                </a:lnTo>
                <a:close/>
                <a:moveTo>
                  <a:pt x="6326129" y="3948442"/>
                </a:moveTo>
                <a:cubicBezTo>
                  <a:pt x="6326129" y="3948442"/>
                  <a:pt x="6328568" y="3950880"/>
                  <a:pt x="6328568" y="3950880"/>
                </a:cubicBezTo>
                <a:cubicBezTo>
                  <a:pt x="6324148" y="3955223"/>
                  <a:pt x="6319729" y="3959643"/>
                  <a:pt x="6315309" y="3963987"/>
                </a:cubicBezTo>
                <a:lnTo>
                  <a:pt x="6315256" y="3963936"/>
                </a:lnTo>
                <a:lnTo>
                  <a:pt x="6311041" y="3965892"/>
                </a:lnTo>
                <a:lnTo>
                  <a:pt x="6313022" y="3961701"/>
                </a:lnTo>
                <a:lnTo>
                  <a:pt x="6313023" y="3961702"/>
                </a:lnTo>
                <a:lnTo>
                  <a:pt x="6313023" y="3961701"/>
                </a:lnTo>
                <a:cubicBezTo>
                  <a:pt x="6317366" y="3957281"/>
                  <a:pt x="6321786" y="3952861"/>
                  <a:pt x="6326129" y="3948442"/>
                </a:cubicBezTo>
                <a:close/>
                <a:moveTo>
                  <a:pt x="5073705" y="3946765"/>
                </a:moveTo>
                <a:lnTo>
                  <a:pt x="5071724" y="3950956"/>
                </a:lnTo>
                <a:lnTo>
                  <a:pt x="5069438" y="3948746"/>
                </a:lnTo>
                <a:close/>
                <a:moveTo>
                  <a:pt x="6330549" y="3946461"/>
                </a:moveTo>
                <a:lnTo>
                  <a:pt x="6328567" y="3950804"/>
                </a:lnTo>
                <a:lnTo>
                  <a:pt x="6326129" y="3948442"/>
                </a:lnTo>
                <a:close/>
                <a:moveTo>
                  <a:pt x="97750" y="3937850"/>
                </a:moveTo>
                <a:lnTo>
                  <a:pt x="97750" y="3937926"/>
                </a:lnTo>
                <a:lnTo>
                  <a:pt x="97712" y="3937888"/>
                </a:lnTo>
                <a:close/>
                <a:moveTo>
                  <a:pt x="95311" y="3935488"/>
                </a:moveTo>
                <a:lnTo>
                  <a:pt x="97712" y="3937888"/>
                </a:lnTo>
                <a:lnTo>
                  <a:pt x="84491" y="3950956"/>
                </a:lnTo>
                <a:lnTo>
                  <a:pt x="82205" y="3948747"/>
                </a:lnTo>
                <a:cubicBezTo>
                  <a:pt x="86548" y="3944327"/>
                  <a:pt x="90968" y="3939908"/>
                  <a:pt x="95311" y="3935488"/>
                </a:cubicBezTo>
                <a:close/>
                <a:moveTo>
                  <a:pt x="99730" y="3933507"/>
                </a:moveTo>
                <a:lnTo>
                  <a:pt x="97749" y="3937850"/>
                </a:lnTo>
                <a:lnTo>
                  <a:pt x="95387" y="3935488"/>
                </a:lnTo>
                <a:close/>
                <a:moveTo>
                  <a:pt x="8997091" y="3911942"/>
                </a:moveTo>
                <a:lnTo>
                  <a:pt x="8997091" y="3912018"/>
                </a:lnTo>
                <a:lnTo>
                  <a:pt x="8997053" y="3911980"/>
                </a:lnTo>
                <a:close/>
                <a:moveTo>
                  <a:pt x="8994653" y="3909580"/>
                </a:moveTo>
                <a:lnTo>
                  <a:pt x="8997053" y="3911980"/>
                </a:lnTo>
                <a:lnTo>
                  <a:pt x="8983832" y="3925049"/>
                </a:lnTo>
                <a:lnTo>
                  <a:pt x="8983832" y="3925049"/>
                </a:lnTo>
                <a:lnTo>
                  <a:pt x="8979565" y="3927029"/>
                </a:lnTo>
                <a:lnTo>
                  <a:pt x="8981546" y="3922838"/>
                </a:lnTo>
                <a:lnTo>
                  <a:pt x="8981546" y="3922839"/>
                </a:lnTo>
                <a:close/>
                <a:moveTo>
                  <a:pt x="4486508" y="3896931"/>
                </a:moveTo>
                <a:lnTo>
                  <a:pt x="4488794" y="3899141"/>
                </a:lnTo>
                <a:lnTo>
                  <a:pt x="4484527" y="3901122"/>
                </a:lnTo>
                <a:close/>
                <a:moveTo>
                  <a:pt x="4490775" y="3894949"/>
                </a:moveTo>
                <a:lnTo>
                  <a:pt x="4488794" y="3899140"/>
                </a:lnTo>
                <a:lnTo>
                  <a:pt x="4486508" y="3896930"/>
                </a:lnTo>
                <a:close/>
                <a:moveTo>
                  <a:pt x="9012103" y="3894492"/>
                </a:moveTo>
                <a:lnTo>
                  <a:pt x="9010198" y="3898988"/>
                </a:lnTo>
                <a:cubicBezTo>
                  <a:pt x="9005855" y="3903331"/>
                  <a:pt x="9001511" y="3907598"/>
                  <a:pt x="8997168" y="3911942"/>
                </a:cubicBezTo>
                <a:lnTo>
                  <a:pt x="8994730" y="3909503"/>
                </a:lnTo>
                <a:lnTo>
                  <a:pt x="9007608" y="3896474"/>
                </a:lnTo>
                <a:lnTo>
                  <a:pt x="9007607" y="3896473"/>
                </a:lnTo>
                <a:lnTo>
                  <a:pt x="9007610" y="3896472"/>
                </a:lnTo>
                <a:lnTo>
                  <a:pt x="9007684" y="3896397"/>
                </a:lnTo>
                <a:lnTo>
                  <a:pt x="9007713" y="3896426"/>
                </a:lnTo>
                <a:close/>
                <a:moveTo>
                  <a:pt x="3463357" y="3883672"/>
                </a:moveTo>
                <a:cubicBezTo>
                  <a:pt x="3463357" y="3883672"/>
                  <a:pt x="3465796" y="3886110"/>
                  <a:pt x="3465796" y="3886110"/>
                </a:cubicBezTo>
                <a:cubicBezTo>
                  <a:pt x="3461377" y="3890454"/>
                  <a:pt x="3456961" y="3894873"/>
                  <a:pt x="3452541" y="3899217"/>
                </a:cubicBezTo>
                <a:lnTo>
                  <a:pt x="3452488" y="3899166"/>
                </a:lnTo>
                <a:lnTo>
                  <a:pt x="3448274" y="3901122"/>
                </a:lnTo>
                <a:lnTo>
                  <a:pt x="3450256" y="3896931"/>
                </a:lnTo>
                <a:cubicBezTo>
                  <a:pt x="3454597" y="3892511"/>
                  <a:pt x="3459016" y="3888092"/>
                  <a:pt x="3463357" y="3883672"/>
                </a:cubicBezTo>
                <a:close/>
                <a:moveTo>
                  <a:pt x="3467777" y="3881691"/>
                </a:moveTo>
                <a:lnTo>
                  <a:pt x="3465796" y="3886034"/>
                </a:lnTo>
                <a:lnTo>
                  <a:pt x="3463359" y="3883672"/>
                </a:lnTo>
                <a:close/>
                <a:moveTo>
                  <a:pt x="2167825" y="3858069"/>
                </a:moveTo>
                <a:lnTo>
                  <a:pt x="2170111" y="3860279"/>
                </a:lnTo>
                <a:lnTo>
                  <a:pt x="2165845" y="3862260"/>
                </a:lnTo>
                <a:close/>
                <a:moveTo>
                  <a:pt x="4736901" y="3856087"/>
                </a:moveTo>
                <a:lnTo>
                  <a:pt x="4734920" y="3860278"/>
                </a:lnTo>
                <a:lnTo>
                  <a:pt x="4734921" y="3860279"/>
                </a:lnTo>
                <a:lnTo>
                  <a:pt x="4730654" y="3862260"/>
                </a:lnTo>
                <a:lnTo>
                  <a:pt x="4732635" y="3858069"/>
                </a:lnTo>
                <a:lnTo>
                  <a:pt x="4732634" y="3858068"/>
                </a:lnTo>
                <a:close/>
                <a:moveTo>
                  <a:pt x="2172094" y="3856087"/>
                </a:moveTo>
                <a:lnTo>
                  <a:pt x="2170113" y="3860278"/>
                </a:lnTo>
                <a:lnTo>
                  <a:pt x="2167827" y="3858068"/>
                </a:lnTo>
                <a:close/>
                <a:moveTo>
                  <a:pt x="7028083" y="3847172"/>
                </a:moveTo>
                <a:lnTo>
                  <a:pt x="7028083" y="3847248"/>
                </a:lnTo>
                <a:lnTo>
                  <a:pt x="7028045" y="3847210"/>
                </a:lnTo>
                <a:close/>
                <a:moveTo>
                  <a:pt x="7025645" y="3844810"/>
                </a:moveTo>
                <a:lnTo>
                  <a:pt x="7028045" y="3847210"/>
                </a:lnTo>
                <a:lnTo>
                  <a:pt x="7014824" y="3860279"/>
                </a:lnTo>
                <a:lnTo>
                  <a:pt x="7010557" y="3862260"/>
                </a:lnTo>
                <a:lnTo>
                  <a:pt x="7012538" y="3858069"/>
                </a:lnTo>
                <a:cubicBezTo>
                  <a:pt x="7016881" y="3853649"/>
                  <a:pt x="7021301" y="3849230"/>
                  <a:pt x="7025645" y="3844810"/>
                </a:cubicBezTo>
                <a:close/>
                <a:moveTo>
                  <a:pt x="4154042" y="3843133"/>
                </a:moveTo>
                <a:lnTo>
                  <a:pt x="4152061" y="3847324"/>
                </a:lnTo>
                <a:lnTo>
                  <a:pt x="4152061" y="3847324"/>
                </a:lnTo>
                <a:lnTo>
                  <a:pt x="4147794" y="3849305"/>
                </a:lnTo>
                <a:lnTo>
                  <a:pt x="4149775" y="3845114"/>
                </a:lnTo>
                <a:close/>
                <a:moveTo>
                  <a:pt x="6040988" y="3832161"/>
                </a:moveTo>
                <a:lnTo>
                  <a:pt x="6043274" y="3834371"/>
                </a:lnTo>
                <a:lnTo>
                  <a:pt x="6039007" y="3836352"/>
                </a:lnTo>
                <a:close/>
                <a:moveTo>
                  <a:pt x="7323587" y="3831856"/>
                </a:moveTo>
                <a:cubicBezTo>
                  <a:pt x="7323587" y="3831856"/>
                  <a:pt x="7326026" y="3834294"/>
                  <a:pt x="7326026" y="3834294"/>
                </a:cubicBezTo>
                <a:cubicBezTo>
                  <a:pt x="7321606" y="3838638"/>
                  <a:pt x="7317187" y="3843057"/>
                  <a:pt x="7312767" y="3847401"/>
                </a:cubicBezTo>
                <a:lnTo>
                  <a:pt x="7312714" y="3847348"/>
                </a:lnTo>
                <a:lnTo>
                  <a:pt x="7308499" y="3849305"/>
                </a:lnTo>
                <a:lnTo>
                  <a:pt x="7310480" y="3845114"/>
                </a:lnTo>
                <a:lnTo>
                  <a:pt x="7310481" y="3845115"/>
                </a:lnTo>
                <a:close/>
                <a:moveTo>
                  <a:pt x="6045255" y="3830179"/>
                </a:moveTo>
                <a:lnTo>
                  <a:pt x="6043274" y="3834370"/>
                </a:lnTo>
                <a:lnTo>
                  <a:pt x="6040988" y="3832160"/>
                </a:lnTo>
                <a:close/>
                <a:moveTo>
                  <a:pt x="7328007" y="3829874"/>
                </a:moveTo>
                <a:lnTo>
                  <a:pt x="7326025" y="3834217"/>
                </a:lnTo>
                <a:lnTo>
                  <a:pt x="7323587" y="3831855"/>
                </a:lnTo>
                <a:close/>
                <a:moveTo>
                  <a:pt x="8450432" y="3819207"/>
                </a:moveTo>
                <a:lnTo>
                  <a:pt x="8452719" y="3821417"/>
                </a:lnTo>
                <a:lnTo>
                  <a:pt x="8448451" y="3823398"/>
                </a:lnTo>
                <a:close/>
                <a:moveTo>
                  <a:pt x="7051553" y="3818673"/>
                </a:moveTo>
                <a:cubicBezTo>
                  <a:pt x="7051553" y="3818673"/>
                  <a:pt x="7054144" y="3821264"/>
                  <a:pt x="7054144" y="3821264"/>
                </a:cubicBezTo>
                <a:lnTo>
                  <a:pt x="7041189" y="3834144"/>
                </a:lnTo>
                <a:lnTo>
                  <a:pt x="7041189" y="3834218"/>
                </a:lnTo>
                <a:cubicBezTo>
                  <a:pt x="7036846" y="3838561"/>
                  <a:pt x="7032502" y="3842828"/>
                  <a:pt x="7028159" y="3847172"/>
                </a:cubicBezTo>
                <a:lnTo>
                  <a:pt x="7025721" y="3844733"/>
                </a:lnTo>
                <a:lnTo>
                  <a:pt x="7038600" y="3831704"/>
                </a:lnTo>
                <a:lnTo>
                  <a:pt x="7038599" y="3831703"/>
                </a:lnTo>
                <a:cubicBezTo>
                  <a:pt x="7042942" y="3827360"/>
                  <a:pt x="7047210" y="3823016"/>
                  <a:pt x="7051553" y="3818673"/>
                </a:cubicBezTo>
                <a:close/>
                <a:moveTo>
                  <a:pt x="8465978" y="3808310"/>
                </a:moveTo>
                <a:lnTo>
                  <a:pt x="8465978" y="3808386"/>
                </a:lnTo>
                <a:lnTo>
                  <a:pt x="8465940" y="3808348"/>
                </a:lnTo>
                <a:close/>
                <a:moveTo>
                  <a:pt x="2880286" y="3806252"/>
                </a:moveTo>
                <a:lnTo>
                  <a:pt x="2882575" y="3808462"/>
                </a:lnTo>
                <a:lnTo>
                  <a:pt x="2878304" y="3810443"/>
                </a:lnTo>
                <a:close/>
                <a:moveTo>
                  <a:pt x="8463539" y="3805948"/>
                </a:moveTo>
                <a:lnTo>
                  <a:pt x="8465940" y="3808348"/>
                </a:lnTo>
                <a:lnTo>
                  <a:pt x="8452719" y="3821417"/>
                </a:lnTo>
                <a:lnTo>
                  <a:pt x="8450433" y="3819207"/>
                </a:lnTo>
                <a:cubicBezTo>
                  <a:pt x="8454776" y="3814787"/>
                  <a:pt x="8459196" y="3810367"/>
                  <a:pt x="8463539" y="3805948"/>
                </a:cubicBezTo>
                <a:close/>
                <a:moveTo>
                  <a:pt x="2884556" y="3804271"/>
                </a:moveTo>
                <a:lnTo>
                  <a:pt x="2882577" y="3808462"/>
                </a:lnTo>
                <a:lnTo>
                  <a:pt x="2880288" y="3806252"/>
                </a:lnTo>
                <a:close/>
                <a:moveTo>
                  <a:pt x="8467959" y="3803967"/>
                </a:moveTo>
                <a:lnTo>
                  <a:pt x="8465978" y="3808310"/>
                </a:lnTo>
                <a:lnTo>
                  <a:pt x="8463615" y="3805948"/>
                </a:lnTo>
                <a:close/>
                <a:moveTo>
                  <a:pt x="7069079" y="3803814"/>
                </a:moveTo>
                <a:lnTo>
                  <a:pt x="7067174" y="3808310"/>
                </a:lnTo>
                <a:cubicBezTo>
                  <a:pt x="7062831" y="3812653"/>
                  <a:pt x="7058487" y="3816996"/>
                  <a:pt x="7054220" y="3821264"/>
                </a:cubicBezTo>
                <a:lnTo>
                  <a:pt x="7051629" y="3818673"/>
                </a:lnTo>
                <a:lnTo>
                  <a:pt x="7064546" y="3805757"/>
                </a:lnTo>
                <a:lnTo>
                  <a:pt x="7064507" y="3805719"/>
                </a:lnTo>
                <a:close/>
                <a:moveTo>
                  <a:pt x="8441746" y="3791317"/>
                </a:moveTo>
                <a:lnTo>
                  <a:pt x="8439764" y="3795508"/>
                </a:lnTo>
                <a:lnTo>
                  <a:pt x="8439765" y="3795509"/>
                </a:lnTo>
                <a:lnTo>
                  <a:pt x="8435498" y="3797490"/>
                </a:lnTo>
                <a:lnTo>
                  <a:pt x="8437479" y="3793299"/>
                </a:lnTo>
                <a:lnTo>
                  <a:pt x="8439654" y="3795402"/>
                </a:lnTo>
                <a:lnTo>
                  <a:pt x="8437479" y="3793298"/>
                </a:lnTo>
                <a:close/>
                <a:moveTo>
                  <a:pt x="7819954" y="3791317"/>
                </a:moveTo>
                <a:lnTo>
                  <a:pt x="7817972" y="3795508"/>
                </a:lnTo>
                <a:lnTo>
                  <a:pt x="7817973" y="3795509"/>
                </a:lnTo>
                <a:lnTo>
                  <a:pt x="7813705" y="3797490"/>
                </a:lnTo>
                <a:lnTo>
                  <a:pt x="7815686" y="3793299"/>
                </a:lnTo>
                <a:lnTo>
                  <a:pt x="7817863" y="3795402"/>
                </a:lnTo>
                <a:lnTo>
                  <a:pt x="7815686" y="3793298"/>
                </a:lnTo>
                <a:close/>
                <a:moveTo>
                  <a:pt x="8320892" y="3741482"/>
                </a:moveTo>
                <a:lnTo>
                  <a:pt x="8323179" y="3743692"/>
                </a:lnTo>
                <a:lnTo>
                  <a:pt x="8318911" y="3745673"/>
                </a:lnTo>
                <a:close/>
                <a:moveTo>
                  <a:pt x="8338419" y="3726242"/>
                </a:moveTo>
                <a:lnTo>
                  <a:pt x="8336438" y="3730585"/>
                </a:lnTo>
                <a:cubicBezTo>
                  <a:pt x="8332018" y="3734929"/>
                  <a:pt x="8327599" y="3739348"/>
                  <a:pt x="8323179" y="3743692"/>
                </a:cubicBezTo>
                <a:lnTo>
                  <a:pt x="8320893" y="3741406"/>
                </a:lnTo>
                <a:cubicBezTo>
                  <a:pt x="8325236" y="3736986"/>
                  <a:pt x="8329656" y="3732567"/>
                  <a:pt x="8333999" y="3728147"/>
                </a:cubicBezTo>
                <a:lnTo>
                  <a:pt x="8334075" y="3728223"/>
                </a:lnTo>
                <a:close/>
                <a:moveTo>
                  <a:pt x="8219851" y="3717632"/>
                </a:moveTo>
                <a:lnTo>
                  <a:pt x="8219851" y="3717708"/>
                </a:lnTo>
                <a:lnTo>
                  <a:pt x="8219813" y="3717670"/>
                </a:lnTo>
                <a:close/>
                <a:moveTo>
                  <a:pt x="8217413" y="3715270"/>
                </a:moveTo>
                <a:lnTo>
                  <a:pt x="8219813" y="3717670"/>
                </a:lnTo>
                <a:lnTo>
                  <a:pt x="8206593" y="3730739"/>
                </a:lnTo>
                <a:lnTo>
                  <a:pt x="8206593" y="3730739"/>
                </a:lnTo>
                <a:lnTo>
                  <a:pt x="8202325" y="3732720"/>
                </a:lnTo>
                <a:lnTo>
                  <a:pt x="8204306" y="3728529"/>
                </a:lnTo>
                <a:cubicBezTo>
                  <a:pt x="8208650" y="3724109"/>
                  <a:pt x="8213069" y="3719690"/>
                  <a:pt x="8217413" y="3715270"/>
                </a:cubicBezTo>
                <a:close/>
                <a:moveTo>
                  <a:pt x="8234863" y="3700182"/>
                </a:moveTo>
                <a:lnTo>
                  <a:pt x="8232958" y="3704678"/>
                </a:lnTo>
                <a:cubicBezTo>
                  <a:pt x="8228615" y="3709021"/>
                  <a:pt x="8224271" y="3713288"/>
                  <a:pt x="8219928" y="3717632"/>
                </a:cubicBezTo>
                <a:lnTo>
                  <a:pt x="8217490" y="3715193"/>
                </a:lnTo>
                <a:lnTo>
                  <a:pt x="8230368" y="3702164"/>
                </a:lnTo>
                <a:lnTo>
                  <a:pt x="8230367" y="3702163"/>
                </a:lnTo>
                <a:lnTo>
                  <a:pt x="8230371" y="3702162"/>
                </a:lnTo>
                <a:lnTo>
                  <a:pt x="8230444" y="3702087"/>
                </a:lnTo>
                <a:lnTo>
                  <a:pt x="8230473" y="3702116"/>
                </a:lnTo>
                <a:close/>
                <a:moveTo>
                  <a:pt x="1818205" y="3676408"/>
                </a:moveTo>
                <a:cubicBezTo>
                  <a:pt x="1818205" y="3676408"/>
                  <a:pt x="1820643" y="3678846"/>
                  <a:pt x="1820643" y="3678846"/>
                </a:cubicBezTo>
                <a:cubicBezTo>
                  <a:pt x="1816224" y="3683266"/>
                  <a:pt x="1811806" y="3687609"/>
                  <a:pt x="1807386" y="3691953"/>
                </a:cubicBezTo>
                <a:lnTo>
                  <a:pt x="1807333" y="3691902"/>
                </a:lnTo>
                <a:lnTo>
                  <a:pt x="1803120" y="3693858"/>
                </a:lnTo>
                <a:lnTo>
                  <a:pt x="1805101" y="3689667"/>
                </a:lnTo>
                <a:cubicBezTo>
                  <a:pt x="1809520" y="3685247"/>
                  <a:pt x="1813863" y="3680827"/>
                  <a:pt x="1818205" y="3676408"/>
                </a:cubicBezTo>
                <a:close/>
                <a:moveTo>
                  <a:pt x="1822626" y="3674427"/>
                </a:moveTo>
                <a:lnTo>
                  <a:pt x="1820643" y="3678770"/>
                </a:lnTo>
                <a:lnTo>
                  <a:pt x="1818206" y="3676408"/>
                </a:lnTo>
                <a:close/>
                <a:moveTo>
                  <a:pt x="3178305" y="3663377"/>
                </a:moveTo>
                <a:cubicBezTo>
                  <a:pt x="3178305" y="3663377"/>
                  <a:pt x="3180746" y="3665815"/>
                  <a:pt x="3180746" y="3665815"/>
                </a:cubicBezTo>
                <a:lnTo>
                  <a:pt x="3180822" y="3665815"/>
                </a:lnTo>
                <a:lnTo>
                  <a:pt x="3167521" y="3678885"/>
                </a:lnTo>
                <a:lnTo>
                  <a:pt x="3167560" y="3678922"/>
                </a:lnTo>
                <a:lnTo>
                  <a:pt x="3163287" y="3680903"/>
                </a:lnTo>
                <a:lnTo>
                  <a:pt x="3165272" y="3676712"/>
                </a:lnTo>
                <a:lnTo>
                  <a:pt x="3165198" y="3676636"/>
                </a:lnTo>
                <a:cubicBezTo>
                  <a:pt x="3169620" y="3672216"/>
                  <a:pt x="3173963" y="3667797"/>
                  <a:pt x="3178305" y="3663377"/>
                </a:cubicBezTo>
                <a:close/>
                <a:moveTo>
                  <a:pt x="3182804" y="3661472"/>
                </a:moveTo>
                <a:lnTo>
                  <a:pt x="3180822" y="3665815"/>
                </a:lnTo>
                <a:lnTo>
                  <a:pt x="3178459" y="3663453"/>
                </a:lnTo>
                <a:close/>
                <a:moveTo>
                  <a:pt x="2919150" y="3650804"/>
                </a:moveTo>
                <a:lnTo>
                  <a:pt x="2921435" y="3653014"/>
                </a:lnTo>
                <a:lnTo>
                  <a:pt x="2917169" y="3654995"/>
                </a:lnTo>
                <a:close/>
                <a:moveTo>
                  <a:pt x="2945287" y="3624516"/>
                </a:moveTo>
                <a:cubicBezTo>
                  <a:pt x="2945287" y="3624516"/>
                  <a:pt x="2947801" y="3627030"/>
                  <a:pt x="2947801" y="3627030"/>
                </a:cubicBezTo>
                <a:cubicBezTo>
                  <a:pt x="2943459" y="3631374"/>
                  <a:pt x="2939115" y="3635641"/>
                  <a:pt x="2934771" y="3639985"/>
                </a:cubicBezTo>
                <a:lnTo>
                  <a:pt x="2934693" y="3639908"/>
                </a:lnTo>
                <a:lnTo>
                  <a:pt x="2921437" y="3653014"/>
                </a:lnTo>
                <a:lnTo>
                  <a:pt x="2919151" y="3650728"/>
                </a:lnTo>
                <a:cubicBezTo>
                  <a:pt x="2923569" y="3646308"/>
                  <a:pt x="2927913" y="3641889"/>
                  <a:pt x="2932258" y="3637469"/>
                </a:cubicBezTo>
                <a:lnTo>
                  <a:pt x="2932335" y="3637546"/>
                </a:lnTo>
                <a:close/>
                <a:moveTo>
                  <a:pt x="4616048" y="3598989"/>
                </a:moveTo>
                <a:lnTo>
                  <a:pt x="4618334" y="3601199"/>
                </a:lnTo>
                <a:lnTo>
                  <a:pt x="4614067" y="3603180"/>
                </a:lnTo>
                <a:close/>
                <a:moveTo>
                  <a:pt x="2971043" y="3598455"/>
                </a:moveTo>
                <a:cubicBezTo>
                  <a:pt x="2971043" y="3598455"/>
                  <a:pt x="2973635" y="3601046"/>
                  <a:pt x="2973635" y="3601046"/>
                </a:cubicBezTo>
                <a:lnTo>
                  <a:pt x="2973710" y="3601122"/>
                </a:lnTo>
                <a:cubicBezTo>
                  <a:pt x="2969367" y="3605466"/>
                  <a:pt x="2965024" y="3609733"/>
                  <a:pt x="2960680" y="3614076"/>
                </a:cubicBezTo>
                <a:lnTo>
                  <a:pt x="2960680" y="3614076"/>
                </a:lnTo>
                <a:lnTo>
                  <a:pt x="2947801" y="3626954"/>
                </a:lnTo>
                <a:lnTo>
                  <a:pt x="2945287" y="3624439"/>
                </a:lnTo>
                <a:lnTo>
                  <a:pt x="2945211" y="3624439"/>
                </a:lnTo>
                <a:cubicBezTo>
                  <a:pt x="2949553" y="3620096"/>
                  <a:pt x="2953822" y="3615752"/>
                  <a:pt x="2958166" y="3611409"/>
                </a:cubicBezTo>
                <a:close/>
                <a:moveTo>
                  <a:pt x="4620315" y="3597007"/>
                </a:moveTo>
                <a:lnTo>
                  <a:pt x="4618334" y="3601198"/>
                </a:lnTo>
                <a:lnTo>
                  <a:pt x="4616048" y="3598988"/>
                </a:lnTo>
                <a:close/>
                <a:moveTo>
                  <a:pt x="2975694" y="3596550"/>
                </a:moveTo>
                <a:lnTo>
                  <a:pt x="2973712" y="3601122"/>
                </a:lnTo>
                <a:lnTo>
                  <a:pt x="2971120" y="3598455"/>
                </a:lnTo>
                <a:close/>
                <a:moveTo>
                  <a:pt x="5719729" y="3588092"/>
                </a:moveTo>
                <a:lnTo>
                  <a:pt x="5719729" y="3588168"/>
                </a:lnTo>
                <a:lnTo>
                  <a:pt x="5719691" y="3588130"/>
                </a:lnTo>
                <a:close/>
                <a:moveTo>
                  <a:pt x="5717291" y="3585730"/>
                </a:moveTo>
                <a:lnTo>
                  <a:pt x="5719691" y="3588130"/>
                </a:lnTo>
                <a:lnTo>
                  <a:pt x="5706470" y="3601199"/>
                </a:lnTo>
                <a:lnTo>
                  <a:pt x="5706471" y="3601199"/>
                </a:lnTo>
                <a:lnTo>
                  <a:pt x="5702204" y="3603180"/>
                </a:lnTo>
                <a:lnTo>
                  <a:pt x="5704184" y="3598990"/>
                </a:lnTo>
                <a:lnTo>
                  <a:pt x="5704184" y="3598989"/>
                </a:lnTo>
                <a:cubicBezTo>
                  <a:pt x="5708604" y="3594569"/>
                  <a:pt x="5712947" y="3590150"/>
                  <a:pt x="5717291" y="3585730"/>
                </a:cubicBezTo>
                <a:close/>
                <a:moveTo>
                  <a:pt x="2504779" y="3585730"/>
                </a:moveTo>
                <a:cubicBezTo>
                  <a:pt x="2504779" y="3585730"/>
                  <a:pt x="2507141" y="3588168"/>
                  <a:pt x="2507141" y="3588168"/>
                </a:cubicBezTo>
                <a:cubicBezTo>
                  <a:pt x="2502721" y="3592588"/>
                  <a:pt x="2498302" y="3596931"/>
                  <a:pt x="2493882" y="3601275"/>
                </a:cubicBezTo>
                <a:lnTo>
                  <a:pt x="2493853" y="3601247"/>
                </a:lnTo>
                <a:lnTo>
                  <a:pt x="2489691" y="3603180"/>
                </a:lnTo>
                <a:lnTo>
                  <a:pt x="2491624" y="3599091"/>
                </a:lnTo>
                <a:lnTo>
                  <a:pt x="2491596" y="3599065"/>
                </a:lnTo>
                <a:lnTo>
                  <a:pt x="2491671" y="3598991"/>
                </a:lnTo>
                <a:lnTo>
                  <a:pt x="2491672" y="3598989"/>
                </a:lnTo>
                <a:lnTo>
                  <a:pt x="2491672" y="3598990"/>
                </a:lnTo>
                <a:lnTo>
                  <a:pt x="2491672" y="3598989"/>
                </a:lnTo>
                <a:cubicBezTo>
                  <a:pt x="2496016" y="3594569"/>
                  <a:pt x="2500435" y="3590150"/>
                  <a:pt x="2504779" y="3585730"/>
                </a:cubicBezTo>
                <a:close/>
                <a:moveTo>
                  <a:pt x="3702678" y="3585196"/>
                </a:moveTo>
                <a:lnTo>
                  <a:pt x="3707099" y="3585272"/>
                </a:lnTo>
                <a:lnTo>
                  <a:pt x="3704812" y="3589387"/>
                </a:lnTo>
                <a:close/>
                <a:moveTo>
                  <a:pt x="5721710" y="3583749"/>
                </a:moveTo>
                <a:lnTo>
                  <a:pt x="5719729" y="3588092"/>
                </a:lnTo>
                <a:lnTo>
                  <a:pt x="5717367" y="3585730"/>
                </a:lnTo>
                <a:close/>
                <a:moveTo>
                  <a:pt x="263567" y="3573081"/>
                </a:moveTo>
                <a:lnTo>
                  <a:pt x="265853" y="3575291"/>
                </a:lnTo>
                <a:lnTo>
                  <a:pt x="261586" y="3577272"/>
                </a:lnTo>
                <a:close/>
                <a:moveTo>
                  <a:pt x="267834" y="3571099"/>
                </a:moveTo>
                <a:lnTo>
                  <a:pt x="265853" y="3575290"/>
                </a:lnTo>
                <a:lnTo>
                  <a:pt x="263567" y="3573080"/>
                </a:lnTo>
                <a:close/>
                <a:moveTo>
                  <a:pt x="2522229" y="3570718"/>
                </a:moveTo>
                <a:lnTo>
                  <a:pt x="2520247" y="3575214"/>
                </a:lnTo>
                <a:lnTo>
                  <a:pt x="2520247" y="3575214"/>
                </a:lnTo>
                <a:cubicBezTo>
                  <a:pt x="2515903" y="3579557"/>
                  <a:pt x="2511561" y="3583824"/>
                  <a:pt x="2507217" y="3588168"/>
                </a:cubicBezTo>
                <a:lnTo>
                  <a:pt x="2504779" y="3585729"/>
                </a:lnTo>
                <a:cubicBezTo>
                  <a:pt x="2509122" y="3581386"/>
                  <a:pt x="2513390" y="3577042"/>
                  <a:pt x="2517733" y="3572699"/>
                </a:cubicBezTo>
                <a:lnTo>
                  <a:pt x="2520225" y="3575191"/>
                </a:lnTo>
                <a:lnTo>
                  <a:pt x="2517733" y="3572623"/>
                </a:lnTo>
                <a:close/>
                <a:moveTo>
                  <a:pt x="4085167" y="3533837"/>
                </a:moveTo>
                <a:cubicBezTo>
                  <a:pt x="4085167" y="3533837"/>
                  <a:pt x="4087681" y="3536352"/>
                  <a:pt x="4087681" y="3536352"/>
                </a:cubicBezTo>
                <a:lnTo>
                  <a:pt x="4074652" y="3549305"/>
                </a:lnTo>
                <a:lnTo>
                  <a:pt x="4074652" y="3549306"/>
                </a:lnTo>
                <a:lnTo>
                  <a:pt x="4074651" y="3549306"/>
                </a:lnTo>
                <a:lnTo>
                  <a:pt x="4074651" y="3549306"/>
                </a:lnTo>
                <a:lnTo>
                  <a:pt x="4074613" y="3549268"/>
                </a:lnTo>
                <a:lnTo>
                  <a:pt x="4061354" y="3562301"/>
                </a:lnTo>
                <a:lnTo>
                  <a:pt x="4061392" y="3562337"/>
                </a:lnTo>
                <a:lnTo>
                  <a:pt x="4057125" y="3564318"/>
                </a:lnTo>
                <a:lnTo>
                  <a:pt x="4059105" y="3560127"/>
                </a:lnTo>
                <a:lnTo>
                  <a:pt x="4059151" y="3560171"/>
                </a:lnTo>
                <a:lnTo>
                  <a:pt x="4059107" y="3560127"/>
                </a:lnTo>
                <a:cubicBezTo>
                  <a:pt x="4063450" y="3555707"/>
                  <a:pt x="4067870" y="3551287"/>
                  <a:pt x="4072213" y="3546868"/>
                </a:cubicBezTo>
                <a:lnTo>
                  <a:pt x="4073462" y="3548117"/>
                </a:lnTo>
                <a:lnTo>
                  <a:pt x="4072213" y="3546867"/>
                </a:lnTo>
                <a:cubicBezTo>
                  <a:pt x="4076480" y="3542524"/>
                  <a:pt x="4080824" y="3538180"/>
                  <a:pt x="4085167" y="3533837"/>
                </a:cubicBezTo>
                <a:close/>
                <a:moveTo>
                  <a:pt x="4089663" y="3531856"/>
                </a:moveTo>
                <a:lnTo>
                  <a:pt x="4087682" y="3536352"/>
                </a:lnTo>
                <a:lnTo>
                  <a:pt x="4085167" y="3533761"/>
                </a:lnTo>
                <a:close/>
                <a:moveTo>
                  <a:pt x="7556606" y="3508311"/>
                </a:moveTo>
                <a:lnTo>
                  <a:pt x="7558892" y="3510521"/>
                </a:lnTo>
                <a:lnTo>
                  <a:pt x="7554625" y="3512502"/>
                </a:lnTo>
                <a:close/>
                <a:moveTo>
                  <a:pt x="7560874" y="3506329"/>
                </a:moveTo>
                <a:lnTo>
                  <a:pt x="7558893" y="3510520"/>
                </a:lnTo>
                <a:lnTo>
                  <a:pt x="7556607" y="3508310"/>
                </a:lnTo>
                <a:close/>
                <a:moveTo>
                  <a:pt x="7673192" y="3495357"/>
                </a:moveTo>
                <a:lnTo>
                  <a:pt x="7675478" y="3497567"/>
                </a:lnTo>
                <a:lnTo>
                  <a:pt x="7671211" y="3499548"/>
                </a:lnTo>
                <a:close/>
                <a:moveTo>
                  <a:pt x="7677460" y="3493375"/>
                </a:moveTo>
                <a:lnTo>
                  <a:pt x="7675479" y="3497566"/>
                </a:lnTo>
                <a:lnTo>
                  <a:pt x="7673193" y="3495356"/>
                </a:lnTo>
                <a:close/>
                <a:moveTo>
                  <a:pt x="5198978" y="3482402"/>
                </a:moveTo>
                <a:lnTo>
                  <a:pt x="5201264" y="3484612"/>
                </a:lnTo>
                <a:lnTo>
                  <a:pt x="5196997" y="3486593"/>
                </a:lnTo>
                <a:close/>
                <a:moveTo>
                  <a:pt x="2971122" y="3482098"/>
                </a:moveTo>
                <a:cubicBezTo>
                  <a:pt x="2971122" y="3482098"/>
                  <a:pt x="2973562" y="3484536"/>
                  <a:pt x="2973562" y="3484536"/>
                </a:cubicBezTo>
                <a:cubicBezTo>
                  <a:pt x="2969142" y="3488956"/>
                  <a:pt x="2964721" y="3493299"/>
                  <a:pt x="2960302" y="3497643"/>
                </a:cubicBezTo>
                <a:lnTo>
                  <a:pt x="2960251" y="3497591"/>
                </a:lnTo>
                <a:lnTo>
                  <a:pt x="2956037" y="3499548"/>
                </a:lnTo>
                <a:lnTo>
                  <a:pt x="2958017" y="3495357"/>
                </a:lnTo>
                <a:lnTo>
                  <a:pt x="2958058" y="3495397"/>
                </a:lnTo>
                <a:lnTo>
                  <a:pt x="2958018" y="3495357"/>
                </a:lnTo>
                <a:cubicBezTo>
                  <a:pt x="2962360" y="3490937"/>
                  <a:pt x="2966780" y="3486517"/>
                  <a:pt x="2971122" y="3482098"/>
                </a:cubicBezTo>
                <a:close/>
                <a:moveTo>
                  <a:pt x="5756000" y="3469449"/>
                </a:moveTo>
                <a:lnTo>
                  <a:pt x="5758286" y="3471659"/>
                </a:lnTo>
                <a:lnTo>
                  <a:pt x="5754019" y="3473640"/>
                </a:lnTo>
                <a:close/>
                <a:moveTo>
                  <a:pt x="2984078" y="3469067"/>
                </a:moveTo>
                <a:cubicBezTo>
                  <a:pt x="2984078" y="3469067"/>
                  <a:pt x="2986592" y="3471582"/>
                  <a:pt x="2986592" y="3471582"/>
                </a:cubicBezTo>
                <a:cubicBezTo>
                  <a:pt x="2982249" y="3475925"/>
                  <a:pt x="2977905" y="3480192"/>
                  <a:pt x="2973562" y="3484536"/>
                </a:cubicBezTo>
                <a:lnTo>
                  <a:pt x="2971123" y="3482097"/>
                </a:lnTo>
                <a:cubicBezTo>
                  <a:pt x="2975466" y="3477754"/>
                  <a:pt x="2979732" y="3473410"/>
                  <a:pt x="2984078" y="3469067"/>
                </a:cubicBezTo>
                <a:close/>
                <a:moveTo>
                  <a:pt x="5760268" y="3467467"/>
                </a:moveTo>
                <a:lnTo>
                  <a:pt x="5758287" y="3471658"/>
                </a:lnTo>
                <a:lnTo>
                  <a:pt x="5756001" y="3469448"/>
                </a:lnTo>
                <a:close/>
                <a:moveTo>
                  <a:pt x="6986783" y="3456190"/>
                </a:moveTo>
                <a:cubicBezTo>
                  <a:pt x="6986783" y="3456190"/>
                  <a:pt x="6989222" y="3458628"/>
                  <a:pt x="6989222" y="3458628"/>
                </a:cubicBezTo>
                <a:cubicBezTo>
                  <a:pt x="6984802" y="3463048"/>
                  <a:pt x="6980383" y="3467391"/>
                  <a:pt x="6975963" y="3471735"/>
                </a:cubicBezTo>
                <a:lnTo>
                  <a:pt x="6975910" y="3471683"/>
                </a:lnTo>
                <a:lnTo>
                  <a:pt x="6971695" y="3473640"/>
                </a:lnTo>
                <a:lnTo>
                  <a:pt x="6973676" y="3469449"/>
                </a:lnTo>
                <a:lnTo>
                  <a:pt x="6973677" y="3469450"/>
                </a:lnTo>
                <a:lnTo>
                  <a:pt x="6973677" y="3469449"/>
                </a:lnTo>
                <a:cubicBezTo>
                  <a:pt x="6978020" y="3465029"/>
                  <a:pt x="6982440" y="3460610"/>
                  <a:pt x="6986783" y="3456190"/>
                </a:cubicBezTo>
                <a:close/>
                <a:moveTo>
                  <a:pt x="5225115" y="3456114"/>
                </a:moveTo>
                <a:cubicBezTo>
                  <a:pt x="5225115" y="3456114"/>
                  <a:pt x="5227629" y="3458628"/>
                  <a:pt x="5227629" y="3458628"/>
                </a:cubicBezTo>
                <a:cubicBezTo>
                  <a:pt x="5223286" y="3462972"/>
                  <a:pt x="5218942" y="3467239"/>
                  <a:pt x="5214599" y="3471583"/>
                </a:cubicBezTo>
                <a:lnTo>
                  <a:pt x="5214522" y="3471506"/>
                </a:lnTo>
                <a:lnTo>
                  <a:pt x="5201264" y="3484612"/>
                </a:lnTo>
                <a:lnTo>
                  <a:pt x="5198978" y="3482326"/>
                </a:lnTo>
                <a:cubicBezTo>
                  <a:pt x="5203321" y="3477906"/>
                  <a:pt x="5207741" y="3473487"/>
                  <a:pt x="5212085" y="3469067"/>
                </a:cubicBezTo>
                <a:lnTo>
                  <a:pt x="5212161" y="3469144"/>
                </a:lnTo>
                <a:close/>
                <a:moveTo>
                  <a:pt x="2997032" y="3455961"/>
                </a:moveTo>
                <a:cubicBezTo>
                  <a:pt x="2997032" y="3455961"/>
                  <a:pt x="2999624" y="3458552"/>
                  <a:pt x="2999624" y="3458552"/>
                </a:cubicBezTo>
                <a:cubicBezTo>
                  <a:pt x="2995280" y="3462895"/>
                  <a:pt x="2990937" y="3467239"/>
                  <a:pt x="2986593" y="3471506"/>
                </a:cubicBezTo>
                <a:lnTo>
                  <a:pt x="2984078" y="3468991"/>
                </a:lnTo>
                <a:cubicBezTo>
                  <a:pt x="2988422" y="3464648"/>
                  <a:pt x="2992689" y="3460304"/>
                  <a:pt x="2997032" y="3455961"/>
                </a:cubicBezTo>
                <a:close/>
                <a:moveTo>
                  <a:pt x="2530614" y="3443159"/>
                </a:moveTo>
                <a:cubicBezTo>
                  <a:pt x="2530614" y="3443159"/>
                  <a:pt x="2533053" y="3445597"/>
                  <a:pt x="2533053" y="3445597"/>
                </a:cubicBezTo>
                <a:lnTo>
                  <a:pt x="2533128" y="3445597"/>
                </a:lnTo>
                <a:lnTo>
                  <a:pt x="2519832" y="3458668"/>
                </a:lnTo>
                <a:lnTo>
                  <a:pt x="2519870" y="3458704"/>
                </a:lnTo>
                <a:lnTo>
                  <a:pt x="2515603" y="3460685"/>
                </a:lnTo>
                <a:lnTo>
                  <a:pt x="2517583" y="3456494"/>
                </a:lnTo>
                <a:lnTo>
                  <a:pt x="2517601" y="3456511"/>
                </a:lnTo>
                <a:lnTo>
                  <a:pt x="2517508" y="3456418"/>
                </a:lnTo>
                <a:cubicBezTo>
                  <a:pt x="2521927" y="3451998"/>
                  <a:pt x="2526271" y="3447579"/>
                  <a:pt x="2530614" y="3443159"/>
                </a:cubicBezTo>
                <a:close/>
                <a:moveTo>
                  <a:pt x="2535110" y="3441254"/>
                </a:moveTo>
                <a:lnTo>
                  <a:pt x="2533129" y="3445597"/>
                </a:lnTo>
                <a:lnTo>
                  <a:pt x="2530767" y="3443235"/>
                </a:lnTo>
                <a:close/>
                <a:moveTo>
                  <a:pt x="7004233" y="3441178"/>
                </a:moveTo>
                <a:lnTo>
                  <a:pt x="7002252" y="3445597"/>
                </a:lnTo>
                <a:cubicBezTo>
                  <a:pt x="6997908" y="3449941"/>
                  <a:pt x="6993565" y="3454208"/>
                  <a:pt x="6989221" y="3458552"/>
                </a:cubicBezTo>
                <a:cubicBezTo>
                  <a:pt x="6989221" y="3458552"/>
                  <a:pt x="6986783" y="3456113"/>
                  <a:pt x="6986783" y="3456113"/>
                </a:cubicBezTo>
                <a:cubicBezTo>
                  <a:pt x="6991126" y="3451770"/>
                  <a:pt x="6995394" y="3447426"/>
                  <a:pt x="6999737" y="3443083"/>
                </a:cubicBezTo>
                <a:close/>
                <a:moveTo>
                  <a:pt x="5242489" y="3441102"/>
                </a:moveTo>
                <a:lnTo>
                  <a:pt x="5240584" y="3445674"/>
                </a:lnTo>
                <a:lnTo>
                  <a:pt x="5240546" y="3445636"/>
                </a:lnTo>
                <a:lnTo>
                  <a:pt x="5227554" y="3458552"/>
                </a:lnTo>
                <a:cubicBezTo>
                  <a:pt x="5227554" y="3458552"/>
                  <a:pt x="5225039" y="3456037"/>
                  <a:pt x="5225039" y="3456037"/>
                </a:cubicBezTo>
                <a:cubicBezTo>
                  <a:pt x="5229382" y="3451694"/>
                  <a:pt x="5233650" y="3447350"/>
                  <a:pt x="5237993" y="3443007"/>
                </a:cubicBezTo>
                <a:lnTo>
                  <a:pt x="5238045" y="3443060"/>
                </a:lnTo>
                <a:close/>
                <a:moveTo>
                  <a:pt x="3014559" y="3441102"/>
                </a:moveTo>
                <a:lnTo>
                  <a:pt x="3012579" y="3445674"/>
                </a:lnTo>
                <a:lnTo>
                  <a:pt x="3012541" y="3445635"/>
                </a:lnTo>
                <a:lnTo>
                  <a:pt x="2999624" y="3458552"/>
                </a:lnTo>
                <a:lnTo>
                  <a:pt x="2997033" y="3455961"/>
                </a:lnTo>
                <a:cubicBezTo>
                  <a:pt x="3001376" y="3451618"/>
                  <a:pt x="3005645" y="3447350"/>
                  <a:pt x="3009988" y="3443007"/>
                </a:cubicBezTo>
                <a:lnTo>
                  <a:pt x="3010012" y="3443031"/>
                </a:lnTo>
                <a:lnTo>
                  <a:pt x="3009989" y="3443007"/>
                </a:lnTo>
                <a:close/>
                <a:moveTo>
                  <a:pt x="5082392" y="3391724"/>
                </a:moveTo>
                <a:lnTo>
                  <a:pt x="5084678" y="3393934"/>
                </a:lnTo>
                <a:lnTo>
                  <a:pt x="5080411" y="3395915"/>
                </a:lnTo>
                <a:close/>
                <a:moveTo>
                  <a:pt x="7003851" y="3389743"/>
                </a:moveTo>
                <a:lnTo>
                  <a:pt x="7001871" y="3393933"/>
                </a:lnTo>
                <a:lnTo>
                  <a:pt x="7001871" y="3393934"/>
                </a:lnTo>
                <a:lnTo>
                  <a:pt x="6997604" y="3395915"/>
                </a:lnTo>
                <a:lnTo>
                  <a:pt x="6999585" y="3391725"/>
                </a:lnTo>
                <a:lnTo>
                  <a:pt x="6999584" y="3391724"/>
                </a:lnTo>
                <a:close/>
                <a:moveTo>
                  <a:pt x="5099918" y="3376484"/>
                </a:moveTo>
                <a:lnTo>
                  <a:pt x="5097937" y="3380826"/>
                </a:lnTo>
                <a:lnTo>
                  <a:pt x="5097938" y="3380827"/>
                </a:lnTo>
                <a:cubicBezTo>
                  <a:pt x="5093518" y="3385171"/>
                  <a:pt x="5089099" y="3389590"/>
                  <a:pt x="5084679" y="3393934"/>
                </a:cubicBezTo>
                <a:lnTo>
                  <a:pt x="5082393" y="3391648"/>
                </a:lnTo>
                <a:cubicBezTo>
                  <a:pt x="5086736" y="3387228"/>
                  <a:pt x="5091156" y="3382809"/>
                  <a:pt x="5095499" y="3378389"/>
                </a:cubicBezTo>
                <a:lnTo>
                  <a:pt x="5095575" y="3378465"/>
                </a:lnTo>
                <a:close/>
                <a:moveTo>
                  <a:pt x="2621214" y="3326954"/>
                </a:moveTo>
                <a:lnTo>
                  <a:pt x="2623499" y="3329164"/>
                </a:lnTo>
                <a:lnTo>
                  <a:pt x="2619233" y="3331145"/>
                </a:lnTo>
                <a:close/>
                <a:moveTo>
                  <a:pt x="1781797" y="3290150"/>
                </a:moveTo>
                <a:lnTo>
                  <a:pt x="1781721" y="3290226"/>
                </a:lnTo>
                <a:lnTo>
                  <a:pt x="1781720" y="3290225"/>
                </a:lnTo>
                <a:close/>
                <a:moveTo>
                  <a:pt x="5535935" y="3287788"/>
                </a:moveTo>
                <a:cubicBezTo>
                  <a:pt x="5535935" y="3287788"/>
                  <a:pt x="5538373" y="3290226"/>
                  <a:pt x="5538373" y="3290226"/>
                </a:cubicBezTo>
                <a:cubicBezTo>
                  <a:pt x="5533953" y="3294646"/>
                  <a:pt x="5529534" y="3298989"/>
                  <a:pt x="5525114" y="3303333"/>
                </a:cubicBezTo>
                <a:lnTo>
                  <a:pt x="5525061" y="3303282"/>
                </a:lnTo>
                <a:lnTo>
                  <a:pt x="5520847" y="3305238"/>
                </a:lnTo>
                <a:lnTo>
                  <a:pt x="5522828" y="3301047"/>
                </a:lnTo>
                <a:cubicBezTo>
                  <a:pt x="5527171" y="3296627"/>
                  <a:pt x="5531591" y="3292207"/>
                  <a:pt x="5535935" y="3287788"/>
                </a:cubicBezTo>
                <a:close/>
                <a:moveTo>
                  <a:pt x="1779283" y="3287788"/>
                </a:moveTo>
                <a:lnTo>
                  <a:pt x="1781720" y="3290225"/>
                </a:lnTo>
                <a:lnTo>
                  <a:pt x="1768501" y="3303220"/>
                </a:lnTo>
                <a:lnTo>
                  <a:pt x="1768539" y="3303257"/>
                </a:lnTo>
                <a:lnTo>
                  <a:pt x="1764273" y="3305238"/>
                </a:lnTo>
                <a:lnTo>
                  <a:pt x="1766230" y="3301097"/>
                </a:lnTo>
                <a:lnTo>
                  <a:pt x="1766179" y="3301047"/>
                </a:lnTo>
                <a:cubicBezTo>
                  <a:pt x="1770521" y="3296627"/>
                  <a:pt x="1774940" y="3292207"/>
                  <a:pt x="1779283" y="3287788"/>
                </a:cubicBezTo>
                <a:close/>
                <a:moveTo>
                  <a:pt x="7232756" y="3275139"/>
                </a:moveTo>
                <a:lnTo>
                  <a:pt x="7235042" y="3277349"/>
                </a:lnTo>
                <a:lnTo>
                  <a:pt x="7230775" y="3279330"/>
                </a:lnTo>
                <a:close/>
                <a:moveTo>
                  <a:pt x="4214627" y="3274834"/>
                </a:moveTo>
                <a:cubicBezTo>
                  <a:pt x="4214627" y="3274834"/>
                  <a:pt x="4217066" y="3277272"/>
                  <a:pt x="4217066" y="3277272"/>
                </a:cubicBezTo>
                <a:cubicBezTo>
                  <a:pt x="4212646" y="3281616"/>
                  <a:pt x="4208227" y="3286035"/>
                  <a:pt x="4203807" y="3290379"/>
                </a:cubicBezTo>
                <a:lnTo>
                  <a:pt x="4203754" y="3290326"/>
                </a:lnTo>
                <a:lnTo>
                  <a:pt x="4199539" y="3292283"/>
                </a:lnTo>
                <a:lnTo>
                  <a:pt x="4201520" y="3288092"/>
                </a:lnTo>
                <a:lnTo>
                  <a:pt x="4201521" y="3288093"/>
                </a:lnTo>
                <a:close/>
                <a:moveTo>
                  <a:pt x="5548889" y="3274757"/>
                </a:moveTo>
                <a:cubicBezTo>
                  <a:pt x="5548889" y="3274757"/>
                  <a:pt x="5551403" y="3277272"/>
                  <a:pt x="5551403" y="3277272"/>
                </a:cubicBezTo>
                <a:cubicBezTo>
                  <a:pt x="5547060" y="3281615"/>
                  <a:pt x="5542716" y="3285882"/>
                  <a:pt x="5538373" y="3290226"/>
                </a:cubicBezTo>
                <a:cubicBezTo>
                  <a:pt x="5538373" y="3290226"/>
                  <a:pt x="5535935" y="3287787"/>
                  <a:pt x="5535935" y="3287787"/>
                </a:cubicBezTo>
                <a:cubicBezTo>
                  <a:pt x="5540278" y="3283444"/>
                  <a:pt x="5544546" y="3279100"/>
                  <a:pt x="5548889" y="3274757"/>
                </a:cubicBezTo>
                <a:close/>
                <a:moveTo>
                  <a:pt x="4219047" y="3272852"/>
                </a:moveTo>
                <a:lnTo>
                  <a:pt x="4217065" y="3277195"/>
                </a:lnTo>
                <a:lnTo>
                  <a:pt x="4214627" y="3274833"/>
                </a:lnTo>
                <a:close/>
                <a:moveTo>
                  <a:pt x="2677755" y="3272700"/>
                </a:moveTo>
                <a:lnTo>
                  <a:pt x="2675774" y="3277272"/>
                </a:lnTo>
                <a:cubicBezTo>
                  <a:pt x="2671430" y="3281616"/>
                  <a:pt x="2667087" y="3285883"/>
                  <a:pt x="2662744" y="3290226"/>
                </a:cubicBezTo>
                <a:lnTo>
                  <a:pt x="2662706" y="3290187"/>
                </a:lnTo>
                <a:lnTo>
                  <a:pt x="2649789" y="3303104"/>
                </a:lnTo>
                <a:lnTo>
                  <a:pt x="2649865" y="3303180"/>
                </a:lnTo>
                <a:cubicBezTo>
                  <a:pt x="2645521" y="3307524"/>
                  <a:pt x="2641178" y="3311791"/>
                  <a:pt x="2636834" y="3316135"/>
                </a:cubicBezTo>
                <a:lnTo>
                  <a:pt x="2636758" y="3316058"/>
                </a:lnTo>
                <a:lnTo>
                  <a:pt x="2623500" y="3329164"/>
                </a:lnTo>
                <a:lnTo>
                  <a:pt x="2621215" y="3326878"/>
                </a:lnTo>
                <a:cubicBezTo>
                  <a:pt x="2625558" y="3322458"/>
                  <a:pt x="2629977" y="3318039"/>
                  <a:pt x="2634320" y="3313619"/>
                </a:cubicBezTo>
                <a:lnTo>
                  <a:pt x="2634397" y="3313696"/>
                </a:lnTo>
                <a:lnTo>
                  <a:pt x="2647350" y="3300666"/>
                </a:lnTo>
                <a:lnTo>
                  <a:pt x="2649492" y="3302808"/>
                </a:lnTo>
                <a:lnTo>
                  <a:pt x="2647274" y="3300589"/>
                </a:lnTo>
                <a:cubicBezTo>
                  <a:pt x="2651617" y="3296246"/>
                  <a:pt x="2655884" y="3291902"/>
                  <a:pt x="2660228" y="3287559"/>
                </a:cubicBezTo>
                <a:lnTo>
                  <a:pt x="2660266" y="3287598"/>
                </a:lnTo>
                <a:lnTo>
                  <a:pt x="2673182" y="3274605"/>
                </a:lnTo>
                <a:lnTo>
                  <a:pt x="2673216" y="3274639"/>
                </a:lnTo>
                <a:lnTo>
                  <a:pt x="2673183" y="3274605"/>
                </a:lnTo>
                <a:close/>
                <a:moveTo>
                  <a:pt x="1796808" y="3272700"/>
                </a:moveTo>
                <a:lnTo>
                  <a:pt x="1794904" y="3277196"/>
                </a:lnTo>
                <a:lnTo>
                  <a:pt x="1794903" y="3277195"/>
                </a:lnTo>
                <a:lnTo>
                  <a:pt x="1794903" y="3277196"/>
                </a:lnTo>
                <a:cubicBezTo>
                  <a:pt x="1790559" y="3281539"/>
                  <a:pt x="1786217" y="3285806"/>
                  <a:pt x="1781874" y="3290150"/>
                </a:cubicBezTo>
                <a:lnTo>
                  <a:pt x="1779436" y="3287711"/>
                </a:lnTo>
                <a:cubicBezTo>
                  <a:pt x="1783779" y="3283368"/>
                  <a:pt x="1788046" y="3278948"/>
                  <a:pt x="1792388" y="3274605"/>
                </a:cubicBezTo>
                <a:lnTo>
                  <a:pt x="1792441" y="3274658"/>
                </a:lnTo>
                <a:close/>
                <a:moveTo>
                  <a:pt x="7248302" y="3264242"/>
                </a:moveTo>
                <a:lnTo>
                  <a:pt x="7248302" y="3264318"/>
                </a:lnTo>
                <a:lnTo>
                  <a:pt x="7248264" y="3264280"/>
                </a:lnTo>
                <a:close/>
                <a:moveTo>
                  <a:pt x="7245863" y="3261880"/>
                </a:moveTo>
                <a:lnTo>
                  <a:pt x="7248264" y="3264280"/>
                </a:lnTo>
                <a:lnTo>
                  <a:pt x="7235043" y="3277349"/>
                </a:lnTo>
                <a:lnTo>
                  <a:pt x="7232757" y="3275139"/>
                </a:lnTo>
                <a:cubicBezTo>
                  <a:pt x="7237100" y="3270719"/>
                  <a:pt x="7241520" y="3266300"/>
                  <a:pt x="7245863" y="3261880"/>
                </a:cubicBezTo>
                <a:close/>
                <a:moveTo>
                  <a:pt x="7250283" y="3259899"/>
                </a:moveTo>
                <a:lnTo>
                  <a:pt x="7248301" y="3264242"/>
                </a:lnTo>
                <a:lnTo>
                  <a:pt x="7245863" y="3261880"/>
                </a:lnTo>
                <a:close/>
                <a:moveTo>
                  <a:pt x="5566339" y="3259746"/>
                </a:moveTo>
                <a:lnTo>
                  <a:pt x="5564434" y="3264318"/>
                </a:lnTo>
                <a:lnTo>
                  <a:pt x="5564396" y="3264280"/>
                </a:lnTo>
                <a:lnTo>
                  <a:pt x="5551404" y="3277196"/>
                </a:lnTo>
                <a:cubicBezTo>
                  <a:pt x="5551404" y="3277196"/>
                  <a:pt x="5548889" y="3274681"/>
                  <a:pt x="5548889" y="3274681"/>
                </a:cubicBezTo>
                <a:cubicBezTo>
                  <a:pt x="5553232" y="3270338"/>
                  <a:pt x="5557500" y="3265994"/>
                  <a:pt x="5561843" y="3261651"/>
                </a:cubicBezTo>
                <a:lnTo>
                  <a:pt x="5561895" y="3261704"/>
                </a:lnTo>
                <a:close/>
                <a:moveTo>
                  <a:pt x="8929730" y="3236277"/>
                </a:moveTo>
                <a:lnTo>
                  <a:pt x="8932016" y="3238487"/>
                </a:lnTo>
                <a:lnTo>
                  <a:pt x="8927749" y="3240468"/>
                </a:lnTo>
                <a:close/>
                <a:moveTo>
                  <a:pt x="4641956" y="3236277"/>
                </a:moveTo>
                <a:lnTo>
                  <a:pt x="4644242" y="3238487"/>
                </a:lnTo>
                <a:lnTo>
                  <a:pt x="4639975" y="3240468"/>
                </a:lnTo>
                <a:close/>
                <a:moveTo>
                  <a:pt x="8945275" y="3225380"/>
                </a:moveTo>
                <a:lnTo>
                  <a:pt x="8945275" y="3225456"/>
                </a:lnTo>
                <a:lnTo>
                  <a:pt x="8945237" y="3225418"/>
                </a:lnTo>
                <a:close/>
                <a:moveTo>
                  <a:pt x="8504839" y="3225380"/>
                </a:moveTo>
                <a:lnTo>
                  <a:pt x="8504839" y="3225456"/>
                </a:lnTo>
                <a:lnTo>
                  <a:pt x="8504801" y="3225418"/>
                </a:lnTo>
                <a:close/>
                <a:moveTo>
                  <a:pt x="4657502" y="3225380"/>
                </a:moveTo>
                <a:lnTo>
                  <a:pt x="4657502" y="3225456"/>
                </a:lnTo>
                <a:lnTo>
                  <a:pt x="4657464" y="3225418"/>
                </a:lnTo>
                <a:close/>
                <a:moveTo>
                  <a:pt x="6455516" y="3223322"/>
                </a:moveTo>
                <a:lnTo>
                  <a:pt x="6457802" y="3225532"/>
                </a:lnTo>
                <a:lnTo>
                  <a:pt x="6453535" y="3227513"/>
                </a:lnTo>
                <a:close/>
                <a:moveTo>
                  <a:pt x="8942837" y="3223018"/>
                </a:moveTo>
                <a:lnTo>
                  <a:pt x="8945237" y="3225418"/>
                </a:lnTo>
                <a:lnTo>
                  <a:pt x="8932016" y="3238487"/>
                </a:lnTo>
                <a:lnTo>
                  <a:pt x="8929731" y="3236277"/>
                </a:lnTo>
                <a:cubicBezTo>
                  <a:pt x="8934150" y="3231857"/>
                  <a:pt x="8938494" y="3227437"/>
                  <a:pt x="8942837" y="3223018"/>
                </a:cubicBezTo>
                <a:close/>
                <a:moveTo>
                  <a:pt x="8502400" y="3223018"/>
                </a:moveTo>
                <a:lnTo>
                  <a:pt x="8504801" y="3225418"/>
                </a:lnTo>
                <a:lnTo>
                  <a:pt x="8491581" y="3238487"/>
                </a:lnTo>
                <a:lnTo>
                  <a:pt x="8491581" y="3238487"/>
                </a:lnTo>
                <a:lnTo>
                  <a:pt x="8487313" y="3240468"/>
                </a:lnTo>
                <a:lnTo>
                  <a:pt x="8489294" y="3236277"/>
                </a:lnTo>
                <a:cubicBezTo>
                  <a:pt x="8493714" y="3231857"/>
                  <a:pt x="8498057" y="3227437"/>
                  <a:pt x="8502400" y="3223018"/>
                </a:cubicBezTo>
                <a:close/>
                <a:moveTo>
                  <a:pt x="4655063" y="3223018"/>
                </a:moveTo>
                <a:lnTo>
                  <a:pt x="4657464" y="3225418"/>
                </a:lnTo>
                <a:lnTo>
                  <a:pt x="4644243" y="3238487"/>
                </a:lnTo>
                <a:lnTo>
                  <a:pt x="4641957" y="3236277"/>
                </a:lnTo>
                <a:cubicBezTo>
                  <a:pt x="4646300" y="3231857"/>
                  <a:pt x="4650720" y="3227437"/>
                  <a:pt x="4655063" y="3223018"/>
                </a:cubicBezTo>
                <a:close/>
                <a:moveTo>
                  <a:pt x="3359760" y="3223018"/>
                </a:moveTo>
                <a:cubicBezTo>
                  <a:pt x="3359760" y="3223018"/>
                  <a:pt x="3362199" y="3225456"/>
                  <a:pt x="3362199" y="3225456"/>
                </a:cubicBezTo>
                <a:cubicBezTo>
                  <a:pt x="3357779" y="3229876"/>
                  <a:pt x="3353358" y="3234219"/>
                  <a:pt x="3348939" y="3238563"/>
                </a:cubicBezTo>
                <a:lnTo>
                  <a:pt x="3348886" y="3238511"/>
                </a:lnTo>
                <a:lnTo>
                  <a:pt x="3344669" y="3240468"/>
                </a:lnTo>
                <a:lnTo>
                  <a:pt x="3346650" y="3236277"/>
                </a:lnTo>
                <a:lnTo>
                  <a:pt x="3346716" y="3236340"/>
                </a:lnTo>
                <a:lnTo>
                  <a:pt x="3346653" y="3236277"/>
                </a:lnTo>
                <a:cubicBezTo>
                  <a:pt x="3350996" y="3231857"/>
                  <a:pt x="3355416" y="3227437"/>
                  <a:pt x="3359760" y="3223018"/>
                </a:cubicBezTo>
                <a:close/>
                <a:moveTo>
                  <a:pt x="8687872" y="3221341"/>
                </a:moveTo>
                <a:lnTo>
                  <a:pt x="8685890" y="3225532"/>
                </a:lnTo>
                <a:lnTo>
                  <a:pt x="8685891" y="3225532"/>
                </a:lnTo>
                <a:lnTo>
                  <a:pt x="8681623" y="3227513"/>
                </a:lnTo>
                <a:lnTo>
                  <a:pt x="8683604" y="3223322"/>
                </a:lnTo>
                <a:close/>
                <a:moveTo>
                  <a:pt x="4659483" y="3221037"/>
                </a:moveTo>
                <a:lnTo>
                  <a:pt x="4657501" y="3225380"/>
                </a:lnTo>
                <a:lnTo>
                  <a:pt x="4655063" y="3223018"/>
                </a:lnTo>
                <a:close/>
                <a:moveTo>
                  <a:pt x="3364180" y="3221037"/>
                </a:moveTo>
                <a:lnTo>
                  <a:pt x="3362199" y="3225380"/>
                </a:lnTo>
                <a:lnTo>
                  <a:pt x="3359760" y="3223018"/>
                </a:lnTo>
                <a:close/>
                <a:moveTo>
                  <a:pt x="6473043" y="3208082"/>
                </a:moveTo>
                <a:lnTo>
                  <a:pt x="6471062" y="3212424"/>
                </a:lnTo>
                <a:lnTo>
                  <a:pt x="6471062" y="3212425"/>
                </a:lnTo>
                <a:cubicBezTo>
                  <a:pt x="6466642" y="3216769"/>
                  <a:pt x="6462223" y="3221188"/>
                  <a:pt x="6457803" y="3225532"/>
                </a:cubicBezTo>
                <a:lnTo>
                  <a:pt x="6455517" y="3223246"/>
                </a:lnTo>
                <a:cubicBezTo>
                  <a:pt x="6459860" y="3218826"/>
                  <a:pt x="6464280" y="3214407"/>
                  <a:pt x="6468623" y="3209987"/>
                </a:cubicBezTo>
                <a:lnTo>
                  <a:pt x="6468676" y="3210040"/>
                </a:lnTo>
                <a:close/>
                <a:moveTo>
                  <a:pt x="8960286" y="3208006"/>
                </a:moveTo>
                <a:lnTo>
                  <a:pt x="8958381" y="3212501"/>
                </a:lnTo>
                <a:lnTo>
                  <a:pt x="8958382" y="3212502"/>
                </a:lnTo>
                <a:cubicBezTo>
                  <a:pt x="8954038" y="3216845"/>
                  <a:pt x="8949695" y="3221112"/>
                  <a:pt x="8945351" y="3225456"/>
                </a:cubicBezTo>
                <a:lnTo>
                  <a:pt x="8945275" y="3225380"/>
                </a:lnTo>
                <a:lnTo>
                  <a:pt x="8942913" y="3223017"/>
                </a:lnTo>
                <a:lnTo>
                  <a:pt x="8955829" y="3209950"/>
                </a:lnTo>
                <a:lnTo>
                  <a:pt x="8955790" y="3209911"/>
                </a:lnTo>
                <a:close/>
                <a:moveTo>
                  <a:pt x="8519851" y="3208006"/>
                </a:moveTo>
                <a:lnTo>
                  <a:pt x="8517946" y="3212502"/>
                </a:lnTo>
                <a:cubicBezTo>
                  <a:pt x="8513603" y="3216845"/>
                  <a:pt x="8509259" y="3221112"/>
                  <a:pt x="8504916" y="3225456"/>
                </a:cubicBezTo>
                <a:lnTo>
                  <a:pt x="8502477" y="3223017"/>
                </a:lnTo>
                <a:lnTo>
                  <a:pt x="8515394" y="3209950"/>
                </a:lnTo>
                <a:lnTo>
                  <a:pt x="8515355" y="3209911"/>
                </a:lnTo>
                <a:close/>
                <a:moveTo>
                  <a:pt x="7997042" y="3145599"/>
                </a:moveTo>
                <a:lnTo>
                  <a:pt x="7999329" y="3147809"/>
                </a:lnTo>
                <a:lnTo>
                  <a:pt x="7995061" y="3149790"/>
                </a:lnTo>
                <a:close/>
                <a:moveTo>
                  <a:pt x="678102" y="3145599"/>
                </a:moveTo>
                <a:lnTo>
                  <a:pt x="680388" y="3147809"/>
                </a:lnTo>
                <a:lnTo>
                  <a:pt x="676121" y="3149790"/>
                </a:lnTo>
                <a:close/>
                <a:moveTo>
                  <a:pt x="7310633" y="3145294"/>
                </a:moveTo>
                <a:cubicBezTo>
                  <a:pt x="7310633" y="3145294"/>
                  <a:pt x="7313072" y="3147732"/>
                  <a:pt x="7313072" y="3147732"/>
                </a:cubicBezTo>
                <a:cubicBezTo>
                  <a:pt x="7308652" y="3152076"/>
                  <a:pt x="7304233" y="3156495"/>
                  <a:pt x="7299813" y="3160839"/>
                </a:cubicBezTo>
                <a:lnTo>
                  <a:pt x="7299760" y="3160786"/>
                </a:lnTo>
                <a:lnTo>
                  <a:pt x="7295545" y="3162743"/>
                </a:lnTo>
                <a:lnTo>
                  <a:pt x="7297526" y="3158552"/>
                </a:lnTo>
                <a:lnTo>
                  <a:pt x="7297527" y="3158553"/>
                </a:lnTo>
                <a:close/>
                <a:moveTo>
                  <a:pt x="682371" y="3143617"/>
                </a:moveTo>
                <a:lnTo>
                  <a:pt x="680390" y="3147808"/>
                </a:lnTo>
                <a:lnTo>
                  <a:pt x="678104" y="3145598"/>
                </a:lnTo>
                <a:close/>
                <a:moveTo>
                  <a:pt x="7315053" y="3143312"/>
                </a:moveTo>
                <a:lnTo>
                  <a:pt x="7313071" y="3147655"/>
                </a:lnTo>
                <a:lnTo>
                  <a:pt x="7310633" y="3145293"/>
                </a:lnTo>
                <a:close/>
                <a:moveTo>
                  <a:pt x="8012588" y="3134702"/>
                </a:moveTo>
                <a:lnTo>
                  <a:pt x="8012588" y="3134778"/>
                </a:lnTo>
                <a:lnTo>
                  <a:pt x="8012550" y="3134740"/>
                </a:lnTo>
                <a:close/>
                <a:moveTo>
                  <a:pt x="8010149" y="3132340"/>
                </a:moveTo>
                <a:lnTo>
                  <a:pt x="8012550" y="3134740"/>
                </a:lnTo>
                <a:lnTo>
                  <a:pt x="7999329" y="3147809"/>
                </a:lnTo>
                <a:lnTo>
                  <a:pt x="7997043" y="3145599"/>
                </a:lnTo>
                <a:cubicBezTo>
                  <a:pt x="8001386" y="3141179"/>
                  <a:pt x="8005806" y="3136760"/>
                  <a:pt x="8010149" y="3132340"/>
                </a:cubicBezTo>
                <a:close/>
                <a:moveTo>
                  <a:pt x="6339083" y="3119386"/>
                </a:moveTo>
                <a:cubicBezTo>
                  <a:pt x="6339083" y="3119386"/>
                  <a:pt x="6341522" y="3121824"/>
                  <a:pt x="6341522" y="3121824"/>
                </a:cubicBezTo>
                <a:cubicBezTo>
                  <a:pt x="6337102" y="3126168"/>
                  <a:pt x="6332683" y="3130587"/>
                  <a:pt x="6328263" y="3134931"/>
                </a:cubicBezTo>
                <a:lnTo>
                  <a:pt x="6328210" y="3134878"/>
                </a:lnTo>
                <a:lnTo>
                  <a:pt x="6323995" y="3136835"/>
                </a:lnTo>
                <a:lnTo>
                  <a:pt x="6325976" y="3132644"/>
                </a:lnTo>
                <a:lnTo>
                  <a:pt x="6325977" y="3132645"/>
                </a:lnTo>
                <a:close/>
                <a:moveTo>
                  <a:pt x="6343503" y="3117404"/>
                </a:moveTo>
                <a:lnTo>
                  <a:pt x="6341521" y="3121747"/>
                </a:lnTo>
                <a:lnTo>
                  <a:pt x="6339083" y="3119385"/>
                </a:lnTo>
                <a:close/>
                <a:moveTo>
                  <a:pt x="8036057" y="3106279"/>
                </a:moveTo>
                <a:cubicBezTo>
                  <a:pt x="8036057" y="3106279"/>
                  <a:pt x="8038647" y="3108870"/>
                  <a:pt x="8038647" y="3108870"/>
                </a:cubicBezTo>
                <a:lnTo>
                  <a:pt x="8025694" y="3121748"/>
                </a:lnTo>
                <a:lnTo>
                  <a:pt x="8025694" y="3121748"/>
                </a:lnTo>
                <a:cubicBezTo>
                  <a:pt x="8021350" y="3126091"/>
                  <a:pt x="8017007" y="3130358"/>
                  <a:pt x="8012664" y="3134702"/>
                </a:cubicBezTo>
                <a:lnTo>
                  <a:pt x="8010225" y="3132263"/>
                </a:lnTo>
                <a:cubicBezTo>
                  <a:pt x="8014569" y="3127920"/>
                  <a:pt x="8018836" y="3123576"/>
                  <a:pt x="8023180" y="3119157"/>
                </a:cubicBezTo>
                <a:lnTo>
                  <a:pt x="8023217" y="3119194"/>
                </a:lnTo>
                <a:close/>
                <a:moveTo>
                  <a:pt x="8040629" y="3104298"/>
                </a:moveTo>
                <a:lnTo>
                  <a:pt x="8038648" y="3108870"/>
                </a:lnTo>
                <a:lnTo>
                  <a:pt x="8036057" y="3106203"/>
                </a:lnTo>
                <a:close/>
                <a:moveTo>
                  <a:pt x="7287163" y="3095840"/>
                </a:moveTo>
                <a:lnTo>
                  <a:pt x="7287163" y="3095916"/>
                </a:lnTo>
                <a:lnTo>
                  <a:pt x="7287125" y="3095878"/>
                </a:lnTo>
                <a:close/>
                <a:moveTo>
                  <a:pt x="7284725" y="3093478"/>
                </a:moveTo>
                <a:lnTo>
                  <a:pt x="7287125" y="3095878"/>
                </a:lnTo>
                <a:lnTo>
                  <a:pt x="7273904" y="3108947"/>
                </a:lnTo>
                <a:lnTo>
                  <a:pt x="7269637" y="3110928"/>
                </a:lnTo>
                <a:lnTo>
                  <a:pt x="7271618" y="3106737"/>
                </a:lnTo>
                <a:cubicBezTo>
                  <a:pt x="7275961" y="3102317"/>
                  <a:pt x="7280381" y="3097897"/>
                  <a:pt x="7284725" y="3093478"/>
                </a:cubicBezTo>
                <a:close/>
                <a:moveTo>
                  <a:pt x="4555545" y="3091801"/>
                </a:moveTo>
                <a:lnTo>
                  <a:pt x="4553564" y="3095992"/>
                </a:lnTo>
                <a:lnTo>
                  <a:pt x="4549297" y="3097973"/>
                </a:lnTo>
                <a:lnTo>
                  <a:pt x="4551278" y="3093782"/>
                </a:lnTo>
                <a:close/>
                <a:moveTo>
                  <a:pt x="3748227" y="3080829"/>
                </a:moveTo>
                <a:lnTo>
                  <a:pt x="3750515" y="3083039"/>
                </a:lnTo>
                <a:lnTo>
                  <a:pt x="3746246" y="3085020"/>
                </a:lnTo>
                <a:close/>
                <a:moveTo>
                  <a:pt x="820597" y="3080829"/>
                </a:moveTo>
                <a:lnTo>
                  <a:pt x="822883" y="3083039"/>
                </a:lnTo>
                <a:lnTo>
                  <a:pt x="818616" y="3085020"/>
                </a:lnTo>
                <a:close/>
                <a:moveTo>
                  <a:pt x="7297679" y="3080295"/>
                </a:moveTo>
                <a:lnTo>
                  <a:pt x="7297717" y="3080334"/>
                </a:lnTo>
                <a:lnTo>
                  <a:pt x="7297679" y="3080371"/>
                </a:lnTo>
                <a:close/>
                <a:moveTo>
                  <a:pt x="3752498" y="3078847"/>
                </a:moveTo>
                <a:lnTo>
                  <a:pt x="3750516" y="3083038"/>
                </a:lnTo>
                <a:lnTo>
                  <a:pt x="3748228" y="3080828"/>
                </a:lnTo>
                <a:close/>
                <a:moveTo>
                  <a:pt x="824864" y="3078847"/>
                </a:moveTo>
                <a:lnTo>
                  <a:pt x="822883" y="3083038"/>
                </a:lnTo>
                <a:lnTo>
                  <a:pt x="820597" y="3080828"/>
                </a:lnTo>
                <a:close/>
                <a:moveTo>
                  <a:pt x="8994500" y="3067874"/>
                </a:moveTo>
                <a:lnTo>
                  <a:pt x="8996786" y="3070084"/>
                </a:lnTo>
                <a:lnTo>
                  <a:pt x="8992519" y="3072065"/>
                </a:lnTo>
                <a:close/>
                <a:moveTo>
                  <a:pt x="8998768" y="3065893"/>
                </a:moveTo>
                <a:lnTo>
                  <a:pt x="8996786" y="3070084"/>
                </a:lnTo>
                <a:lnTo>
                  <a:pt x="8994501" y="3067874"/>
                </a:lnTo>
                <a:close/>
                <a:moveTo>
                  <a:pt x="7315205" y="3065436"/>
                </a:moveTo>
                <a:lnTo>
                  <a:pt x="7313224" y="3070008"/>
                </a:lnTo>
                <a:lnTo>
                  <a:pt x="7313187" y="3069969"/>
                </a:lnTo>
                <a:lnTo>
                  <a:pt x="7300195" y="3082885"/>
                </a:lnTo>
                <a:lnTo>
                  <a:pt x="7300269" y="3082962"/>
                </a:lnTo>
                <a:cubicBezTo>
                  <a:pt x="7295926" y="3087305"/>
                  <a:pt x="7291582" y="3091572"/>
                  <a:pt x="7287239" y="3095916"/>
                </a:cubicBezTo>
                <a:lnTo>
                  <a:pt x="7287163" y="3095840"/>
                </a:lnTo>
                <a:lnTo>
                  <a:pt x="7284801" y="3093477"/>
                </a:lnTo>
                <a:lnTo>
                  <a:pt x="7297754" y="3080372"/>
                </a:lnTo>
                <a:lnTo>
                  <a:pt x="7297717" y="3080334"/>
                </a:lnTo>
                <a:lnTo>
                  <a:pt x="7310633" y="3067341"/>
                </a:lnTo>
                <a:close/>
                <a:moveTo>
                  <a:pt x="6161841" y="3027031"/>
                </a:moveTo>
                <a:lnTo>
                  <a:pt x="6159861" y="3031222"/>
                </a:lnTo>
                <a:lnTo>
                  <a:pt x="6159861" y="3031222"/>
                </a:lnTo>
                <a:lnTo>
                  <a:pt x="6155594" y="3033203"/>
                </a:lnTo>
                <a:lnTo>
                  <a:pt x="6157575" y="3029013"/>
                </a:lnTo>
                <a:lnTo>
                  <a:pt x="6157574" y="3029013"/>
                </a:lnTo>
                <a:close/>
                <a:moveTo>
                  <a:pt x="1649687" y="2990152"/>
                </a:moveTo>
                <a:lnTo>
                  <a:pt x="1651973" y="2992362"/>
                </a:lnTo>
                <a:lnTo>
                  <a:pt x="1647707" y="2994343"/>
                </a:lnTo>
                <a:close/>
                <a:moveTo>
                  <a:pt x="1662791" y="2976817"/>
                </a:moveTo>
                <a:cubicBezTo>
                  <a:pt x="1662791" y="2976817"/>
                  <a:pt x="1665229" y="2979254"/>
                  <a:pt x="1665229" y="2979254"/>
                </a:cubicBezTo>
                <a:cubicBezTo>
                  <a:pt x="1660811" y="2983598"/>
                  <a:pt x="1656393" y="2988018"/>
                  <a:pt x="1651974" y="2992362"/>
                </a:cubicBezTo>
                <a:lnTo>
                  <a:pt x="1649688" y="2990076"/>
                </a:lnTo>
                <a:cubicBezTo>
                  <a:pt x="1654030" y="2985656"/>
                  <a:pt x="1658449" y="2981236"/>
                  <a:pt x="1662791" y="2976817"/>
                </a:cubicBezTo>
                <a:close/>
                <a:moveTo>
                  <a:pt x="2517751" y="2950985"/>
                </a:moveTo>
                <a:cubicBezTo>
                  <a:pt x="2517751" y="2950985"/>
                  <a:pt x="2520190" y="2953423"/>
                  <a:pt x="2520190" y="2953423"/>
                </a:cubicBezTo>
                <a:cubicBezTo>
                  <a:pt x="2515770" y="2957767"/>
                  <a:pt x="2511350" y="2962186"/>
                  <a:pt x="2506932" y="2966529"/>
                </a:cubicBezTo>
                <a:lnTo>
                  <a:pt x="2506880" y="2966476"/>
                </a:lnTo>
                <a:lnTo>
                  <a:pt x="2502663" y="2968433"/>
                </a:lnTo>
                <a:lnTo>
                  <a:pt x="2504644" y="2964243"/>
                </a:lnTo>
                <a:lnTo>
                  <a:pt x="2504646" y="2964244"/>
                </a:lnTo>
                <a:lnTo>
                  <a:pt x="2505811" y="2965371"/>
                </a:lnTo>
                <a:lnTo>
                  <a:pt x="2504721" y="2964244"/>
                </a:lnTo>
                <a:lnTo>
                  <a:pt x="2504646" y="2964244"/>
                </a:lnTo>
                <a:close/>
                <a:moveTo>
                  <a:pt x="1688692" y="2950832"/>
                </a:moveTo>
                <a:cubicBezTo>
                  <a:pt x="1688692" y="2950832"/>
                  <a:pt x="1691283" y="2953423"/>
                  <a:pt x="1691283" y="2953423"/>
                </a:cubicBezTo>
                <a:cubicBezTo>
                  <a:pt x="1686940" y="2957766"/>
                  <a:pt x="1682598" y="2962033"/>
                  <a:pt x="1678256" y="2966377"/>
                </a:cubicBezTo>
                <a:lnTo>
                  <a:pt x="1678256" y="2966376"/>
                </a:lnTo>
                <a:lnTo>
                  <a:pt x="1665305" y="2979254"/>
                </a:lnTo>
                <a:lnTo>
                  <a:pt x="1662867" y="2976815"/>
                </a:lnTo>
                <a:cubicBezTo>
                  <a:pt x="1667209" y="2972473"/>
                  <a:pt x="1671476" y="2968053"/>
                  <a:pt x="1675818" y="2963710"/>
                </a:cubicBezTo>
                <a:lnTo>
                  <a:pt x="1675855" y="2963748"/>
                </a:lnTo>
                <a:close/>
                <a:moveTo>
                  <a:pt x="2522170" y="2949002"/>
                </a:moveTo>
                <a:lnTo>
                  <a:pt x="2520189" y="2953347"/>
                </a:lnTo>
                <a:lnTo>
                  <a:pt x="2517751" y="2950984"/>
                </a:lnTo>
                <a:close/>
                <a:moveTo>
                  <a:pt x="5095346" y="2938336"/>
                </a:moveTo>
                <a:lnTo>
                  <a:pt x="5097632" y="2940545"/>
                </a:lnTo>
                <a:lnTo>
                  <a:pt x="5093365" y="2942527"/>
                </a:lnTo>
                <a:close/>
                <a:moveTo>
                  <a:pt x="1701643" y="2937802"/>
                </a:moveTo>
                <a:cubicBezTo>
                  <a:pt x="1701643" y="2937802"/>
                  <a:pt x="1704234" y="2940392"/>
                  <a:pt x="1704234" y="2940392"/>
                </a:cubicBezTo>
                <a:cubicBezTo>
                  <a:pt x="1699891" y="2944737"/>
                  <a:pt x="1695625" y="2949002"/>
                  <a:pt x="1691283" y="2953348"/>
                </a:cubicBezTo>
                <a:lnTo>
                  <a:pt x="1688693" y="2950756"/>
                </a:lnTo>
                <a:cubicBezTo>
                  <a:pt x="1693035" y="2946413"/>
                  <a:pt x="1697302" y="2942069"/>
                  <a:pt x="1701643" y="2937802"/>
                </a:cubicBezTo>
                <a:close/>
                <a:moveTo>
                  <a:pt x="5099614" y="2936355"/>
                </a:moveTo>
                <a:lnTo>
                  <a:pt x="5097633" y="2940545"/>
                </a:lnTo>
                <a:lnTo>
                  <a:pt x="5095347" y="2938336"/>
                </a:lnTo>
                <a:close/>
                <a:moveTo>
                  <a:pt x="1714594" y="2924848"/>
                </a:moveTo>
                <a:lnTo>
                  <a:pt x="1714672" y="2924927"/>
                </a:lnTo>
                <a:lnTo>
                  <a:pt x="1731202" y="2925382"/>
                </a:lnTo>
                <a:lnTo>
                  <a:pt x="1731202" y="2925383"/>
                </a:lnTo>
                <a:lnTo>
                  <a:pt x="1733188" y="2929649"/>
                </a:lnTo>
                <a:lnTo>
                  <a:pt x="1728970" y="2927616"/>
                </a:lnTo>
                <a:lnTo>
                  <a:pt x="1728926" y="2927668"/>
                </a:lnTo>
                <a:lnTo>
                  <a:pt x="1723050" y="2928049"/>
                </a:lnTo>
                <a:cubicBezTo>
                  <a:pt x="1723050" y="2928049"/>
                  <a:pt x="1717185" y="2927592"/>
                  <a:pt x="1717185" y="2927515"/>
                </a:cubicBezTo>
                <a:lnTo>
                  <a:pt x="1717147" y="2927478"/>
                </a:lnTo>
                <a:lnTo>
                  <a:pt x="1704234" y="2940392"/>
                </a:lnTo>
                <a:lnTo>
                  <a:pt x="1701644" y="2937802"/>
                </a:lnTo>
                <a:cubicBezTo>
                  <a:pt x="1705986" y="2933459"/>
                  <a:pt x="1710252" y="2929115"/>
                  <a:pt x="1714594" y="2924848"/>
                </a:cubicBezTo>
                <a:close/>
                <a:moveTo>
                  <a:pt x="4059125" y="2899474"/>
                </a:moveTo>
                <a:lnTo>
                  <a:pt x="4061411" y="2901684"/>
                </a:lnTo>
                <a:lnTo>
                  <a:pt x="4057144" y="2903664"/>
                </a:lnTo>
                <a:close/>
                <a:moveTo>
                  <a:pt x="4063393" y="2897493"/>
                </a:moveTo>
                <a:lnTo>
                  <a:pt x="4061412" y="2901684"/>
                </a:lnTo>
                <a:lnTo>
                  <a:pt x="4059126" y="2899474"/>
                </a:lnTo>
                <a:close/>
                <a:moveTo>
                  <a:pt x="7388357" y="2873186"/>
                </a:moveTo>
                <a:cubicBezTo>
                  <a:pt x="7388357" y="2873186"/>
                  <a:pt x="7390872" y="2875700"/>
                  <a:pt x="7390872" y="2875700"/>
                </a:cubicBezTo>
                <a:cubicBezTo>
                  <a:pt x="7386528" y="2880044"/>
                  <a:pt x="7382185" y="2884311"/>
                  <a:pt x="7377841" y="2888654"/>
                </a:cubicBezTo>
                <a:lnTo>
                  <a:pt x="7364583" y="2901760"/>
                </a:lnTo>
                <a:lnTo>
                  <a:pt x="7364530" y="2901708"/>
                </a:lnTo>
                <a:lnTo>
                  <a:pt x="7360315" y="2903664"/>
                </a:lnTo>
                <a:lnTo>
                  <a:pt x="7362296" y="2899474"/>
                </a:lnTo>
                <a:lnTo>
                  <a:pt x="7362297" y="2899474"/>
                </a:lnTo>
                <a:lnTo>
                  <a:pt x="7375403" y="2886215"/>
                </a:lnTo>
                <a:cubicBezTo>
                  <a:pt x="7379746" y="2881873"/>
                  <a:pt x="7384014" y="2877527"/>
                  <a:pt x="7388357" y="2873186"/>
                </a:cubicBezTo>
                <a:close/>
                <a:moveTo>
                  <a:pt x="7392853" y="2871203"/>
                </a:moveTo>
                <a:lnTo>
                  <a:pt x="7390872" y="2875623"/>
                </a:lnTo>
                <a:lnTo>
                  <a:pt x="7388357" y="2873108"/>
                </a:lnTo>
                <a:close/>
                <a:moveTo>
                  <a:pt x="6364991" y="2847278"/>
                </a:moveTo>
                <a:cubicBezTo>
                  <a:pt x="6364991" y="2847278"/>
                  <a:pt x="6367429" y="2849716"/>
                  <a:pt x="6367429" y="2849716"/>
                </a:cubicBezTo>
                <a:lnTo>
                  <a:pt x="6354171" y="2862821"/>
                </a:lnTo>
                <a:lnTo>
                  <a:pt x="6354171" y="2862822"/>
                </a:lnTo>
                <a:lnTo>
                  <a:pt x="6349904" y="2864804"/>
                </a:lnTo>
                <a:lnTo>
                  <a:pt x="6351885" y="2860612"/>
                </a:lnTo>
                <a:lnTo>
                  <a:pt x="6354143" y="2862795"/>
                </a:lnTo>
                <a:lnTo>
                  <a:pt x="6351884" y="2860537"/>
                </a:lnTo>
                <a:cubicBezTo>
                  <a:pt x="6356304" y="2856117"/>
                  <a:pt x="6360647" y="2851697"/>
                  <a:pt x="6364991" y="2847278"/>
                </a:cubicBezTo>
                <a:close/>
                <a:moveTo>
                  <a:pt x="6382441" y="2832267"/>
                </a:moveTo>
                <a:lnTo>
                  <a:pt x="6380536" y="2836762"/>
                </a:lnTo>
                <a:lnTo>
                  <a:pt x="6380535" y="2836761"/>
                </a:lnTo>
                <a:lnTo>
                  <a:pt x="6380535" y="2836762"/>
                </a:lnTo>
                <a:cubicBezTo>
                  <a:pt x="6376192" y="2841104"/>
                  <a:pt x="6371848" y="2845372"/>
                  <a:pt x="6367505" y="2849716"/>
                </a:cubicBezTo>
                <a:lnTo>
                  <a:pt x="6365067" y="2847278"/>
                </a:lnTo>
                <a:lnTo>
                  <a:pt x="6377946" y="2834248"/>
                </a:lnTo>
                <a:lnTo>
                  <a:pt x="6377945" y="2834247"/>
                </a:lnTo>
                <a:lnTo>
                  <a:pt x="6377947" y="2834245"/>
                </a:lnTo>
                <a:lnTo>
                  <a:pt x="6378021" y="2834170"/>
                </a:lnTo>
                <a:lnTo>
                  <a:pt x="6378051" y="2834200"/>
                </a:lnTo>
                <a:close/>
                <a:moveTo>
                  <a:pt x="5445257" y="2821445"/>
                </a:moveTo>
                <a:cubicBezTo>
                  <a:pt x="5445257" y="2821445"/>
                  <a:pt x="5447696" y="2823883"/>
                  <a:pt x="5447696" y="2823883"/>
                </a:cubicBezTo>
                <a:cubicBezTo>
                  <a:pt x="5443276" y="2828226"/>
                  <a:pt x="5438857" y="2832646"/>
                  <a:pt x="5434437" y="2836991"/>
                </a:cubicBezTo>
                <a:lnTo>
                  <a:pt x="5434384" y="2836937"/>
                </a:lnTo>
                <a:lnTo>
                  <a:pt x="5430169" y="2838894"/>
                </a:lnTo>
                <a:lnTo>
                  <a:pt x="5432150" y="2834704"/>
                </a:lnTo>
                <a:lnTo>
                  <a:pt x="5432151" y="2834705"/>
                </a:lnTo>
                <a:close/>
                <a:moveTo>
                  <a:pt x="4940051" y="2821368"/>
                </a:moveTo>
                <a:cubicBezTo>
                  <a:pt x="4940051" y="2821368"/>
                  <a:pt x="4942489" y="2823807"/>
                  <a:pt x="4942489" y="2823807"/>
                </a:cubicBezTo>
                <a:lnTo>
                  <a:pt x="4929230" y="2836913"/>
                </a:lnTo>
                <a:lnTo>
                  <a:pt x="4929231" y="2836913"/>
                </a:lnTo>
                <a:lnTo>
                  <a:pt x="4924964" y="2838894"/>
                </a:lnTo>
                <a:lnTo>
                  <a:pt x="4926945" y="2834704"/>
                </a:lnTo>
                <a:lnTo>
                  <a:pt x="4929202" y="2836886"/>
                </a:lnTo>
                <a:lnTo>
                  <a:pt x="4926944" y="2834628"/>
                </a:lnTo>
                <a:cubicBezTo>
                  <a:pt x="4931364" y="2830208"/>
                  <a:pt x="4935707" y="2825788"/>
                  <a:pt x="4940051" y="2821368"/>
                </a:cubicBezTo>
                <a:close/>
                <a:moveTo>
                  <a:pt x="3955499" y="2808796"/>
                </a:moveTo>
                <a:lnTo>
                  <a:pt x="3957784" y="2811005"/>
                </a:lnTo>
                <a:lnTo>
                  <a:pt x="3953517" y="2812987"/>
                </a:lnTo>
                <a:close/>
                <a:moveTo>
                  <a:pt x="8286602" y="2806511"/>
                </a:moveTo>
                <a:lnTo>
                  <a:pt x="8284621" y="2810853"/>
                </a:lnTo>
                <a:lnTo>
                  <a:pt x="8282183" y="2808491"/>
                </a:lnTo>
                <a:close/>
                <a:moveTo>
                  <a:pt x="5462783" y="2806357"/>
                </a:moveTo>
                <a:lnTo>
                  <a:pt x="5460802" y="2810853"/>
                </a:lnTo>
                <a:cubicBezTo>
                  <a:pt x="5456459" y="2815197"/>
                  <a:pt x="5452039" y="2819463"/>
                  <a:pt x="5447695" y="2823808"/>
                </a:cubicBezTo>
                <a:cubicBezTo>
                  <a:pt x="5447695" y="2823808"/>
                  <a:pt x="5445257" y="2821368"/>
                  <a:pt x="5445257" y="2821368"/>
                </a:cubicBezTo>
                <a:cubicBezTo>
                  <a:pt x="5449600" y="2817025"/>
                  <a:pt x="5453868" y="2812606"/>
                  <a:pt x="5458211" y="2808263"/>
                </a:cubicBezTo>
                <a:lnTo>
                  <a:pt x="5458264" y="2808316"/>
                </a:lnTo>
                <a:close/>
                <a:moveTo>
                  <a:pt x="4957501" y="2806357"/>
                </a:moveTo>
                <a:lnTo>
                  <a:pt x="4955596" y="2810853"/>
                </a:lnTo>
                <a:lnTo>
                  <a:pt x="4955595" y="2810853"/>
                </a:lnTo>
                <a:cubicBezTo>
                  <a:pt x="4951252" y="2815197"/>
                  <a:pt x="4946908" y="2819463"/>
                  <a:pt x="4942565" y="2823808"/>
                </a:cubicBezTo>
                <a:lnTo>
                  <a:pt x="4940127" y="2821368"/>
                </a:lnTo>
                <a:lnTo>
                  <a:pt x="4953005" y="2808339"/>
                </a:lnTo>
                <a:lnTo>
                  <a:pt x="4953006" y="2808339"/>
                </a:lnTo>
                <a:lnTo>
                  <a:pt x="4953081" y="2808263"/>
                </a:lnTo>
                <a:lnTo>
                  <a:pt x="4953110" y="2808292"/>
                </a:lnTo>
                <a:close/>
                <a:moveTo>
                  <a:pt x="3967700" y="2796454"/>
                </a:moveTo>
                <a:cubicBezTo>
                  <a:pt x="3969606" y="2798814"/>
                  <a:pt x="3971585" y="2801254"/>
                  <a:pt x="3973567" y="2803616"/>
                </a:cubicBezTo>
                <a:cubicBezTo>
                  <a:pt x="3968310" y="2806129"/>
                  <a:pt x="3963128" y="2808569"/>
                  <a:pt x="3957869" y="2811083"/>
                </a:cubicBezTo>
                <a:lnTo>
                  <a:pt x="3955583" y="2808796"/>
                </a:lnTo>
                <a:cubicBezTo>
                  <a:pt x="3959622" y="2804681"/>
                  <a:pt x="3963661" y="2800569"/>
                  <a:pt x="3967700" y="2796454"/>
                </a:cubicBezTo>
                <a:close/>
                <a:moveTo>
                  <a:pt x="4745741" y="2717738"/>
                </a:moveTo>
                <a:cubicBezTo>
                  <a:pt x="4745741" y="2717738"/>
                  <a:pt x="4748256" y="2720252"/>
                  <a:pt x="4748256" y="2720252"/>
                </a:cubicBezTo>
                <a:lnTo>
                  <a:pt x="4735226" y="2733207"/>
                </a:lnTo>
                <a:cubicBezTo>
                  <a:pt x="4730806" y="2737550"/>
                  <a:pt x="4726387" y="2741969"/>
                  <a:pt x="4721967" y="2746313"/>
                </a:cubicBezTo>
                <a:lnTo>
                  <a:pt x="4721914" y="2746260"/>
                </a:lnTo>
                <a:lnTo>
                  <a:pt x="4717699" y="2748218"/>
                </a:lnTo>
                <a:lnTo>
                  <a:pt x="4719680" y="2744026"/>
                </a:lnTo>
                <a:lnTo>
                  <a:pt x="4719681" y="2744028"/>
                </a:lnTo>
                <a:lnTo>
                  <a:pt x="4732787" y="2730769"/>
                </a:lnTo>
                <a:cubicBezTo>
                  <a:pt x="4737130" y="2726426"/>
                  <a:pt x="4741398" y="2722082"/>
                  <a:pt x="4745741" y="2717738"/>
                </a:cubicBezTo>
                <a:close/>
                <a:moveTo>
                  <a:pt x="4750237" y="2715756"/>
                </a:moveTo>
                <a:lnTo>
                  <a:pt x="4748256" y="2720252"/>
                </a:lnTo>
                <a:lnTo>
                  <a:pt x="4745741" y="2717662"/>
                </a:lnTo>
                <a:close/>
                <a:moveTo>
                  <a:pt x="3528079" y="2704784"/>
                </a:moveTo>
                <a:cubicBezTo>
                  <a:pt x="3528079" y="2704784"/>
                  <a:pt x="3530514" y="2707222"/>
                  <a:pt x="3530514" y="2707222"/>
                </a:cubicBezTo>
                <a:lnTo>
                  <a:pt x="3530590" y="2707222"/>
                </a:lnTo>
                <a:lnTo>
                  <a:pt x="3517316" y="2720293"/>
                </a:lnTo>
                <a:lnTo>
                  <a:pt x="3517354" y="2720329"/>
                </a:lnTo>
                <a:lnTo>
                  <a:pt x="3513077" y="2722311"/>
                </a:lnTo>
                <a:lnTo>
                  <a:pt x="3515070" y="2718120"/>
                </a:lnTo>
                <a:lnTo>
                  <a:pt x="3514993" y="2718044"/>
                </a:lnTo>
                <a:cubicBezTo>
                  <a:pt x="3519332" y="2713624"/>
                  <a:pt x="3523743" y="2709204"/>
                  <a:pt x="3528079" y="2704784"/>
                </a:cubicBezTo>
                <a:close/>
                <a:moveTo>
                  <a:pt x="678186" y="2704784"/>
                </a:moveTo>
                <a:cubicBezTo>
                  <a:pt x="678186" y="2704784"/>
                  <a:pt x="680625" y="2707222"/>
                  <a:pt x="680625" y="2707222"/>
                </a:cubicBezTo>
                <a:lnTo>
                  <a:pt x="680701" y="2707222"/>
                </a:lnTo>
                <a:lnTo>
                  <a:pt x="667404" y="2720293"/>
                </a:lnTo>
                <a:lnTo>
                  <a:pt x="667442" y="2720329"/>
                </a:lnTo>
                <a:lnTo>
                  <a:pt x="663175" y="2722311"/>
                </a:lnTo>
                <a:lnTo>
                  <a:pt x="665156" y="2718120"/>
                </a:lnTo>
                <a:lnTo>
                  <a:pt x="665171" y="2718134"/>
                </a:lnTo>
                <a:lnTo>
                  <a:pt x="665081" y="2718044"/>
                </a:lnTo>
                <a:cubicBezTo>
                  <a:pt x="669424" y="2713624"/>
                  <a:pt x="673844" y="2709204"/>
                  <a:pt x="678186" y="2704784"/>
                </a:cubicBezTo>
                <a:close/>
                <a:moveTo>
                  <a:pt x="7081880" y="2689925"/>
                </a:moveTo>
                <a:lnTo>
                  <a:pt x="7079899" y="2694268"/>
                </a:lnTo>
                <a:lnTo>
                  <a:pt x="7066641" y="2707374"/>
                </a:lnTo>
                <a:lnTo>
                  <a:pt x="7066641" y="2707374"/>
                </a:lnTo>
                <a:lnTo>
                  <a:pt x="7062374" y="2709356"/>
                </a:lnTo>
                <a:lnTo>
                  <a:pt x="7064355" y="2705164"/>
                </a:lnTo>
                <a:lnTo>
                  <a:pt x="7066609" y="2707344"/>
                </a:lnTo>
                <a:lnTo>
                  <a:pt x="7064354" y="2705088"/>
                </a:lnTo>
                <a:cubicBezTo>
                  <a:pt x="7068774" y="2700668"/>
                  <a:pt x="7073117" y="2696249"/>
                  <a:pt x="7077461" y="2691830"/>
                </a:cubicBezTo>
                <a:lnTo>
                  <a:pt x="7077537" y="2691905"/>
                </a:lnTo>
                <a:close/>
                <a:moveTo>
                  <a:pt x="3545602" y="2689771"/>
                </a:moveTo>
                <a:lnTo>
                  <a:pt x="3543712" y="2694268"/>
                </a:lnTo>
                <a:cubicBezTo>
                  <a:pt x="3539365" y="2698611"/>
                  <a:pt x="3535015" y="2702878"/>
                  <a:pt x="3530668" y="2707222"/>
                </a:cubicBezTo>
                <a:lnTo>
                  <a:pt x="3528232" y="2704784"/>
                </a:lnTo>
                <a:cubicBezTo>
                  <a:pt x="3532582" y="2700441"/>
                  <a:pt x="3536849" y="2696020"/>
                  <a:pt x="3541199" y="2691678"/>
                </a:cubicBezTo>
                <a:lnTo>
                  <a:pt x="3541255" y="2691729"/>
                </a:lnTo>
                <a:close/>
                <a:moveTo>
                  <a:pt x="695714" y="2689771"/>
                </a:moveTo>
                <a:lnTo>
                  <a:pt x="693809" y="2694268"/>
                </a:lnTo>
                <a:lnTo>
                  <a:pt x="693809" y="2694268"/>
                </a:lnTo>
                <a:cubicBezTo>
                  <a:pt x="689465" y="2698611"/>
                  <a:pt x="685122" y="2702878"/>
                  <a:pt x="680778" y="2707222"/>
                </a:cubicBezTo>
                <a:lnTo>
                  <a:pt x="678340" y="2704784"/>
                </a:lnTo>
                <a:cubicBezTo>
                  <a:pt x="682683" y="2700441"/>
                  <a:pt x="686951" y="2696020"/>
                  <a:pt x="691294" y="2691678"/>
                </a:cubicBezTo>
                <a:lnTo>
                  <a:pt x="691346" y="2691729"/>
                </a:lnTo>
                <a:close/>
                <a:moveTo>
                  <a:pt x="17617" y="2678953"/>
                </a:moveTo>
                <a:cubicBezTo>
                  <a:pt x="17617" y="2678953"/>
                  <a:pt x="20056" y="2681390"/>
                  <a:pt x="20056" y="2681390"/>
                </a:cubicBezTo>
                <a:cubicBezTo>
                  <a:pt x="15636" y="2685734"/>
                  <a:pt x="11217" y="2690153"/>
                  <a:pt x="6797" y="2694497"/>
                </a:cubicBezTo>
                <a:lnTo>
                  <a:pt x="6744" y="2694444"/>
                </a:lnTo>
                <a:lnTo>
                  <a:pt x="2528" y="2696401"/>
                </a:lnTo>
                <a:lnTo>
                  <a:pt x="4509" y="2692211"/>
                </a:lnTo>
                <a:lnTo>
                  <a:pt x="4558" y="2692258"/>
                </a:lnTo>
                <a:lnTo>
                  <a:pt x="4511" y="2692211"/>
                </a:lnTo>
                <a:cubicBezTo>
                  <a:pt x="8931" y="2687791"/>
                  <a:pt x="13274" y="2683372"/>
                  <a:pt x="17617" y="2678953"/>
                </a:cubicBezTo>
                <a:close/>
                <a:moveTo>
                  <a:pt x="17617" y="2678876"/>
                </a:moveTo>
                <a:lnTo>
                  <a:pt x="17655" y="2678913"/>
                </a:lnTo>
                <a:lnTo>
                  <a:pt x="17617" y="2678951"/>
                </a:lnTo>
                <a:close/>
                <a:moveTo>
                  <a:pt x="35067" y="2663941"/>
                </a:moveTo>
                <a:lnTo>
                  <a:pt x="33086" y="2668436"/>
                </a:lnTo>
                <a:lnTo>
                  <a:pt x="33048" y="2668397"/>
                </a:lnTo>
                <a:lnTo>
                  <a:pt x="20055" y="2681315"/>
                </a:lnTo>
                <a:lnTo>
                  <a:pt x="17655" y="2678913"/>
                </a:lnTo>
                <a:lnTo>
                  <a:pt x="30571" y="2665844"/>
                </a:lnTo>
                <a:lnTo>
                  <a:pt x="30575" y="2665850"/>
                </a:lnTo>
                <a:lnTo>
                  <a:pt x="30571" y="2665844"/>
                </a:lnTo>
                <a:close/>
                <a:moveTo>
                  <a:pt x="2958193" y="2627149"/>
                </a:moveTo>
                <a:cubicBezTo>
                  <a:pt x="2958193" y="2627149"/>
                  <a:pt x="2960556" y="2629585"/>
                  <a:pt x="2960556" y="2629585"/>
                </a:cubicBezTo>
                <a:cubicBezTo>
                  <a:pt x="2956137" y="2633923"/>
                  <a:pt x="2951710" y="2638340"/>
                  <a:pt x="2947294" y="2642682"/>
                </a:cubicBezTo>
                <a:lnTo>
                  <a:pt x="2947265" y="2642653"/>
                </a:lnTo>
                <a:lnTo>
                  <a:pt x="2943106" y="2644586"/>
                </a:lnTo>
                <a:lnTo>
                  <a:pt x="2945061" y="2640456"/>
                </a:lnTo>
                <a:lnTo>
                  <a:pt x="2945009" y="2640402"/>
                </a:lnTo>
                <a:lnTo>
                  <a:pt x="2945085" y="2640402"/>
                </a:lnTo>
                <a:lnTo>
                  <a:pt x="2945085" y="2640402"/>
                </a:lnTo>
                <a:lnTo>
                  <a:pt x="2945086" y="2640402"/>
                </a:lnTo>
                <a:close/>
                <a:moveTo>
                  <a:pt x="5190291" y="2625470"/>
                </a:moveTo>
                <a:lnTo>
                  <a:pt x="5188310" y="2629656"/>
                </a:lnTo>
                <a:lnTo>
                  <a:pt x="5188311" y="2629666"/>
                </a:lnTo>
                <a:lnTo>
                  <a:pt x="5184044" y="2631635"/>
                </a:lnTo>
                <a:lnTo>
                  <a:pt x="5186025" y="2627452"/>
                </a:lnTo>
                <a:lnTo>
                  <a:pt x="5186024" y="2627452"/>
                </a:lnTo>
                <a:close/>
                <a:moveTo>
                  <a:pt x="8882182" y="2612505"/>
                </a:moveTo>
                <a:lnTo>
                  <a:pt x="8880200" y="2616695"/>
                </a:lnTo>
                <a:lnTo>
                  <a:pt x="8880201" y="2616695"/>
                </a:lnTo>
                <a:lnTo>
                  <a:pt x="8875933" y="2618677"/>
                </a:lnTo>
                <a:lnTo>
                  <a:pt x="8877914" y="2614485"/>
                </a:lnTo>
                <a:close/>
                <a:moveTo>
                  <a:pt x="2975645" y="2612125"/>
                </a:moveTo>
                <a:lnTo>
                  <a:pt x="2973662" y="2616619"/>
                </a:lnTo>
                <a:lnTo>
                  <a:pt x="2973662" y="2616620"/>
                </a:lnTo>
                <a:cubicBezTo>
                  <a:pt x="2969318" y="2620967"/>
                  <a:pt x="2964975" y="2625245"/>
                  <a:pt x="2960631" y="2629585"/>
                </a:cubicBezTo>
                <a:lnTo>
                  <a:pt x="2958194" y="2627149"/>
                </a:lnTo>
                <a:cubicBezTo>
                  <a:pt x="2962536" y="2622795"/>
                  <a:pt x="2966804" y="2618450"/>
                  <a:pt x="2971146" y="2614104"/>
                </a:cubicBezTo>
                <a:lnTo>
                  <a:pt x="2973653" y="2616610"/>
                </a:lnTo>
                <a:lnTo>
                  <a:pt x="2971147" y="2614029"/>
                </a:lnTo>
                <a:close/>
                <a:moveTo>
                  <a:pt x="6338930" y="2601534"/>
                </a:moveTo>
                <a:lnTo>
                  <a:pt x="6341216" y="2603743"/>
                </a:lnTo>
                <a:lnTo>
                  <a:pt x="6336949" y="2605724"/>
                </a:lnTo>
                <a:close/>
                <a:moveTo>
                  <a:pt x="4875128" y="2601534"/>
                </a:moveTo>
                <a:lnTo>
                  <a:pt x="4877414" y="2603743"/>
                </a:lnTo>
                <a:lnTo>
                  <a:pt x="4873147" y="2605724"/>
                </a:lnTo>
                <a:close/>
                <a:moveTo>
                  <a:pt x="8079034" y="2599551"/>
                </a:moveTo>
                <a:lnTo>
                  <a:pt x="8077052" y="2603742"/>
                </a:lnTo>
                <a:lnTo>
                  <a:pt x="8077053" y="2603743"/>
                </a:lnTo>
                <a:lnTo>
                  <a:pt x="8072785" y="2605724"/>
                </a:lnTo>
                <a:lnTo>
                  <a:pt x="8074766" y="2601534"/>
                </a:lnTo>
                <a:lnTo>
                  <a:pt x="8076943" y="2603637"/>
                </a:lnTo>
                <a:lnTo>
                  <a:pt x="8074766" y="2601532"/>
                </a:lnTo>
                <a:close/>
                <a:moveTo>
                  <a:pt x="4879395" y="2599551"/>
                </a:moveTo>
                <a:lnTo>
                  <a:pt x="4877414" y="2603742"/>
                </a:lnTo>
                <a:lnTo>
                  <a:pt x="4875128" y="2601532"/>
                </a:lnTo>
                <a:close/>
                <a:moveTo>
                  <a:pt x="6356456" y="2586294"/>
                </a:moveTo>
                <a:lnTo>
                  <a:pt x="6354476" y="2590636"/>
                </a:lnTo>
                <a:lnTo>
                  <a:pt x="6354476" y="2590636"/>
                </a:lnTo>
                <a:cubicBezTo>
                  <a:pt x="6350056" y="2594980"/>
                  <a:pt x="6345637" y="2599400"/>
                  <a:pt x="6341217" y="2603743"/>
                </a:cubicBezTo>
                <a:lnTo>
                  <a:pt x="6338931" y="2601457"/>
                </a:lnTo>
                <a:cubicBezTo>
                  <a:pt x="6343350" y="2597037"/>
                  <a:pt x="6347694" y="2592616"/>
                  <a:pt x="6352037" y="2588199"/>
                </a:cubicBezTo>
                <a:lnTo>
                  <a:pt x="6352113" y="2588273"/>
                </a:lnTo>
                <a:close/>
                <a:moveTo>
                  <a:pt x="794851" y="2562367"/>
                </a:moveTo>
                <a:cubicBezTo>
                  <a:pt x="794851" y="2562367"/>
                  <a:pt x="797290" y="2564805"/>
                  <a:pt x="797290" y="2564805"/>
                </a:cubicBezTo>
                <a:cubicBezTo>
                  <a:pt x="792870" y="2569149"/>
                  <a:pt x="788451" y="2573568"/>
                  <a:pt x="784031" y="2577912"/>
                </a:cubicBezTo>
                <a:lnTo>
                  <a:pt x="783978" y="2577858"/>
                </a:lnTo>
                <a:lnTo>
                  <a:pt x="779764" y="2579816"/>
                </a:lnTo>
                <a:lnTo>
                  <a:pt x="781745" y="2575624"/>
                </a:lnTo>
                <a:lnTo>
                  <a:pt x="781745" y="2575624"/>
                </a:lnTo>
                <a:close/>
                <a:moveTo>
                  <a:pt x="799272" y="2560385"/>
                </a:moveTo>
                <a:lnTo>
                  <a:pt x="797290" y="2564727"/>
                </a:lnTo>
                <a:lnTo>
                  <a:pt x="794852" y="2562365"/>
                </a:lnTo>
                <a:close/>
                <a:moveTo>
                  <a:pt x="4447646" y="2536764"/>
                </a:moveTo>
                <a:lnTo>
                  <a:pt x="4449932" y="2538975"/>
                </a:lnTo>
                <a:lnTo>
                  <a:pt x="4445665" y="2540955"/>
                </a:lnTo>
                <a:close/>
                <a:moveTo>
                  <a:pt x="4451914" y="2534782"/>
                </a:moveTo>
                <a:lnTo>
                  <a:pt x="4449933" y="2538973"/>
                </a:lnTo>
                <a:lnTo>
                  <a:pt x="4447647" y="2536762"/>
                </a:lnTo>
                <a:close/>
                <a:moveTo>
                  <a:pt x="2647143" y="2523810"/>
                </a:moveTo>
                <a:lnTo>
                  <a:pt x="2649429" y="2526018"/>
                </a:lnTo>
                <a:lnTo>
                  <a:pt x="2645162" y="2528000"/>
                </a:lnTo>
                <a:close/>
                <a:moveTo>
                  <a:pt x="2919334" y="2523427"/>
                </a:moveTo>
                <a:cubicBezTo>
                  <a:pt x="2919334" y="2523427"/>
                  <a:pt x="2921849" y="2525942"/>
                  <a:pt x="2921849" y="2525942"/>
                </a:cubicBezTo>
                <a:cubicBezTo>
                  <a:pt x="2917506" y="2530287"/>
                  <a:pt x="2913164" y="2534553"/>
                  <a:pt x="2908821" y="2538899"/>
                </a:cubicBezTo>
                <a:lnTo>
                  <a:pt x="2908819" y="2538899"/>
                </a:lnTo>
                <a:lnTo>
                  <a:pt x="2895559" y="2552003"/>
                </a:lnTo>
                <a:lnTo>
                  <a:pt x="2895507" y="2551949"/>
                </a:lnTo>
                <a:lnTo>
                  <a:pt x="2891293" y="2553907"/>
                </a:lnTo>
                <a:lnTo>
                  <a:pt x="2893272" y="2549717"/>
                </a:lnTo>
                <a:lnTo>
                  <a:pt x="2894442" y="2550847"/>
                </a:lnTo>
                <a:lnTo>
                  <a:pt x="2893350" y="2549718"/>
                </a:lnTo>
                <a:lnTo>
                  <a:pt x="2893274" y="2549718"/>
                </a:lnTo>
                <a:cubicBezTo>
                  <a:pt x="2897615" y="2545298"/>
                  <a:pt x="2902037" y="2540878"/>
                  <a:pt x="2906379" y="2536458"/>
                </a:cubicBezTo>
                <a:cubicBezTo>
                  <a:pt x="2910725" y="2532117"/>
                  <a:pt x="2914991" y="2527771"/>
                  <a:pt x="2919334" y="2523427"/>
                </a:cubicBezTo>
                <a:close/>
                <a:moveTo>
                  <a:pt x="2651411" y="2521828"/>
                </a:moveTo>
                <a:lnTo>
                  <a:pt x="2649430" y="2526018"/>
                </a:lnTo>
                <a:lnTo>
                  <a:pt x="2647144" y="2523808"/>
                </a:lnTo>
                <a:close/>
                <a:moveTo>
                  <a:pt x="4593951" y="2519465"/>
                </a:moveTo>
                <a:cubicBezTo>
                  <a:pt x="4596998" y="2519465"/>
                  <a:pt x="4600047" y="2519465"/>
                  <a:pt x="4603094" y="2519465"/>
                </a:cubicBezTo>
                <a:cubicBezTo>
                  <a:pt x="4603094" y="2519465"/>
                  <a:pt x="4605609" y="2524723"/>
                  <a:pt x="4605609" y="2524723"/>
                </a:cubicBezTo>
                <a:cubicBezTo>
                  <a:pt x="4600885" y="2524723"/>
                  <a:pt x="4596160" y="2524723"/>
                  <a:pt x="4591436" y="2524723"/>
                </a:cubicBezTo>
                <a:lnTo>
                  <a:pt x="4579771" y="2525934"/>
                </a:lnTo>
                <a:lnTo>
                  <a:pt x="4579778" y="2525942"/>
                </a:lnTo>
                <a:cubicBezTo>
                  <a:pt x="4575358" y="2530287"/>
                  <a:pt x="4570939" y="2534706"/>
                  <a:pt x="4566519" y="2539049"/>
                </a:cubicBezTo>
                <a:lnTo>
                  <a:pt x="4566467" y="2538998"/>
                </a:lnTo>
                <a:lnTo>
                  <a:pt x="4562251" y="2540955"/>
                </a:lnTo>
                <a:lnTo>
                  <a:pt x="4564232" y="2536764"/>
                </a:lnTo>
                <a:lnTo>
                  <a:pt x="4564265" y="2536796"/>
                </a:lnTo>
                <a:lnTo>
                  <a:pt x="4564233" y="2536764"/>
                </a:lnTo>
                <a:lnTo>
                  <a:pt x="4577301" y="2523542"/>
                </a:lnTo>
                <a:lnTo>
                  <a:pt x="4577263" y="2523503"/>
                </a:lnTo>
                <a:lnTo>
                  <a:pt x="4577339" y="2523503"/>
                </a:lnTo>
                <a:lnTo>
                  <a:pt x="4593910" y="2519550"/>
                </a:lnTo>
                <a:close/>
                <a:moveTo>
                  <a:pt x="7440020" y="2510854"/>
                </a:moveTo>
                <a:lnTo>
                  <a:pt x="7442306" y="2513066"/>
                </a:lnTo>
                <a:lnTo>
                  <a:pt x="7438039" y="2515045"/>
                </a:lnTo>
                <a:close/>
                <a:moveTo>
                  <a:pt x="5043530" y="2510854"/>
                </a:moveTo>
                <a:lnTo>
                  <a:pt x="5045816" y="2513066"/>
                </a:lnTo>
                <a:lnTo>
                  <a:pt x="5041549" y="2515045"/>
                </a:lnTo>
                <a:close/>
                <a:moveTo>
                  <a:pt x="5047798" y="2508873"/>
                </a:moveTo>
                <a:lnTo>
                  <a:pt x="5045817" y="2513066"/>
                </a:lnTo>
                <a:lnTo>
                  <a:pt x="5043531" y="2510854"/>
                </a:lnTo>
                <a:close/>
                <a:moveTo>
                  <a:pt x="4620925" y="2508034"/>
                </a:moveTo>
                <a:lnTo>
                  <a:pt x="4618870" y="2512832"/>
                </a:lnTo>
                <a:lnTo>
                  <a:pt x="4618944" y="2512912"/>
                </a:lnTo>
                <a:lnTo>
                  <a:pt x="4618868" y="2512835"/>
                </a:lnTo>
                <a:lnTo>
                  <a:pt x="4618868" y="2512836"/>
                </a:lnTo>
                <a:lnTo>
                  <a:pt x="4618867" y="2512835"/>
                </a:lnTo>
                <a:lnTo>
                  <a:pt x="4605686" y="2524723"/>
                </a:lnTo>
                <a:cubicBezTo>
                  <a:pt x="4605686" y="2524723"/>
                  <a:pt x="4603171" y="2519465"/>
                  <a:pt x="4603171" y="2519465"/>
                </a:cubicBezTo>
                <a:lnTo>
                  <a:pt x="4616003" y="2509747"/>
                </a:lnTo>
                <a:lnTo>
                  <a:pt x="4615972" y="2509712"/>
                </a:lnTo>
                <a:close/>
                <a:moveTo>
                  <a:pt x="7442383" y="2498206"/>
                </a:moveTo>
                <a:cubicBezTo>
                  <a:pt x="7443602" y="2501634"/>
                  <a:pt x="7445355" y="2504910"/>
                  <a:pt x="7445888" y="2508492"/>
                </a:cubicBezTo>
                <a:cubicBezTo>
                  <a:pt x="7446117" y="2509787"/>
                  <a:pt x="7443602" y="2511540"/>
                  <a:pt x="7442383" y="2513140"/>
                </a:cubicBezTo>
                <a:lnTo>
                  <a:pt x="7440097" y="2510854"/>
                </a:lnTo>
                <a:cubicBezTo>
                  <a:pt x="7438954" y="2507501"/>
                  <a:pt x="7438344" y="2503997"/>
                  <a:pt x="7438116" y="2500491"/>
                </a:cubicBezTo>
                <a:lnTo>
                  <a:pt x="7442383" y="2498281"/>
                </a:lnTo>
                <a:close/>
                <a:moveTo>
                  <a:pt x="2949815" y="2495462"/>
                </a:moveTo>
                <a:lnTo>
                  <a:pt x="2947833" y="2499957"/>
                </a:lnTo>
                <a:lnTo>
                  <a:pt x="2947762" y="2499887"/>
                </a:lnTo>
                <a:lnTo>
                  <a:pt x="2946411" y="2498535"/>
                </a:lnTo>
                <a:lnTo>
                  <a:pt x="2947757" y="2499884"/>
                </a:lnTo>
                <a:lnTo>
                  <a:pt x="2947762" y="2499887"/>
                </a:lnTo>
                <a:lnTo>
                  <a:pt x="2947833" y="2499957"/>
                </a:lnTo>
                <a:lnTo>
                  <a:pt x="2934842" y="2512875"/>
                </a:lnTo>
                <a:lnTo>
                  <a:pt x="2934880" y="2512912"/>
                </a:lnTo>
                <a:cubicBezTo>
                  <a:pt x="2930535" y="2517256"/>
                  <a:pt x="2926192" y="2521524"/>
                  <a:pt x="2921926" y="2525866"/>
                </a:cubicBezTo>
                <a:lnTo>
                  <a:pt x="2919411" y="2523352"/>
                </a:lnTo>
                <a:lnTo>
                  <a:pt x="2919335" y="2523352"/>
                </a:lnTo>
                <a:lnTo>
                  <a:pt x="2932252" y="2510359"/>
                </a:lnTo>
                <a:lnTo>
                  <a:pt x="2932212" y="2510321"/>
                </a:lnTo>
                <a:cubicBezTo>
                  <a:pt x="2936555" y="2505977"/>
                  <a:pt x="2940897" y="2501634"/>
                  <a:pt x="2945168" y="2497291"/>
                </a:cubicBezTo>
                <a:lnTo>
                  <a:pt x="2945245" y="2497367"/>
                </a:lnTo>
                <a:close/>
                <a:moveTo>
                  <a:pt x="8528309" y="2471689"/>
                </a:moveTo>
                <a:cubicBezTo>
                  <a:pt x="8528309" y="2471689"/>
                  <a:pt x="8530748" y="2474126"/>
                  <a:pt x="8530748" y="2474126"/>
                </a:cubicBezTo>
                <a:cubicBezTo>
                  <a:pt x="8526328" y="2478471"/>
                  <a:pt x="8521909" y="2482889"/>
                  <a:pt x="8517489" y="2487233"/>
                </a:cubicBezTo>
                <a:lnTo>
                  <a:pt x="8517436" y="2487180"/>
                </a:lnTo>
                <a:lnTo>
                  <a:pt x="8513221" y="2489137"/>
                </a:lnTo>
                <a:lnTo>
                  <a:pt x="8515202" y="2484946"/>
                </a:lnTo>
                <a:lnTo>
                  <a:pt x="8515203" y="2484947"/>
                </a:lnTo>
                <a:close/>
                <a:moveTo>
                  <a:pt x="8532729" y="2469707"/>
                </a:moveTo>
                <a:lnTo>
                  <a:pt x="8530748" y="2474049"/>
                </a:lnTo>
                <a:lnTo>
                  <a:pt x="8528309" y="2471686"/>
                </a:lnTo>
                <a:close/>
                <a:moveTo>
                  <a:pt x="7465928" y="2459039"/>
                </a:moveTo>
                <a:lnTo>
                  <a:pt x="7468214" y="2461250"/>
                </a:lnTo>
                <a:lnTo>
                  <a:pt x="7463947" y="2463229"/>
                </a:lnTo>
                <a:close/>
                <a:moveTo>
                  <a:pt x="4888082" y="2459039"/>
                </a:moveTo>
                <a:lnTo>
                  <a:pt x="4890368" y="2461250"/>
                </a:lnTo>
                <a:lnTo>
                  <a:pt x="4886101" y="2463229"/>
                </a:lnTo>
                <a:close/>
                <a:moveTo>
                  <a:pt x="5276855" y="2458735"/>
                </a:moveTo>
                <a:cubicBezTo>
                  <a:pt x="5276855" y="2458735"/>
                  <a:pt x="5279293" y="2461173"/>
                  <a:pt x="5279293" y="2461173"/>
                </a:cubicBezTo>
                <a:cubicBezTo>
                  <a:pt x="5274873" y="2465515"/>
                  <a:pt x="5270454" y="2469935"/>
                  <a:pt x="5266034" y="2474279"/>
                </a:cubicBezTo>
                <a:lnTo>
                  <a:pt x="5265982" y="2474227"/>
                </a:lnTo>
                <a:lnTo>
                  <a:pt x="5261767" y="2476184"/>
                </a:lnTo>
                <a:lnTo>
                  <a:pt x="5263748" y="2471993"/>
                </a:lnTo>
                <a:cubicBezTo>
                  <a:pt x="5268091" y="2467573"/>
                  <a:pt x="5272511" y="2463154"/>
                  <a:pt x="5276855" y="2458735"/>
                </a:cubicBezTo>
                <a:close/>
                <a:moveTo>
                  <a:pt x="7470195" y="2457058"/>
                </a:moveTo>
                <a:lnTo>
                  <a:pt x="7468214" y="2461250"/>
                </a:lnTo>
                <a:lnTo>
                  <a:pt x="7465928" y="2459038"/>
                </a:lnTo>
                <a:close/>
                <a:moveTo>
                  <a:pt x="5281274" y="2456753"/>
                </a:moveTo>
                <a:lnTo>
                  <a:pt x="5279293" y="2461096"/>
                </a:lnTo>
                <a:lnTo>
                  <a:pt x="5276855" y="2458735"/>
                </a:lnTo>
                <a:close/>
                <a:moveTo>
                  <a:pt x="9020560" y="2445781"/>
                </a:moveTo>
                <a:cubicBezTo>
                  <a:pt x="9020560" y="2445781"/>
                  <a:pt x="9022999" y="2448219"/>
                  <a:pt x="9022999" y="2448219"/>
                </a:cubicBezTo>
                <a:cubicBezTo>
                  <a:pt x="9018580" y="2452562"/>
                  <a:pt x="9014160" y="2456982"/>
                  <a:pt x="9009740" y="2461324"/>
                </a:cubicBezTo>
                <a:lnTo>
                  <a:pt x="9009688" y="2461275"/>
                </a:lnTo>
                <a:lnTo>
                  <a:pt x="9005473" y="2463229"/>
                </a:lnTo>
                <a:lnTo>
                  <a:pt x="9007454" y="2459039"/>
                </a:lnTo>
                <a:cubicBezTo>
                  <a:pt x="9011874" y="2454619"/>
                  <a:pt x="9016217" y="2450199"/>
                  <a:pt x="9020560" y="2445781"/>
                </a:cubicBezTo>
                <a:close/>
                <a:moveTo>
                  <a:pt x="4231695" y="2444104"/>
                </a:moveTo>
                <a:lnTo>
                  <a:pt x="4229714" y="2448294"/>
                </a:lnTo>
                <a:lnTo>
                  <a:pt x="4225447" y="2450274"/>
                </a:lnTo>
                <a:lnTo>
                  <a:pt x="4227428" y="2446084"/>
                </a:lnTo>
                <a:close/>
                <a:moveTo>
                  <a:pt x="4905608" y="2443799"/>
                </a:moveTo>
                <a:lnTo>
                  <a:pt x="4903627" y="2448141"/>
                </a:lnTo>
                <a:lnTo>
                  <a:pt x="4903628" y="2448143"/>
                </a:lnTo>
                <a:cubicBezTo>
                  <a:pt x="4899208" y="2452487"/>
                  <a:pt x="4894789" y="2456904"/>
                  <a:pt x="4890369" y="2461250"/>
                </a:cubicBezTo>
                <a:lnTo>
                  <a:pt x="4888083" y="2458964"/>
                </a:lnTo>
                <a:cubicBezTo>
                  <a:pt x="4892426" y="2454544"/>
                  <a:pt x="4896846" y="2450124"/>
                  <a:pt x="4901189" y="2445704"/>
                </a:cubicBezTo>
                <a:lnTo>
                  <a:pt x="4901265" y="2445781"/>
                </a:lnTo>
                <a:close/>
                <a:moveTo>
                  <a:pt x="9033515" y="2432750"/>
                </a:moveTo>
                <a:cubicBezTo>
                  <a:pt x="9033515" y="2432750"/>
                  <a:pt x="9036029" y="2435265"/>
                  <a:pt x="9036029" y="2435265"/>
                </a:cubicBezTo>
                <a:cubicBezTo>
                  <a:pt x="9031686" y="2439607"/>
                  <a:pt x="9027342" y="2443875"/>
                  <a:pt x="9022999" y="2448219"/>
                </a:cubicBezTo>
                <a:cubicBezTo>
                  <a:pt x="9022999" y="2448219"/>
                  <a:pt x="9020560" y="2445781"/>
                  <a:pt x="9020560" y="2445781"/>
                </a:cubicBezTo>
                <a:cubicBezTo>
                  <a:pt x="9024904" y="2441438"/>
                  <a:pt x="9029171" y="2437092"/>
                  <a:pt x="9033515" y="2432750"/>
                </a:cubicBezTo>
                <a:close/>
                <a:moveTo>
                  <a:pt x="9038011" y="2430768"/>
                </a:moveTo>
                <a:lnTo>
                  <a:pt x="9036029" y="2435265"/>
                </a:lnTo>
                <a:lnTo>
                  <a:pt x="9033515" y="2432674"/>
                </a:lnTo>
                <a:close/>
                <a:moveTo>
                  <a:pt x="4823312" y="2394268"/>
                </a:moveTo>
                <a:lnTo>
                  <a:pt x="4825598" y="2396480"/>
                </a:lnTo>
                <a:lnTo>
                  <a:pt x="4821331" y="2398461"/>
                </a:lnTo>
                <a:close/>
                <a:moveTo>
                  <a:pt x="548580" y="2394268"/>
                </a:moveTo>
                <a:lnTo>
                  <a:pt x="550866" y="2396480"/>
                </a:lnTo>
                <a:lnTo>
                  <a:pt x="546599" y="2398461"/>
                </a:lnTo>
                <a:close/>
                <a:moveTo>
                  <a:pt x="4836419" y="2380935"/>
                </a:moveTo>
                <a:cubicBezTo>
                  <a:pt x="4836419" y="2380935"/>
                  <a:pt x="4838858" y="2383373"/>
                  <a:pt x="4838858" y="2383373"/>
                </a:cubicBezTo>
                <a:cubicBezTo>
                  <a:pt x="4834438" y="2387717"/>
                  <a:pt x="4830019" y="2392134"/>
                  <a:pt x="4825599" y="2396480"/>
                </a:cubicBezTo>
                <a:lnTo>
                  <a:pt x="4823313" y="2394193"/>
                </a:lnTo>
                <a:cubicBezTo>
                  <a:pt x="4827656" y="2389773"/>
                  <a:pt x="4832076" y="2385353"/>
                  <a:pt x="4836419" y="2380935"/>
                </a:cubicBezTo>
                <a:close/>
                <a:moveTo>
                  <a:pt x="2582383" y="2368362"/>
                </a:moveTo>
                <a:lnTo>
                  <a:pt x="2584669" y="2370571"/>
                </a:lnTo>
                <a:lnTo>
                  <a:pt x="2580402" y="2372551"/>
                </a:lnTo>
                <a:close/>
                <a:moveTo>
                  <a:pt x="2586650" y="2366380"/>
                </a:moveTo>
                <a:lnTo>
                  <a:pt x="2584670" y="2370571"/>
                </a:lnTo>
                <a:lnTo>
                  <a:pt x="2582383" y="2368361"/>
                </a:lnTo>
                <a:close/>
                <a:moveTo>
                  <a:pt x="4853869" y="2365923"/>
                </a:moveTo>
                <a:lnTo>
                  <a:pt x="4851964" y="2370420"/>
                </a:lnTo>
                <a:cubicBezTo>
                  <a:pt x="4847620" y="2374762"/>
                  <a:pt x="4843277" y="2379030"/>
                  <a:pt x="4838933" y="2383373"/>
                </a:cubicBezTo>
                <a:cubicBezTo>
                  <a:pt x="4838933" y="2383373"/>
                  <a:pt x="4836495" y="2380935"/>
                  <a:pt x="4836495" y="2380935"/>
                </a:cubicBezTo>
                <a:lnTo>
                  <a:pt x="4849373" y="2367905"/>
                </a:lnTo>
                <a:lnTo>
                  <a:pt x="4849373" y="2367903"/>
                </a:lnTo>
                <a:lnTo>
                  <a:pt x="4849374" y="2367903"/>
                </a:lnTo>
                <a:lnTo>
                  <a:pt x="4849449" y="2367827"/>
                </a:lnTo>
                <a:lnTo>
                  <a:pt x="4849478" y="2367855"/>
                </a:lnTo>
                <a:close/>
                <a:moveTo>
                  <a:pt x="587596" y="2354875"/>
                </a:moveTo>
                <a:lnTo>
                  <a:pt x="587597" y="2354875"/>
                </a:lnTo>
                <a:lnTo>
                  <a:pt x="587635" y="2354912"/>
                </a:lnTo>
                <a:lnTo>
                  <a:pt x="587634" y="2354912"/>
                </a:lnTo>
                <a:lnTo>
                  <a:pt x="590187" y="2357465"/>
                </a:lnTo>
                <a:cubicBezTo>
                  <a:pt x="585843" y="2361807"/>
                  <a:pt x="581500" y="2366074"/>
                  <a:pt x="577157" y="2370420"/>
                </a:cubicBezTo>
                <a:lnTo>
                  <a:pt x="577157" y="2370417"/>
                </a:lnTo>
                <a:lnTo>
                  <a:pt x="564126" y="2383373"/>
                </a:lnTo>
                <a:lnTo>
                  <a:pt x="564126" y="2383373"/>
                </a:lnTo>
                <a:cubicBezTo>
                  <a:pt x="559706" y="2387717"/>
                  <a:pt x="555288" y="2392134"/>
                  <a:pt x="550868" y="2396480"/>
                </a:cubicBezTo>
                <a:lnTo>
                  <a:pt x="548582" y="2394193"/>
                </a:lnTo>
                <a:cubicBezTo>
                  <a:pt x="552925" y="2389773"/>
                  <a:pt x="557344" y="2385353"/>
                  <a:pt x="561687" y="2380935"/>
                </a:cubicBezTo>
                <a:lnTo>
                  <a:pt x="563579" y="2382826"/>
                </a:lnTo>
                <a:lnTo>
                  <a:pt x="561688" y="2380935"/>
                </a:lnTo>
                <a:cubicBezTo>
                  <a:pt x="566031" y="2376590"/>
                  <a:pt x="570299" y="2372246"/>
                  <a:pt x="574642" y="2367903"/>
                </a:cubicBezTo>
                <a:lnTo>
                  <a:pt x="576350" y="2369612"/>
                </a:lnTo>
                <a:lnTo>
                  <a:pt x="574643" y="2367903"/>
                </a:lnTo>
                <a:cubicBezTo>
                  <a:pt x="578985" y="2363560"/>
                  <a:pt x="583253" y="2359216"/>
                  <a:pt x="587596" y="2354875"/>
                </a:cubicBezTo>
                <a:close/>
                <a:moveTo>
                  <a:pt x="605123" y="2340015"/>
                </a:moveTo>
                <a:lnTo>
                  <a:pt x="603142" y="2344586"/>
                </a:lnTo>
                <a:lnTo>
                  <a:pt x="603104" y="2344547"/>
                </a:lnTo>
                <a:lnTo>
                  <a:pt x="590188" y="2357465"/>
                </a:lnTo>
                <a:lnTo>
                  <a:pt x="587635" y="2354912"/>
                </a:lnTo>
                <a:lnTo>
                  <a:pt x="600551" y="2341920"/>
                </a:lnTo>
                <a:lnTo>
                  <a:pt x="600565" y="2341935"/>
                </a:lnTo>
                <a:lnTo>
                  <a:pt x="600551" y="2341920"/>
                </a:lnTo>
                <a:close/>
                <a:moveTo>
                  <a:pt x="2271659" y="2329120"/>
                </a:moveTo>
                <a:cubicBezTo>
                  <a:pt x="2271659" y="2329120"/>
                  <a:pt x="2274174" y="2331632"/>
                  <a:pt x="2274174" y="2331632"/>
                </a:cubicBezTo>
                <a:cubicBezTo>
                  <a:pt x="2269830" y="2335977"/>
                  <a:pt x="2265488" y="2340242"/>
                  <a:pt x="2261144" y="2344587"/>
                </a:cubicBezTo>
                <a:lnTo>
                  <a:pt x="2261143" y="2344587"/>
                </a:lnTo>
                <a:lnTo>
                  <a:pt x="2247886" y="2357694"/>
                </a:lnTo>
                <a:lnTo>
                  <a:pt x="2247834" y="2357640"/>
                </a:lnTo>
                <a:lnTo>
                  <a:pt x="2243618" y="2359597"/>
                </a:lnTo>
                <a:lnTo>
                  <a:pt x="2245598" y="2355406"/>
                </a:lnTo>
                <a:lnTo>
                  <a:pt x="2245600" y="2355408"/>
                </a:lnTo>
                <a:lnTo>
                  <a:pt x="2245600" y="2355408"/>
                </a:lnTo>
                <a:lnTo>
                  <a:pt x="2245600" y="2355408"/>
                </a:lnTo>
                <a:lnTo>
                  <a:pt x="2246769" y="2356537"/>
                </a:lnTo>
                <a:lnTo>
                  <a:pt x="2245676" y="2355408"/>
                </a:lnTo>
                <a:lnTo>
                  <a:pt x="2245600" y="2355408"/>
                </a:lnTo>
                <a:lnTo>
                  <a:pt x="2245600" y="2355408"/>
                </a:lnTo>
                <a:lnTo>
                  <a:pt x="2258705" y="2342148"/>
                </a:lnTo>
                <a:lnTo>
                  <a:pt x="2259341" y="2342784"/>
                </a:lnTo>
                <a:lnTo>
                  <a:pt x="2258706" y="2342148"/>
                </a:lnTo>
                <a:cubicBezTo>
                  <a:pt x="2263049" y="2337805"/>
                  <a:pt x="2267316" y="2333462"/>
                  <a:pt x="2271659" y="2329120"/>
                </a:cubicBezTo>
                <a:close/>
                <a:moveTo>
                  <a:pt x="2276156" y="2327135"/>
                </a:moveTo>
                <a:lnTo>
                  <a:pt x="2274175" y="2331632"/>
                </a:lnTo>
                <a:lnTo>
                  <a:pt x="2271660" y="2329041"/>
                </a:lnTo>
                <a:close/>
                <a:moveTo>
                  <a:pt x="8079491" y="2327060"/>
                </a:moveTo>
                <a:lnTo>
                  <a:pt x="8077510" y="2331558"/>
                </a:lnTo>
                <a:lnTo>
                  <a:pt x="8064481" y="2344509"/>
                </a:lnTo>
                <a:lnTo>
                  <a:pt x="8064556" y="2344586"/>
                </a:lnTo>
                <a:cubicBezTo>
                  <a:pt x="8060213" y="2348930"/>
                  <a:pt x="8055869" y="2353197"/>
                  <a:pt x="8051526" y="2357542"/>
                </a:cubicBezTo>
                <a:lnTo>
                  <a:pt x="8051449" y="2357465"/>
                </a:lnTo>
                <a:lnTo>
                  <a:pt x="8038191" y="2370571"/>
                </a:lnTo>
                <a:lnTo>
                  <a:pt x="8038191" y="2370571"/>
                </a:lnTo>
                <a:lnTo>
                  <a:pt x="8033923" y="2372551"/>
                </a:lnTo>
                <a:lnTo>
                  <a:pt x="8035904" y="2368362"/>
                </a:lnTo>
                <a:lnTo>
                  <a:pt x="8038163" y="2370544"/>
                </a:lnTo>
                <a:lnTo>
                  <a:pt x="8035904" y="2368287"/>
                </a:lnTo>
                <a:cubicBezTo>
                  <a:pt x="8040324" y="2363865"/>
                  <a:pt x="8044667" y="2359445"/>
                  <a:pt x="8049010" y="2355026"/>
                </a:cubicBezTo>
                <a:lnTo>
                  <a:pt x="8051445" y="2357460"/>
                </a:lnTo>
                <a:lnTo>
                  <a:pt x="8049087" y="2355100"/>
                </a:lnTo>
                <a:lnTo>
                  <a:pt x="8062041" y="2341996"/>
                </a:lnTo>
                <a:lnTo>
                  <a:pt x="8061965" y="2341920"/>
                </a:lnTo>
                <a:cubicBezTo>
                  <a:pt x="8066308" y="2337577"/>
                  <a:pt x="8070576" y="2333232"/>
                  <a:pt x="8074919" y="2328889"/>
                </a:cubicBezTo>
                <a:lnTo>
                  <a:pt x="8074973" y="2328943"/>
                </a:lnTo>
                <a:close/>
                <a:moveTo>
                  <a:pt x="859628" y="2303287"/>
                </a:moveTo>
                <a:cubicBezTo>
                  <a:pt x="859628" y="2303287"/>
                  <a:pt x="862067" y="2305724"/>
                  <a:pt x="862067" y="2305724"/>
                </a:cubicBezTo>
                <a:cubicBezTo>
                  <a:pt x="857647" y="2310068"/>
                  <a:pt x="853228" y="2314488"/>
                  <a:pt x="848808" y="2318833"/>
                </a:cubicBezTo>
                <a:lnTo>
                  <a:pt x="848755" y="2318781"/>
                </a:lnTo>
                <a:lnTo>
                  <a:pt x="844541" y="2320735"/>
                </a:lnTo>
                <a:lnTo>
                  <a:pt x="846522" y="2316545"/>
                </a:lnTo>
                <a:lnTo>
                  <a:pt x="846522" y="2316545"/>
                </a:lnTo>
                <a:close/>
                <a:moveTo>
                  <a:pt x="864049" y="2301304"/>
                </a:moveTo>
                <a:lnTo>
                  <a:pt x="862067" y="2305649"/>
                </a:lnTo>
                <a:lnTo>
                  <a:pt x="859629" y="2303286"/>
                </a:lnTo>
                <a:close/>
                <a:moveTo>
                  <a:pt x="5008935" y="2262747"/>
                </a:moveTo>
                <a:lnTo>
                  <a:pt x="5006954" y="2266939"/>
                </a:lnTo>
                <a:lnTo>
                  <a:pt x="5002687" y="2268920"/>
                </a:lnTo>
                <a:lnTo>
                  <a:pt x="5004668" y="2264728"/>
                </a:lnTo>
                <a:close/>
                <a:moveTo>
                  <a:pt x="5211932" y="2251774"/>
                </a:moveTo>
                <a:lnTo>
                  <a:pt x="5214218" y="2253984"/>
                </a:lnTo>
                <a:lnTo>
                  <a:pt x="5209951" y="2255966"/>
                </a:lnTo>
                <a:close/>
                <a:moveTo>
                  <a:pt x="7664505" y="2249794"/>
                </a:moveTo>
                <a:lnTo>
                  <a:pt x="7662524" y="2253984"/>
                </a:lnTo>
                <a:lnTo>
                  <a:pt x="7658257" y="2255966"/>
                </a:lnTo>
                <a:lnTo>
                  <a:pt x="7660238" y="2251774"/>
                </a:lnTo>
                <a:close/>
                <a:moveTo>
                  <a:pt x="5125521" y="2249794"/>
                </a:moveTo>
                <a:lnTo>
                  <a:pt x="5123540" y="2253984"/>
                </a:lnTo>
                <a:lnTo>
                  <a:pt x="5123541" y="2253984"/>
                </a:lnTo>
                <a:lnTo>
                  <a:pt x="5119274" y="2255966"/>
                </a:lnTo>
                <a:lnTo>
                  <a:pt x="5121254" y="2251774"/>
                </a:lnTo>
                <a:lnTo>
                  <a:pt x="5121254" y="2251774"/>
                </a:lnTo>
                <a:close/>
                <a:moveTo>
                  <a:pt x="4655063" y="2238516"/>
                </a:moveTo>
                <a:cubicBezTo>
                  <a:pt x="4655063" y="2238516"/>
                  <a:pt x="4657502" y="2240954"/>
                  <a:pt x="4657502" y="2240954"/>
                </a:cubicBezTo>
                <a:cubicBezTo>
                  <a:pt x="4653082" y="2245299"/>
                  <a:pt x="4648663" y="2249717"/>
                  <a:pt x="4644243" y="2254062"/>
                </a:cubicBezTo>
                <a:lnTo>
                  <a:pt x="4644190" y="2254010"/>
                </a:lnTo>
                <a:lnTo>
                  <a:pt x="4639975" y="2255966"/>
                </a:lnTo>
                <a:lnTo>
                  <a:pt x="4641956" y="2251774"/>
                </a:lnTo>
                <a:lnTo>
                  <a:pt x="4641957" y="2251776"/>
                </a:lnTo>
                <a:close/>
                <a:moveTo>
                  <a:pt x="5229458" y="2236534"/>
                </a:moveTo>
                <a:lnTo>
                  <a:pt x="5227477" y="2240876"/>
                </a:lnTo>
                <a:lnTo>
                  <a:pt x="5227478" y="2240878"/>
                </a:lnTo>
                <a:cubicBezTo>
                  <a:pt x="5223058" y="2245222"/>
                  <a:pt x="5218639" y="2249641"/>
                  <a:pt x="5214219" y="2253984"/>
                </a:cubicBezTo>
                <a:lnTo>
                  <a:pt x="5211933" y="2251700"/>
                </a:lnTo>
                <a:cubicBezTo>
                  <a:pt x="5216276" y="2247280"/>
                  <a:pt x="5220696" y="2242858"/>
                  <a:pt x="5225039" y="2238440"/>
                </a:cubicBezTo>
                <a:lnTo>
                  <a:pt x="5225115" y="2238515"/>
                </a:lnTo>
                <a:close/>
                <a:moveTo>
                  <a:pt x="4659483" y="2236534"/>
                </a:moveTo>
                <a:lnTo>
                  <a:pt x="4657501" y="2240878"/>
                </a:lnTo>
                <a:lnTo>
                  <a:pt x="4655063" y="2238515"/>
                </a:lnTo>
                <a:close/>
                <a:moveTo>
                  <a:pt x="5289656" y="2187003"/>
                </a:moveTo>
                <a:lnTo>
                  <a:pt x="5291942" y="2189214"/>
                </a:lnTo>
                <a:lnTo>
                  <a:pt x="5287675" y="2191196"/>
                </a:lnTo>
                <a:close/>
                <a:moveTo>
                  <a:pt x="5224886" y="2187003"/>
                </a:moveTo>
                <a:lnTo>
                  <a:pt x="5227172" y="2189214"/>
                </a:lnTo>
                <a:lnTo>
                  <a:pt x="5222905" y="2191196"/>
                </a:lnTo>
                <a:close/>
                <a:moveTo>
                  <a:pt x="30431" y="2187003"/>
                </a:moveTo>
                <a:lnTo>
                  <a:pt x="32717" y="2189214"/>
                </a:lnTo>
                <a:lnTo>
                  <a:pt x="28450" y="2191196"/>
                </a:lnTo>
                <a:close/>
                <a:moveTo>
                  <a:pt x="5229154" y="2185023"/>
                </a:moveTo>
                <a:lnTo>
                  <a:pt x="5227173" y="2189214"/>
                </a:lnTo>
                <a:lnTo>
                  <a:pt x="5224887" y="2187003"/>
                </a:lnTo>
                <a:close/>
                <a:moveTo>
                  <a:pt x="34699" y="2185023"/>
                </a:moveTo>
                <a:lnTo>
                  <a:pt x="32718" y="2189214"/>
                </a:lnTo>
                <a:lnTo>
                  <a:pt x="30432" y="2187003"/>
                </a:lnTo>
                <a:close/>
                <a:moveTo>
                  <a:pt x="5307183" y="2171763"/>
                </a:moveTo>
                <a:lnTo>
                  <a:pt x="5305201" y="2176107"/>
                </a:lnTo>
                <a:lnTo>
                  <a:pt x="5305202" y="2176107"/>
                </a:lnTo>
                <a:cubicBezTo>
                  <a:pt x="5300782" y="2180452"/>
                  <a:pt x="5296363" y="2184870"/>
                  <a:pt x="5291943" y="2189214"/>
                </a:cubicBezTo>
                <a:lnTo>
                  <a:pt x="5289657" y="2186927"/>
                </a:lnTo>
                <a:cubicBezTo>
                  <a:pt x="5294000" y="2182508"/>
                  <a:pt x="5298420" y="2178089"/>
                  <a:pt x="5302763" y="2173670"/>
                </a:cubicBezTo>
                <a:lnTo>
                  <a:pt x="5302815" y="2173721"/>
                </a:lnTo>
                <a:close/>
                <a:moveTo>
                  <a:pt x="652370" y="2160793"/>
                </a:moveTo>
                <a:cubicBezTo>
                  <a:pt x="652370" y="2160793"/>
                  <a:pt x="654809" y="2163229"/>
                  <a:pt x="654809" y="2163229"/>
                </a:cubicBezTo>
                <a:cubicBezTo>
                  <a:pt x="650389" y="2167575"/>
                  <a:pt x="645970" y="2171994"/>
                  <a:pt x="641550" y="2176338"/>
                </a:cubicBezTo>
                <a:lnTo>
                  <a:pt x="641498" y="2176286"/>
                </a:lnTo>
                <a:lnTo>
                  <a:pt x="637281" y="2178243"/>
                </a:lnTo>
                <a:lnTo>
                  <a:pt x="639262" y="2174052"/>
                </a:lnTo>
                <a:lnTo>
                  <a:pt x="639303" y="2174093"/>
                </a:lnTo>
                <a:lnTo>
                  <a:pt x="639264" y="2174052"/>
                </a:lnTo>
                <a:cubicBezTo>
                  <a:pt x="643684" y="2169630"/>
                  <a:pt x="648027" y="2165213"/>
                  <a:pt x="652370" y="2160793"/>
                </a:cubicBezTo>
                <a:close/>
                <a:moveTo>
                  <a:pt x="678278" y="2134656"/>
                </a:moveTo>
                <a:lnTo>
                  <a:pt x="680869" y="2137246"/>
                </a:lnTo>
                <a:cubicBezTo>
                  <a:pt x="676525" y="2141589"/>
                  <a:pt x="672182" y="2145856"/>
                  <a:pt x="667839" y="2150199"/>
                </a:cubicBezTo>
                <a:lnTo>
                  <a:pt x="667838" y="2150199"/>
                </a:lnTo>
                <a:lnTo>
                  <a:pt x="654808" y="2163154"/>
                </a:lnTo>
                <a:cubicBezTo>
                  <a:pt x="654808" y="2163154"/>
                  <a:pt x="652370" y="2160715"/>
                  <a:pt x="652370" y="2160715"/>
                </a:cubicBezTo>
                <a:cubicBezTo>
                  <a:pt x="656713" y="2156372"/>
                  <a:pt x="660981" y="2152028"/>
                  <a:pt x="665324" y="2147685"/>
                </a:cubicBezTo>
                <a:lnTo>
                  <a:pt x="665665" y="2148027"/>
                </a:lnTo>
                <a:lnTo>
                  <a:pt x="665324" y="2147685"/>
                </a:lnTo>
                <a:cubicBezTo>
                  <a:pt x="669667" y="2143341"/>
                  <a:pt x="673935" y="2138998"/>
                  <a:pt x="678278" y="2134656"/>
                </a:cubicBezTo>
                <a:close/>
                <a:moveTo>
                  <a:pt x="682850" y="2132751"/>
                </a:moveTo>
                <a:lnTo>
                  <a:pt x="680869" y="2137246"/>
                </a:lnTo>
                <a:lnTo>
                  <a:pt x="678278" y="2134656"/>
                </a:lnTo>
                <a:close/>
                <a:moveTo>
                  <a:pt x="5986277" y="2130083"/>
                </a:moveTo>
                <a:cubicBezTo>
                  <a:pt x="5987496" y="2131762"/>
                  <a:pt x="5988639" y="2133436"/>
                  <a:pt x="5989858" y="2135190"/>
                </a:cubicBezTo>
                <a:cubicBezTo>
                  <a:pt x="5981781" y="2140295"/>
                  <a:pt x="5973703" y="2145325"/>
                  <a:pt x="5965550" y="2150431"/>
                </a:cubicBezTo>
                <a:lnTo>
                  <a:pt x="5965498" y="2150379"/>
                </a:lnTo>
                <a:lnTo>
                  <a:pt x="5961284" y="2152336"/>
                </a:lnTo>
                <a:lnTo>
                  <a:pt x="5963265" y="2148144"/>
                </a:lnTo>
                <a:lnTo>
                  <a:pt x="5963264" y="2148144"/>
                </a:lnTo>
                <a:cubicBezTo>
                  <a:pt x="5970960" y="2142123"/>
                  <a:pt x="5978580" y="2136105"/>
                  <a:pt x="5986277" y="2130083"/>
                </a:cubicBezTo>
                <a:close/>
                <a:moveTo>
                  <a:pt x="4512416" y="2122237"/>
                </a:moveTo>
                <a:lnTo>
                  <a:pt x="4514702" y="2124445"/>
                </a:lnTo>
                <a:lnTo>
                  <a:pt x="4510435" y="2126425"/>
                </a:lnTo>
                <a:close/>
                <a:moveTo>
                  <a:pt x="5043530" y="2109282"/>
                </a:moveTo>
                <a:lnTo>
                  <a:pt x="5045816" y="2111491"/>
                </a:lnTo>
                <a:lnTo>
                  <a:pt x="5041549" y="2113472"/>
                </a:lnTo>
                <a:close/>
                <a:moveTo>
                  <a:pt x="4525523" y="2108898"/>
                </a:moveTo>
                <a:cubicBezTo>
                  <a:pt x="4525523" y="2108898"/>
                  <a:pt x="4527962" y="2111337"/>
                  <a:pt x="4527962" y="2111337"/>
                </a:cubicBezTo>
                <a:cubicBezTo>
                  <a:pt x="4523542" y="2115680"/>
                  <a:pt x="4519123" y="2120107"/>
                  <a:pt x="4514703" y="2124445"/>
                </a:cubicBezTo>
                <a:lnTo>
                  <a:pt x="4512417" y="2122159"/>
                </a:lnTo>
                <a:cubicBezTo>
                  <a:pt x="4516760" y="2117738"/>
                  <a:pt x="4521180" y="2113319"/>
                  <a:pt x="4525523" y="2108898"/>
                </a:cubicBezTo>
                <a:close/>
                <a:moveTo>
                  <a:pt x="5047798" y="2107299"/>
                </a:moveTo>
                <a:lnTo>
                  <a:pt x="5045817" y="2111490"/>
                </a:lnTo>
                <a:lnTo>
                  <a:pt x="5043531" y="2109281"/>
                </a:lnTo>
                <a:close/>
                <a:moveTo>
                  <a:pt x="4542973" y="2093888"/>
                </a:moveTo>
                <a:lnTo>
                  <a:pt x="4541068" y="2098384"/>
                </a:lnTo>
                <a:cubicBezTo>
                  <a:pt x="4536724" y="2102728"/>
                  <a:pt x="4532381" y="2106994"/>
                  <a:pt x="4528037" y="2111339"/>
                </a:cubicBezTo>
                <a:cubicBezTo>
                  <a:pt x="4528037" y="2111339"/>
                  <a:pt x="4525599" y="2108898"/>
                  <a:pt x="4525599" y="2108898"/>
                </a:cubicBezTo>
                <a:lnTo>
                  <a:pt x="4538477" y="2095869"/>
                </a:lnTo>
                <a:lnTo>
                  <a:pt x="4538479" y="2095869"/>
                </a:lnTo>
                <a:lnTo>
                  <a:pt x="4538553" y="2095793"/>
                </a:lnTo>
                <a:lnTo>
                  <a:pt x="4538582" y="2095824"/>
                </a:lnTo>
                <a:close/>
                <a:moveTo>
                  <a:pt x="7090415" y="2044207"/>
                </a:moveTo>
                <a:cubicBezTo>
                  <a:pt x="7090415" y="2044207"/>
                  <a:pt x="7092853" y="2046645"/>
                  <a:pt x="7092853" y="2046645"/>
                </a:cubicBezTo>
                <a:cubicBezTo>
                  <a:pt x="7088433" y="2050988"/>
                  <a:pt x="7084014" y="2055407"/>
                  <a:pt x="7079594" y="2059752"/>
                </a:cubicBezTo>
                <a:lnTo>
                  <a:pt x="7079542" y="2059699"/>
                </a:lnTo>
                <a:lnTo>
                  <a:pt x="7075327" y="2061656"/>
                </a:lnTo>
                <a:lnTo>
                  <a:pt x="7077308" y="2057465"/>
                </a:lnTo>
                <a:lnTo>
                  <a:pt x="7077309" y="2057465"/>
                </a:lnTo>
                <a:close/>
                <a:moveTo>
                  <a:pt x="7094834" y="2042224"/>
                </a:moveTo>
                <a:lnTo>
                  <a:pt x="7092853" y="2046568"/>
                </a:lnTo>
                <a:lnTo>
                  <a:pt x="7090415" y="2044204"/>
                </a:lnTo>
                <a:close/>
                <a:moveTo>
                  <a:pt x="1844074" y="2031175"/>
                </a:moveTo>
                <a:cubicBezTo>
                  <a:pt x="1844074" y="2031175"/>
                  <a:pt x="1846513" y="2033614"/>
                  <a:pt x="1846513" y="2033614"/>
                </a:cubicBezTo>
                <a:lnTo>
                  <a:pt x="1846588" y="2033614"/>
                </a:lnTo>
                <a:lnTo>
                  <a:pt x="1833294" y="2046685"/>
                </a:lnTo>
                <a:lnTo>
                  <a:pt x="1833332" y="2046723"/>
                </a:lnTo>
                <a:lnTo>
                  <a:pt x="1829066" y="2048703"/>
                </a:lnTo>
                <a:lnTo>
                  <a:pt x="1831047" y="2044511"/>
                </a:lnTo>
                <a:lnTo>
                  <a:pt x="1830971" y="2044436"/>
                </a:lnTo>
                <a:cubicBezTo>
                  <a:pt x="1835313" y="2040016"/>
                  <a:pt x="1839732" y="2035596"/>
                  <a:pt x="1844074" y="2031175"/>
                </a:cubicBezTo>
                <a:close/>
                <a:moveTo>
                  <a:pt x="6973676" y="2018604"/>
                </a:moveTo>
                <a:lnTo>
                  <a:pt x="6975962" y="2020815"/>
                </a:lnTo>
                <a:lnTo>
                  <a:pt x="6971695" y="2022801"/>
                </a:lnTo>
                <a:close/>
                <a:moveTo>
                  <a:pt x="1934685" y="2018604"/>
                </a:moveTo>
                <a:lnTo>
                  <a:pt x="1936970" y="2020815"/>
                </a:lnTo>
                <a:lnTo>
                  <a:pt x="1932704" y="2022801"/>
                </a:lnTo>
                <a:close/>
                <a:moveTo>
                  <a:pt x="69296" y="2018604"/>
                </a:moveTo>
                <a:lnTo>
                  <a:pt x="71582" y="2020815"/>
                </a:lnTo>
                <a:lnTo>
                  <a:pt x="67315" y="2022801"/>
                </a:lnTo>
                <a:close/>
                <a:moveTo>
                  <a:pt x="1938952" y="2016621"/>
                </a:moveTo>
                <a:lnTo>
                  <a:pt x="1936971" y="2020815"/>
                </a:lnTo>
                <a:lnTo>
                  <a:pt x="1934685" y="2018604"/>
                </a:lnTo>
                <a:close/>
                <a:moveTo>
                  <a:pt x="97975" y="2007811"/>
                </a:moveTo>
                <a:lnTo>
                  <a:pt x="100234" y="2016774"/>
                </a:lnTo>
                <a:cubicBezTo>
                  <a:pt x="100234" y="2017918"/>
                  <a:pt x="97796" y="2019137"/>
                  <a:pt x="96500" y="2020361"/>
                </a:cubicBezTo>
                <a:lnTo>
                  <a:pt x="96499" y="2020361"/>
                </a:lnTo>
                <a:cubicBezTo>
                  <a:pt x="92612" y="2020361"/>
                  <a:pt x="88727" y="2020361"/>
                  <a:pt x="84841" y="2020361"/>
                </a:cubicBezTo>
                <a:cubicBezTo>
                  <a:pt x="86440" y="2017916"/>
                  <a:pt x="88193" y="2015554"/>
                  <a:pt x="89945" y="2013192"/>
                </a:cubicBezTo>
                <a:cubicBezTo>
                  <a:pt x="89945" y="2013192"/>
                  <a:pt x="91393" y="2013192"/>
                  <a:pt x="91393" y="2013192"/>
                </a:cubicBezTo>
                <a:lnTo>
                  <a:pt x="91395" y="2013194"/>
                </a:lnTo>
                <a:lnTo>
                  <a:pt x="91395" y="2011822"/>
                </a:lnTo>
                <a:close/>
                <a:moveTo>
                  <a:pt x="97948" y="2007707"/>
                </a:moveTo>
                <a:lnTo>
                  <a:pt x="98024" y="2007781"/>
                </a:lnTo>
                <a:lnTo>
                  <a:pt x="97975" y="2007811"/>
                </a:lnTo>
                <a:close/>
                <a:moveTo>
                  <a:pt x="82573" y="2005131"/>
                </a:moveTo>
                <a:lnTo>
                  <a:pt x="98025" y="2007630"/>
                </a:lnTo>
                <a:cubicBezTo>
                  <a:pt x="95739" y="2008848"/>
                  <a:pt x="93605" y="2010221"/>
                  <a:pt x="91472" y="2011668"/>
                </a:cubicBezTo>
                <a:cubicBezTo>
                  <a:pt x="91472" y="2011668"/>
                  <a:pt x="90024" y="2011668"/>
                  <a:pt x="90024" y="2011668"/>
                </a:cubicBezTo>
                <a:close/>
                <a:moveTo>
                  <a:pt x="1870069" y="2005116"/>
                </a:moveTo>
                <a:cubicBezTo>
                  <a:pt x="1870069" y="2005116"/>
                  <a:pt x="1872659" y="2007707"/>
                  <a:pt x="1872659" y="2007707"/>
                </a:cubicBezTo>
                <a:lnTo>
                  <a:pt x="1859707" y="2020586"/>
                </a:lnTo>
                <a:lnTo>
                  <a:pt x="1859707" y="2020663"/>
                </a:lnTo>
                <a:cubicBezTo>
                  <a:pt x="1855363" y="2025004"/>
                  <a:pt x="1851009" y="2029271"/>
                  <a:pt x="1846665" y="2033614"/>
                </a:cubicBezTo>
                <a:lnTo>
                  <a:pt x="1844227" y="2031175"/>
                </a:lnTo>
                <a:lnTo>
                  <a:pt x="1857123" y="2018145"/>
                </a:lnTo>
                <a:lnTo>
                  <a:pt x="1857176" y="2018092"/>
                </a:lnTo>
                <a:lnTo>
                  <a:pt x="1857199" y="2018070"/>
                </a:lnTo>
                <a:close/>
                <a:moveTo>
                  <a:pt x="82403" y="2005039"/>
                </a:moveTo>
                <a:lnTo>
                  <a:pt x="82490" y="2005116"/>
                </a:lnTo>
                <a:lnTo>
                  <a:pt x="82556" y="2005116"/>
                </a:lnTo>
                <a:lnTo>
                  <a:pt x="82573" y="2005131"/>
                </a:lnTo>
                <a:lnTo>
                  <a:pt x="82492" y="2005120"/>
                </a:lnTo>
                <a:lnTo>
                  <a:pt x="89871" y="2011593"/>
                </a:lnTo>
                <a:lnTo>
                  <a:pt x="89871" y="2011667"/>
                </a:lnTo>
                <a:lnTo>
                  <a:pt x="91293" y="2011742"/>
                </a:lnTo>
                <a:lnTo>
                  <a:pt x="91217" y="2013190"/>
                </a:lnTo>
                <a:lnTo>
                  <a:pt x="89769" y="2013190"/>
                </a:lnTo>
                <a:lnTo>
                  <a:pt x="89770" y="2013182"/>
                </a:lnTo>
                <a:lnTo>
                  <a:pt x="84766" y="2020209"/>
                </a:lnTo>
                <a:lnTo>
                  <a:pt x="84766" y="2020281"/>
                </a:lnTo>
                <a:cubicBezTo>
                  <a:pt x="80346" y="2020434"/>
                  <a:pt x="75926" y="2020663"/>
                  <a:pt x="71583" y="2020815"/>
                </a:cubicBezTo>
                <a:lnTo>
                  <a:pt x="69297" y="2018525"/>
                </a:lnTo>
                <a:cubicBezTo>
                  <a:pt x="73717" y="2014031"/>
                  <a:pt x="78060" y="2009536"/>
                  <a:pt x="82403" y="2005039"/>
                </a:cubicBezTo>
                <a:close/>
                <a:moveTo>
                  <a:pt x="6991203" y="2003363"/>
                </a:moveTo>
                <a:lnTo>
                  <a:pt x="6989222" y="2007706"/>
                </a:lnTo>
                <a:lnTo>
                  <a:pt x="6989222" y="2007707"/>
                </a:lnTo>
                <a:cubicBezTo>
                  <a:pt x="6984802" y="2012049"/>
                  <a:pt x="6980383" y="2016468"/>
                  <a:pt x="6975963" y="2020815"/>
                </a:cubicBezTo>
                <a:lnTo>
                  <a:pt x="6973677" y="2018528"/>
                </a:lnTo>
                <a:cubicBezTo>
                  <a:pt x="6978020" y="2014108"/>
                  <a:pt x="6982440" y="2009688"/>
                  <a:pt x="6986783" y="2005269"/>
                </a:cubicBezTo>
                <a:lnTo>
                  <a:pt x="6986836" y="2005321"/>
                </a:lnTo>
                <a:close/>
                <a:moveTo>
                  <a:pt x="6507332" y="1992694"/>
                </a:moveTo>
                <a:lnTo>
                  <a:pt x="6509618" y="1994904"/>
                </a:lnTo>
                <a:lnTo>
                  <a:pt x="6505351" y="1996885"/>
                </a:lnTo>
                <a:close/>
                <a:moveTo>
                  <a:pt x="6511600" y="1990714"/>
                </a:moveTo>
                <a:lnTo>
                  <a:pt x="6509619" y="1994904"/>
                </a:lnTo>
                <a:lnTo>
                  <a:pt x="6507333" y="1992694"/>
                </a:lnTo>
                <a:close/>
                <a:moveTo>
                  <a:pt x="1887600" y="1990258"/>
                </a:moveTo>
                <a:lnTo>
                  <a:pt x="1885618" y="1994828"/>
                </a:lnTo>
                <a:lnTo>
                  <a:pt x="1885581" y="1994789"/>
                </a:lnTo>
                <a:lnTo>
                  <a:pt x="1872660" y="2007707"/>
                </a:lnTo>
                <a:lnTo>
                  <a:pt x="1870069" y="2005116"/>
                </a:lnTo>
                <a:cubicBezTo>
                  <a:pt x="1874419" y="2000773"/>
                  <a:pt x="1878682" y="1996428"/>
                  <a:pt x="1883026" y="1992162"/>
                </a:cubicBezTo>
                <a:lnTo>
                  <a:pt x="1883059" y="1992196"/>
                </a:lnTo>
                <a:lnTo>
                  <a:pt x="1883027" y="1992162"/>
                </a:lnTo>
                <a:close/>
                <a:moveTo>
                  <a:pt x="4888082" y="1979743"/>
                </a:moveTo>
                <a:lnTo>
                  <a:pt x="4890368" y="1981950"/>
                </a:lnTo>
                <a:lnTo>
                  <a:pt x="4886101" y="1983932"/>
                </a:lnTo>
                <a:close/>
                <a:moveTo>
                  <a:pt x="4905608" y="1964502"/>
                </a:moveTo>
                <a:lnTo>
                  <a:pt x="4903627" y="1968843"/>
                </a:lnTo>
                <a:lnTo>
                  <a:pt x="4903628" y="1968843"/>
                </a:lnTo>
                <a:cubicBezTo>
                  <a:pt x="4899208" y="1973190"/>
                  <a:pt x="4894789" y="1977607"/>
                  <a:pt x="4890369" y="1981950"/>
                </a:cubicBezTo>
                <a:lnTo>
                  <a:pt x="4888083" y="1979666"/>
                </a:lnTo>
                <a:cubicBezTo>
                  <a:pt x="4892426" y="1975245"/>
                  <a:pt x="4896846" y="1970824"/>
                  <a:pt x="4901189" y="1966407"/>
                </a:cubicBezTo>
                <a:lnTo>
                  <a:pt x="4901265" y="1966483"/>
                </a:lnTo>
                <a:close/>
                <a:moveTo>
                  <a:pt x="4629002" y="1914973"/>
                </a:moveTo>
                <a:lnTo>
                  <a:pt x="4631288" y="1917182"/>
                </a:lnTo>
                <a:lnTo>
                  <a:pt x="4627021" y="1919162"/>
                </a:lnTo>
                <a:close/>
                <a:moveTo>
                  <a:pt x="2945108" y="1914973"/>
                </a:moveTo>
                <a:lnTo>
                  <a:pt x="2947391" y="1917182"/>
                </a:lnTo>
                <a:lnTo>
                  <a:pt x="2943129" y="1919162"/>
                </a:lnTo>
                <a:close/>
                <a:moveTo>
                  <a:pt x="4633270" y="1912992"/>
                </a:moveTo>
                <a:lnTo>
                  <a:pt x="4631289" y="1917180"/>
                </a:lnTo>
                <a:lnTo>
                  <a:pt x="4629003" y="1914972"/>
                </a:lnTo>
                <a:close/>
                <a:moveTo>
                  <a:pt x="6390746" y="1902018"/>
                </a:moveTo>
                <a:lnTo>
                  <a:pt x="6393032" y="1904226"/>
                </a:lnTo>
                <a:lnTo>
                  <a:pt x="6388765" y="1906207"/>
                </a:lnTo>
                <a:close/>
                <a:moveTo>
                  <a:pt x="2962635" y="1899731"/>
                </a:moveTo>
                <a:lnTo>
                  <a:pt x="2960654" y="1904074"/>
                </a:lnTo>
                <a:cubicBezTo>
                  <a:pt x="2956237" y="1908418"/>
                  <a:pt x="2951807" y="1912837"/>
                  <a:pt x="2947393" y="1917182"/>
                </a:cubicBezTo>
                <a:lnTo>
                  <a:pt x="2945109" y="1914897"/>
                </a:lnTo>
                <a:cubicBezTo>
                  <a:pt x="2949450" y="1910474"/>
                  <a:pt x="2953872" y="1906056"/>
                  <a:pt x="2958217" y="1901637"/>
                </a:cubicBezTo>
                <a:lnTo>
                  <a:pt x="2958293" y="1901712"/>
                </a:lnTo>
                <a:close/>
                <a:moveTo>
                  <a:pt x="3566873" y="1889061"/>
                </a:moveTo>
                <a:lnTo>
                  <a:pt x="3569164" y="1891272"/>
                </a:lnTo>
                <a:lnTo>
                  <a:pt x="3564893" y="1893252"/>
                </a:lnTo>
                <a:close/>
                <a:moveTo>
                  <a:pt x="6408273" y="1886776"/>
                </a:moveTo>
                <a:lnTo>
                  <a:pt x="6406292" y="1891120"/>
                </a:lnTo>
                <a:lnTo>
                  <a:pt x="6406292" y="1891120"/>
                </a:lnTo>
                <a:cubicBezTo>
                  <a:pt x="6401872" y="1895464"/>
                  <a:pt x="6397453" y="1899882"/>
                  <a:pt x="6393033" y="1904226"/>
                </a:cubicBezTo>
                <a:lnTo>
                  <a:pt x="6390747" y="1901940"/>
                </a:lnTo>
                <a:cubicBezTo>
                  <a:pt x="6395090" y="1897521"/>
                  <a:pt x="6399510" y="1893102"/>
                  <a:pt x="6403853" y="1888681"/>
                </a:cubicBezTo>
                <a:lnTo>
                  <a:pt x="6403906" y="1888734"/>
                </a:lnTo>
                <a:close/>
                <a:moveTo>
                  <a:pt x="3463260" y="1876109"/>
                </a:moveTo>
                <a:lnTo>
                  <a:pt x="3465543" y="1878319"/>
                </a:lnTo>
                <a:lnTo>
                  <a:pt x="3461280" y="1880301"/>
                </a:lnTo>
                <a:close/>
                <a:moveTo>
                  <a:pt x="2407357" y="1875042"/>
                </a:moveTo>
                <a:lnTo>
                  <a:pt x="2411776" y="1875426"/>
                </a:lnTo>
                <a:lnTo>
                  <a:pt x="2409187" y="1879386"/>
                </a:lnTo>
                <a:close/>
                <a:moveTo>
                  <a:pt x="3467524" y="1874133"/>
                </a:moveTo>
                <a:lnTo>
                  <a:pt x="3465544" y="1878319"/>
                </a:lnTo>
                <a:lnTo>
                  <a:pt x="3463261" y="1876109"/>
                </a:lnTo>
                <a:close/>
                <a:moveTo>
                  <a:pt x="3584434" y="1873833"/>
                </a:moveTo>
                <a:lnTo>
                  <a:pt x="3582450" y="1878164"/>
                </a:lnTo>
                <a:cubicBezTo>
                  <a:pt x="3578020" y="1882509"/>
                  <a:pt x="3573593" y="1886929"/>
                  <a:pt x="3569166" y="1891272"/>
                </a:cubicBezTo>
                <a:lnTo>
                  <a:pt x="3566874" y="1888987"/>
                </a:lnTo>
                <a:cubicBezTo>
                  <a:pt x="3571302" y="1884567"/>
                  <a:pt x="3575655" y="1880147"/>
                  <a:pt x="3580005" y="1875727"/>
                </a:cubicBezTo>
                <a:lnTo>
                  <a:pt x="3581197" y="1876916"/>
                </a:lnTo>
                <a:lnTo>
                  <a:pt x="3580082" y="1875803"/>
                </a:lnTo>
                <a:close/>
                <a:moveTo>
                  <a:pt x="1818101" y="1837246"/>
                </a:moveTo>
                <a:lnTo>
                  <a:pt x="1820387" y="1839455"/>
                </a:lnTo>
                <a:lnTo>
                  <a:pt x="1816121" y="1841438"/>
                </a:lnTo>
                <a:close/>
                <a:moveTo>
                  <a:pt x="8308090" y="1836867"/>
                </a:moveTo>
                <a:cubicBezTo>
                  <a:pt x="8308090" y="1836867"/>
                  <a:pt x="8310529" y="1839304"/>
                  <a:pt x="8310529" y="1839304"/>
                </a:cubicBezTo>
                <a:lnTo>
                  <a:pt x="8297271" y="1852412"/>
                </a:lnTo>
                <a:lnTo>
                  <a:pt x="8297271" y="1852412"/>
                </a:lnTo>
                <a:lnTo>
                  <a:pt x="8293003" y="1854393"/>
                </a:lnTo>
                <a:lnTo>
                  <a:pt x="8294984" y="1850200"/>
                </a:lnTo>
                <a:lnTo>
                  <a:pt x="8297239" y="1852381"/>
                </a:lnTo>
                <a:lnTo>
                  <a:pt x="8294984" y="1850125"/>
                </a:lnTo>
                <a:cubicBezTo>
                  <a:pt x="8299404" y="1845707"/>
                  <a:pt x="8303747" y="1841286"/>
                  <a:pt x="8308090" y="1836867"/>
                </a:cubicBezTo>
                <a:close/>
                <a:moveTo>
                  <a:pt x="794868" y="1823988"/>
                </a:moveTo>
                <a:cubicBezTo>
                  <a:pt x="794868" y="1823988"/>
                  <a:pt x="797307" y="1826426"/>
                  <a:pt x="797307" y="1826426"/>
                </a:cubicBezTo>
                <a:cubicBezTo>
                  <a:pt x="792887" y="1830769"/>
                  <a:pt x="788468" y="1835188"/>
                  <a:pt x="784048" y="1839532"/>
                </a:cubicBezTo>
                <a:lnTo>
                  <a:pt x="783995" y="1839480"/>
                </a:lnTo>
                <a:lnTo>
                  <a:pt x="779781" y="1841438"/>
                </a:lnTo>
                <a:lnTo>
                  <a:pt x="781762" y="1837246"/>
                </a:lnTo>
                <a:lnTo>
                  <a:pt x="781762" y="1837247"/>
                </a:lnTo>
                <a:close/>
                <a:moveTo>
                  <a:pt x="8623102" y="1822311"/>
                </a:moveTo>
                <a:lnTo>
                  <a:pt x="8621120" y="1826502"/>
                </a:lnTo>
                <a:lnTo>
                  <a:pt x="8621121" y="1826502"/>
                </a:lnTo>
                <a:lnTo>
                  <a:pt x="8616853" y="1828484"/>
                </a:lnTo>
                <a:lnTo>
                  <a:pt x="8618834" y="1824294"/>
                </a:lnTo>
                <a:close/>
                <a:moveTo>
                  <a:pt x="1835624" y="1822007"/>
                </a:moveTo>
                <a:lnTo>
                  <a:pt x="1833644" y="1826349"/>
                </a:lnTo>
                <a:lnTo>
                  <a:pt x="1833644" y="1826349"/>
                </a:lnTo>
                <a:cubicBezTo>
                  <a:pt x="1829225" y="1830693"/>
                  <a:pt x="1824807" y="1835111"/>
                  <a:pt x="1820388" y="1839455"/>
                </a:cubicBezTo>
                <a:lnTo>
                  <a:pt x="1818103" y="1837170"/>
                </a:lnTo>
                <a:cubicBezTo>
                  <a:pt x="1822521" y="1832751"/>
                  <a:pt x="1826864" y="1828330"/>
                  <a:pt x="1831206" y="1823910"/>
                </a:cubicBezTo>
                <a:lnTo>
                  <a:pt x="1831282" y="1823988"/>
                </a:lnTo>
                <a:close/>
                <a:moveTo>
                  <a:pt x="8325541" y="1821932"/>
                </a:moveTo>
                <a:lnTo>
                  <a:pt x="8323636" y="1826426"/>
                </a:lnTo>
                <a:cubicBezTo>
                  <a:pt x="8319293" y="1830768"/>
                  <a:pt x="8314949" y="1835037"/>
                  <a:pt x="8310606" y="1839380"/>
                </a:cubicBezTo>
                <a:lnTo>
                  <a:pt x="8308167" y="1836941"/>
                </a:lnTo>
                <a:lnTo>
                  <a:pt x="8321084" y="1823874"/>
                </a:lnTo>
                <a:lnTo>
                  <a:pt x="8321045" y="1823835"/>
                </a:lnTo>
                <a:close/>
                <a:moveTo>
                  <a:pt x="807823" y="1810881"/>
                </a:moveTo>
                <a:cubicBezTo>
                  <a:pt x="807823" y="1810881"/>
                  <a:pt x="810338" y="1813399"/>
                  <a:pt x="810338" y="1813399"/>
                </a:cubicBezTo>
                <a:cubicBezTo>
                  <a:pt x="805994" y="1817739"/>
                  <a:pt x="801651" y="1822007"/>
                  <a:pt x="797307" y="1826349"/>
                </a:cubicBezTo>
                <a:cubicBezTo>
                  <a:pt x="797307" y="1826349"/>
                  <a:pt x="794870" y="1823910"/>
                  <a:pt x="794870" y="1823910"/>
                </a:cubicBezTo>
                <a:cubicBezTo>
                  <a:pt x="799212" y="1819570"/>
                  <a:pt x="803480" y="1815223"/>
                  <a:pt x="807823" y="1810881"/>
                </a:cubicBezTo>
                <a:close/>
                <a:moveTo>
                  <a:pt x="1034100" y="1810502"/>
                </a:moveTo>
                <a:lnTo>
                  <a:pt x="1038519" y="1810578"/>
                </a:lnTo>
                <a:lnTo>
                  <a:pt x="1036234" y="1814691"/>
                </a:lnTo>
                <a:close/>
                <a:moveTo>
                  <a:pt x="812319" y="1808976"/>
                </a:moveTo>
                <a:lnTo>
                  <a:pt x="810338" y="1813399"/>
                </a:lnTo>
                <a:lnTo>
                  <a:pt x="807823" y="1810881"/>
                </a:lnTo>
                <a:close/>
                <a:moveTo>
                  <a:pt x="8748527" y="1772173"/>
                </a:moveTo>
                <a:cubicBezTo>
                  <a:pt x="8748527" y="1772173"/>
                  <a:pt x="8750965" y="1774610"/>
                  <a:pt x="8750965" y="1774610"/>
                </a:cubicBezTo>
                <a:cubicBezTo>
                  <a:pt x="8746546" y="1778954"/>
                  <a:pt x="8742127" y="1783373"/>
                  <a:pt x="8737706" y="1787719"/>
                </a:cubicBezTo>
                <a:lnTo>
                  <a:pt x="8737654" y="1787666"/>
                </a:lnTo>
                <a:lnTo>
                  <a:pt x="8733439" y="1789621"/>
                </a:lnTo>
                <a:lnTo>
                  <a:pt x="8735420" y="1785431"/>
                </a:lnTo>
                <a:lnTo>
                  <a:pt x="8735448" y="1785459"/>
                </a:lnTo>
                <a:lnTo>
                  <a:pt x="8735421" y="1785431"/>
                </a:lnTo>
                <a:cubicBezTo>
                  <a:pt x="8739840" y="1781013"/>
                  <a:pt x="8744184" y="1776592"/>
                  <a:pt x="8748527" y="1772173"/>
                </a:cubicBezTo>
                <a:close/>
                <a:moveTo>
                  <a:pt x="1235217" y="1759521"/>
                </a:moveTo>
                <a:lnTo>
                  <a:pt x="1237504" y="1761732"/>
                </a:lnTo>
                <a:lnTo>
                  <a:pt x="1233235" y="1763713"/>
                </a:lnTo>
                <a:close/>
                <a:moveTo>
                  <a:pt x="8761481" y="1759141"/>
                </a:moveTo>
                <a:cubicBezTo>
                  <a:pt x="8761481" y="1759141"/>
                  <a:pt x="8763996" y="1761655"/>
                  <a:pt x="8763996" y="1761655"/>
                </a:cubicBezTo>
                <a:cubicBezTo>
                  <a:pt x="8759652" y="1765999"/>
                  <a:pt x="8755309" y="1770265"/>
                  <a:pt x="8750965" y="1774610"/>
                </a:cubicBezTo>
                <a:cubicBezTo>
                  <a:pt x="8750965" y="1774610"/>
                  <a:pt x="8748527" y="1772170"/>
                  <a:pt x="8748527" y="1772170"/>
                </a:cubicBezTo>
                <a:cubicBezTo>
                  <a:pt x="8752870" y="1767828"/>
                  <a:pt x="8757138" y="1763483"/>
                  <a:pt x="8761481" y="1759141"/>
                </a:cubicBezTo>
                <a:close/>
                <a:moveTo>
                  <a:pt x="1239485" y="1757541"/>
                </a:moveTo>
                <a:lnTo>
                  <a:pt x="1237505" y="1761732"/>
                </a:lnTo>
                <a:lnTo>
                  <a:pt x="1235218" y="1759521"/>
                </a:lnTo>
                <a:close/>
                <a:moveTo>
                  <a:pt x="7349342" y="1746569"/>
                </a:moveTo>
                <a:lnTo>
                  <a:pt x="7351628" y="1748780"/>
                </a:lnTo>
                <a:lnTo>
                  <a:pt x="7347361" y="1750761"/>
                </a:lnTo>
                <a:close/>
                <a:moveTo>
                  <a:pt x="8774435" y="1746034"/>
                </a:moveTo>
                <a:cubicBezTo>
                  <a:pt x="8774435" y="1746034"/>
                  <a:pt x="8777025" y="1748626"/>
                  <a:pt x="8777025" y="1748626"/>
                </a:cubicBezTo>
                <a:cubicBezTo>
                  <a:pt x="8772682" y="1752969"/>
                  <a:pt x="8768338" y="1757236"/>
                  <a:pt x="8763995" y="1761581"/>
                </a:cubicBezTo>
                <a:lnTo>
                  <a:pt x="8761480" y="1759065"/>
                </a:lnTo>
                <a:cubicBezTo>
                  <a:pt x="8765824" y="1754722"/>
                  <a:pt x="8770167" y="1750378"/>
                  <a:pt x="8774435" y="1746034"/>
                </a:cubicBezTo>
                <a:close/>
                <a:moveTo>
                  <a:pt x="7353610" y="1744588"/>
                </a:moveTo>
                <a:lnTo>
                  <a:pt x="7351629" y="1748779"/>
                </a:lnTo>
                <a:lnTo>
                  <a:pt x="7349343" y="1746567"/>
                </a:lnTo>
                <a:close/>
                <a:moveTo>
                  <a:pt x="5578911" y="1744588"/>
                </a:moveTo>
                <a:lnTo>
                  <a:pt x="5576930" y="1748779"/>
                </a:lnTo>
                <a:lnTo>
                  <a:pt x="5576931" y="1748780"/>
                </a:lnTo>
                <a:lnTo>
                  <a:pt x="5572664" y="1750761"/>
                </a:lnTo>
                <a:lnTo>
                  <a:pt x="5574645" y="1746569"/>
                </a:lnTo>
                <a:lnTo>
                  <a:pt x="5574644" y="1746567"/>
                </a:lnTo>
                <a:close/>
                <a:moveTo>
                  <a:pt x="8779007" y="1744129"/>
                </a:moveTo>
                <a:lnTo>
                  <a:pt x="8777026" y="1748626"/>
                </a:lnTo>
                <a:lnTo>
                  <a:pt x="8774435" y="1746034"/>
                </a:lnTo>
                <a:close/>
                <a:moveTo>
                  <a:pt x="1058490" y="1718298"/>
                </a:moveTo>
                <a:lnTo>
                  <a:pt x="1056506" y="1722794"/>
                </a:lnTo>
                <a:lnTo>
                  <a:pt x="1056508" y="1722796"/>
                </a:lnTo>
                <a:cubicBezTo>
                  <a:pt x="1052163" y="1727137"/>
                  <a:pt x="1047777" y="1731406"/>
                  <a:pt x="1043433" y="1735749"/>
                </a:cubicBezTo>
                <a:lnTo>
                  <a:pt x="1043432" y="1735749"/>
                </a:lnTo>
                <a:lnTo>
                  <a:pt x="1030174" y="1748855"/>
                </a:lnTo>
                <a:lnTo>
                  <a:pt x="1030121" y="1748803"/>
                </a:lnTo>
                <a:lnTo>
                  <a:pt x="1025906" y="1750761"/>
                </a:lnTo>
                <a:lnTo>
                  <a:pt x="1027887" y="1746569"/>
                </a:lnTo>
                <a:lnTo>
                  <a:pt x="1027907" y="1746588"/>
                </a:lnTo>
                <a:lnTo>
                  <a:pt x="1027888" y="1746569"/>
                </a:lnTo>
                <a:cubicBezTo>
                  <a:pt x="1032308" y="1742149"/>
                  <a:pt x="1036650" y="1737731"/>
                  <a:pt x="1040993" y="1733311"/>
                </a:cubicBezTo>
                <a:lnTo>
                  <a:pt x="1042522" y="1734838"/>
                </a:lnTo>
                <a:lnTo>
                  <a:pt x="1040995" y="1733311"/>
                </a:lnTo>
                <a:cubicBezTo>
                  <a:pt x="1045338" y="1728966"/>
                  <a:pt x="1049649" y="1724622"/>
                  <a:pt x="1053992" y="1720280"/>
                </a:cubicBezTo>
                <a:lnTo>
                  <a:pt x="1056503" y="1722792"/>
                </a:lnTo>
                <a:lnTo>
                  <a:pt x="1053992" y="1720206"/>
                </a:lnTo>
                <a:close/>
                <a:moveTo>
                  <a:pt x="2392372" y="1705794"/>
                </a:moveTo>
                <a:lnTo>
                  <a:pt x="2390391" y="1709986"/>
                </a:lnTo>
                <a:lnTo>
                  <a:pt x="2390390" y="1709985"/>
                </a:lnTo>
                <a:lnTo>
                  <a:pt x="2386123" y="1711966"/>
                </a:lnTo>
                <a:lnTo>
                  <a:pt x="2388104" y="1707775"/>
                </a:lnTo>
                <a:lnTo>
                  <a:pt x="2388105" y="1707775"/>
                </a:lnTo>
                <a:close/>
                <a:moveTo>
                  <a:pt x="9141643" y="1705413"/>
                </a:moveTo>
                <a:lnTo>
                  <a:pt x="9139738" y="1709909"/>
                </a:lnTo>
                <a:lnTo>
                  <a:pt x="9137155" y="1707327"/>
                </a:lnTo>
                <a:lnTo>
                  <a:pt x="9139661" y="1709909"/>
                </a:lnTo>
                <a:cubicBezTo>
                  <a:pt x="9135318" y="1714252"/>
                  <a:pt x="9130975" y="1718450"/>
                  <a:pt x="9126631" y="1722794"/>
                </a:cubicBezTo>
                <a:lnTo>
                  <a:pt x="9126593" y="1722756"/>
                </a:lnTo>
                <a:lnTo>
                  <a:pt x="9113372" y="1735825"/>
                </a:lnTo>
                <a:lnTo>
                  <a:pt x="9113373" y="1735826"/>
                </a:lnTo>
                <a:lnTo>
                  <a:pt x="9109105" y="1737805"/>
                </a:lnTo>
                <a:lnTo>
                  <a:pt x="9111086" y="1733616"/>
                </a:lnTo>
                <a:lnTo>
                  <a:pt x="9113345" y="1735798"/>
                </a:lnTo>
                <a:lnTo>
                  <a:pt x="9111086" y="1733539"/>
                </a:lnTo>
                <a:cubicBezTo>
                  <a:pt x="9115430" y="1729119"/>
                  <a:pt x="9119849" y="1724701"/>
                  <a:pt x="9124193" y="1720280"/>
                </a:cubicBezTo>
                <a:lnTo>
                  <a:pt x="9124230" y="1720319"/>
                </a:lnTo>
                <a:lnTo>
                  <a:pt x="9137147" y="1707319"/>
                </a:lnTo>
                <a:close/>
                <a:moveTo>
                  <a:pt x="8415838" y="1692841"/>
                </a:moveTo>
                <a:lnTo>
                  <a:pt x="8413856" y="1697030"/>
                </a:lnTo>
                <a:lnTo>
                  <a:pt x="8409589" y="1699012"/>
                </a:lnTo>
                <a:lnTo>
                  <a:pt x="8411570" y="1694821"/>
                </a:lnTo>
                <a:lnTo>
                  <a:pt x="8413458" y="1696647"/>
                </a:lnTo>
                <a:lnTo>
                  <a:pt x="8411571" y="1694821"/>
                </a:lnTo>
                <a:close/>
                <a:moveTo>
                  <a:pt x="237704" y="1655958"/>
                </a:moveTo>
                <a:lnTo>
                  <a:pt x="239990" y="1658170"/>
                </a:lnTo>
                <a:lnTo>
                  <a:pt x="235723" y="1660150"/>
                </a:lnTo>
                <a:close/>
                <a:moveTo>
                  <a:pt x="241973" y="1653977"/>
                </a:moveTo>
                <a:lnTo>
                  <a:pt x="239992" y="1658169"/>
                </a:lnTo>
                <a:lnTo>
                  <a:pt x="237706" y="1655958"/>
                </a:lnTo>
                <a:close/>
                <a:moveTo>
                  <a:pt x="7245710" y="1643004"/>
                </a:moveTo>
                <a:lnTo>
                  <a:pt x="7247996" y="1645214"/>
                </a:lnTo>
                <a:lnTo>
                  <a:pt x="7243729" y="1647195"/>
                </a:lnTo>
                <a:close/>
                <a:moveTo>
                  <a:pt x="7258817" y="1629668"/>
                </a:moveTo>
                <a:cubicBezTo>
                  <a:pt x="7258817" y="1629668"/>
                  <a:pt x="7261256" y="1632107"/>
                  <a:pt x="7261256" y="1632107"/>
                </a:cubicBezTo>
                <a:cubicBezTo>
                  <a:pt x="7256836" y="1636451"/>
                  <a:pt x="7252417" y="1640870"/>
                  <a:pt x="7247997" y="1645214"/>
                </a:cubicBezTo>
                <a:lnTo>
                  <a:pt x="7245711" y="1642928"/>
                </a:lnTo>
                <a:cubicBezTo>
                  <a:pt x="7250130" y="1638508"/>
                  <a:pt x="7254474" y="1634088"/>
                  <a:pt x="7258817" y="1629668"/>
                </a:cubicBezTo>
                <a:close/>
                <a:moveTo>
                  <a:pt x="159982" y="1617096"/>
                </a:moveTo>
                <a:lnTo>
                  <a:pt x="162268" y="1619307"/>
                </a:lnTo>
                <a:lnTo>
                  <a:pt x="158001" y="1621289"/>
                </a:lnTo>
                <a:close/>
                <a:moveTo>
                  <a:pt x="164250" y="1615114"/>
                </a:moveTo>
                <a:lnTo>
                  <a:pt x="162270" y="1619306"/>
                </a:lnTo>
                <a:lnTo>
                  <a:pt x="159983" y="1617096"/>
                </a:lnTo>
                <a:close/>
                <a:moveTo>
                  <a:pt x="470875" y="1604142"/>
                </a:moveTo>
                <a:lnTo>
                  <a:pt x="473161" y="1606351"/>
                </a:lnTo>
                <a:lnTo>
                  <a:pt x="468894" y="1608334"/>
                </a:lnTo>
                <a:close/>
                <a:moveTo>
                  <a:pt x="5319831" y="1602161"/>
                </a:moveTo>
                <a:lnTo>
                  <a:pt x="5317850" y="1606350"/>
                </a:lnTo>
                <a:lnTo>
                  <a:pt x="5317851" y="1606351"/>
                </a:lnTo>
                <a:lnTo>
                  <a:pt x="5313584" y="1608333"/>
                </a:lnTo>
                <a:lnTo>
                  <a:pt x="5315565" y="1604142"/>
                </a:lnTo>
                <a:lnTo>
                  <a:pt x="5315564" y="1604142"/>
                </a:lnTo>
                <a:close/>
                <a:moveTo>
                  <a:pt x="475142" y="1602161"/>
                </a:moveTo>
                <a:lnTo>
                  <a:pt x="473161" y="1606351"/>
                </a:lnTo>
                <a:lnTo>
                  <a:pt x="470875" y="1604142"/>
                </a:lnTo>
                <a:close/>
                <a:moveTo>
                  <a:pt x="7302251" y="1588749"/>
                </a:moveTo>
                <a:lnTo>
                  <a:pt x="7300270" y="1593321"/>
                </a:lnTo>
                <a:lnTo>
                  <a:pt x="7287316" y="1606276"/>
                </a:lnTo>
                <a:lnTo>
                  <a:pt x="7287278" y="1606237"/>
                </a:lnTo>
                <a:lnTo>
                  <a:pt x="7274361" y="1619079"/>
                </a:lnTo>
                <a:lnTo>
                  <a:pt x="7274361" y="1619154"/>
                </a:lnTo>
                <a:cubicBezTo>
                  <a:pt x="7270018" y="1623497"/>
                  <a:pt x="7265675" y="1627764"/>
                  <a:pt x="7261331" y="1632108"/>
                </a:cubicBezTo>
                <a:lnTo>
                  <a:pt x="7258893" y="1629668"/>
                </a:lnTo>
                <a:lnTo>
                  <a:pt x="7271772" y="1616639"/>
                </a:lnTo>
                <a:lnTo>
                  <a:pt x="7271771" y="1616638"/>
                </a:lnTo>
                <a:cubicBezTo>
                  <a:pt x="7276114" y="1612295"/>
                  <a:pt x="7280382" y="1607951"/>
                  <a:pt x="7284725" y="1603608"/>
                </a:cubicBezTo>
                <a:lnTo>
                  <a:pt x="7284763" y="1603646"/>
                </a:lnTo>
                <a:lnTo>
                  <a:pt x="7297679" y="1590730"/>
                </a:lnTo>
                <a:lnTo>
                  <a:pt x="7300265" y="1593316"/>
                </a:lnTo>
                <a:lnTo>
                  <a:pt x="7297679" y="1590655"/>
                </a:lnTo>
                <a:close/>
                <a:moveTo>
                  <a:pt x="5743199" y="1564975"/>
                </a:moveTo>
                <a:cubicBezTo>
                  <a:pt x="5743199" y="1564975"/>
                  <a:pt x="5745638" y="1567413"/>
                  <a:pt x="5745638" y="1567413"/>
                </a:cubicBezTo>
                <a:cubicBezTo>
                  <a:pt x="5741218" y="1571757"/>
                  <a:pt x="5736799" y="1576177"/>
                  <a:pt x="5732379" y="1580519"/>
                </a:cubicBezTo>
                <a:lnTo>
                  <a:pt x="5732326" y="1580468"/>
                </a:lnTo>
                <a:lnTo>
                  <a:pt x="5728111" y="1582424"/>
                </a:lnTo>
                <a:lnTo>
                  <a:pt x="5730092" y="1578233"/>
                </a:lnTo>
                <a:lnTo>
                  <a:pt x="5730093" y="1578233"/>
                </a:lnTo>
                <a:close/>
                <a:moveTo>
                  <a:pt x="5747619" y="1562993"/>
                </a:moveTo>
                <a:lnTo>
                  <a:pt x="5745637" y="1567336"/>
                </a:lnTo>
                <a:lnTo>
                  <a:pt x="5743199" y="1564974"/>
                </a:lnTo>
                <a:close/>
                <a:moveTo>
                  <a:pt x="7530698" y="1526417"/>
                </a:moveTo>
                <a:lnTo>
                  <a:pt x="7532984" y="1528627"/>
                </a:lnTo>
                <a:lnTo>
                  <a:pt x="7528717" y="1530608"/>
                </a:lnTo>
                <a:close/>
                <a:moveTo>
                  <a:pt x="4952852" y="1526417"/>
                </a:moveTo>
                <a:lnTo>
                  <a:pt x="4955138" y="1528627"/>
                </a:lnTo>
                <a:lnTo>
                  <a:pt x="4950871" y="1530608"/>
                </a:lnTo>
                <a:close/>
                <a:moveTo>
                  <a:pt x="7534965" y="1524435"/>
                </a:moveTo>
                <a:lnTo>
                  <a:pt x="7532984" y="1528626"/>
                </a:lnTo>
                <a:lnTo>
                  <a:pt x="7530698" y="1526417"/>
                </a:lnTo>
                <a:close/>
                <a:moveTo>
                  <a:pt x="6289858" y="1515520"/>
                </a:moveTo>
                <a:lnTo>
                  <a:pt x="6289933" y="1515520"/>
                </a:lnTo>
                <a:lnTo>
                  <a:pt x="6289868" y="1515559"/>
                </a:lnTo>
                <a:close/>
                <a:moveTo>
                  <a:pt x="6275303" y="1515445"/>
                </a:moveTo>
                <a:lnTo>
                  <a:pt x="6275427" y="1515521"/>
                </a:lnTo>
                <a:lnTo>
                  <a:pt x="6289858" y="1515521"/>
                </a:lnTo>
                <a:lnTo>
                  <a:pt x="6283388" y="1519509"/>
                </a:lnTo>
                <a:lnTo>
                  <a:pt x="6289868" y="1515559"/>
                </a:lnTo>
                <a:lnTo>
                  <a:pt x="6292143" y="1524513"/>
                </a:lnTo>
                <a:cubicBezTo>
                  <a:pt x="6292143" y="1525655"/>
                  <a:pt x="6289705" y="1526876"/>
                  <a:pt x="6288410" y="1528094"/>
                </a:cubicBezTo>
                <a:cubicBezTo>
                  <a:pt x="6286809" y="1525655"/>
                  <a:pt x="6285057" y="1523292"/>
                  <a:pt x="6283304" y="1521007"/>
                </a:cubicBezTo>
                <a:lnTo>
                  <a:pt x="6283304" y="1519559"/>
                </a:lnTo>
                <a:lnTo>
                  <a:pt x="6283302" y="1519559"/>
                </a:lnTo>
                <a:lnTo>
                  <a:pt x="6283229" y="1520938"/>
                </a:lnTo>
                <a:lnTo>
                  <a:pt x="6281851" y="1520938"/>
                </a:lnTo>
                <a:lnTo>
                  <a:pt x="6281803" y="1521007"/>
                </a:lnTo>
                <a:lnTo>
                  <a:pt x="6283229" y="1521007"/>
                </a:lnTo>
                <a:cubicBezTo>
                  <a:pt x="6285057" y="1523291"/>
                  <a:pt x="6286733" y="1525655"/>
                  <a:pt x="6288334" y="1528093"/>
                </a:cubicBezTo>
                <a:lnTo>
                  <a:pt x="6288410" y="1528169"/>
                </a:lnTo>
                <a:cubicBezTo>
                  <a:pt x="6284524" y="1528169"/>
                  <a:pt x="6280561" y="1528169"/>
                  <a:pt x="6276675" y="1528169"/>
                </a:cubicBezTo>
                <a:lnTo>
                  <a:pt x="6276729" y="1528094"/>
                </a:lnTo>
                <a:lnTo>
                  <a:pt x="6276675" y="1528094"/>
                </a:lnTo>
                <a:cubicBezTo>
                  <a:pt x="6275075" y="1525198"/>
                  <a:pt x="6273170" y="1522378"/>
                  <a:pt x="6272103" y="1519331"/>
                </a:cubicBezTo>
                <a:cubicBezTo>
                  <a:pt x="6271798" y="1518492"/>
                  <a:pt x="6274160" y="1516740"/>
                  <a:pt x="6275303" y="1515445"/>
                </a:cubicBezTo>
                <a:close/>
                <a:moveTo>
                  <a:pt x="7167986" y="1513464"/>
                </a:moveTo>
                <a:lnTo>
                  <a:pt x="7170272" y="1515674"/>
                </a:lnTo>
                <a:lnTo>
                  <a:pt x="7166005" y="1517653"/>
                </a:lnTo>
                <a:close/>
                <a:moveTo>
                  <a:pt x="1559308" y="1513083"/>
                </a:moveTo>
                <a:lnTo>
                  <a:pt x="1559346" y="1513119"/>
                </a:lnTo>
                <a:lnTo>
                  <a:pt x="1559308" y="1513159"/>
                </a:lnTo>
                <a:close/>
                <a:moveTo>
                  <a:pt x="1559154" y="1513083"/>
                </a:moveTo>
                <a:cubicBezTo>
                  <a:pt x="1559154" y="1513083"/>
                  <a:pt x="1561592" y="1515521"/>
                  <a:pt x="1561592" y="1515521"/>
                </a:cubicBezTo>
                <a:lnTo>
                  <a:pt x="1561668" y="1515521"/>
                </a:lnTo>
                <a:lnTo>
                  <a:pt x="1548352" y="1528591"/>
                </a:lnTo>
                <a:lnTo>
                  <a:pt x="1548388" y="1528627"/>
                </a:lnTo>
                <a:lnTo>
                  <a:pt x="1544127" y="1530608"/>
                </a:lnTo>
                <a:lnTo>
                  <a:pt x="1546105" y="1526417"/>
                </a:lnTo>
                <a:lnTo>
                  <a:pt x="1546124" y="1526436"/>
                </a:lnTo>
                <a:lnTo>
                  <a:pt x="1546030" y="1526342"/>
                </a:lnTo>
                <a:cubicBezTo>
                  <a:pt x="1550454" y="1521923"/>
                  <a:pt x="1554815" y="1517501"/>
                  <a:pt x="1559154" y="1513083"/>
                </a:cubicBezTo>
                <a:close/>
                <a:moveTo>
                  <a:pt x="4970378" y="1511180"/>
                </a:moveTo>
                <a:lnTo>
                  <a:pt x="4968397" y="1515520"/>
                </a:lnTo>
                <a:lnTo>
                  <a:pt x="4968398" y="1515521"/>
                </a:lnTo>
                <a:cubicBezTo>
                  <a:pt x="4963978" y="1519865"/>
                  <a:pt x="4959559" y="1524284"/>
                  <a:pt x="4955139" y="1528627"/>
                </a:cubicBezTo>
                <a:lnTo>
                  <a:pt x="4952853" y="1526342"/>
                </a:lnTo>
                <a:cubicBezTo>
                  <a:pt x="4957196" y="1521923"/>
                  <a:pt x="4961616" y="1517501"/>
                  <a:pt x="4965959" y="1513083"/>
                </a:cubicBezTo>
                <a:lnTo>
                  <a:pt x="4966035" y="1513161"/>
                </a:lnTo>
                <a:close/>
                <a:moveTo>
                  <a:pt x="7185513" y="1498224"/>
                </a:moveTo>
                <a:lnTo>
                  <a:pt x="7183532" y="1502566"/>
                </a:lnTo>
                <a:lnTo>
                  <a:pt x="7183532" y="1502566"/>
                </a:lnTo>
                <a:cubicBezTo>
                  <a:pt x="7179112" y="1506909"/>
                  <a:pt x="7174693" y="1511331"/>
                  <a:pt x="7170273" y="1515674"/>
                </a:cubicBezTo>
                <a:lnTo>
                  <a:pt x="7167987" y="1513389"/>
                </a:lnTo>
                <a:cubicBezTo>
                  <a:pt x="7172330" y="1508967"/>
                  <a:pt x="7176750" y="1504548"/>
                  <a:pt x="7181093" y="1500128"/>
                </a:cubicBezTo>
                <a:lnTo>
                  <a:pt x="7181146" y="1500180"/>
                </a:lnTo>
                <a:close/>
                <a:moveTo>
                  <a:pt x="8597575" y="1485193"/>
                </a:moveTo>
                <a:lnTo>
                  <a:pt x="8595670" y="1489689"/>
                </a:lnTo>
                <a:lnTo>
                  <a:pt x="8582639" y="1502643"/>
                </a:lnTo>
                <a:lnTo>
                  <a:pt x="8582562" y="1502567"/>
                </a:lnTo>
                <a:lnTo>
                  <a:pt x="8569305" y="1515671"/>
                </a:lnTo>
                <a:lnTo>
                  <a:pt x="8569304" y="1515674"/>
                </a:lnTo>
                <a:lnTo>
                  <a:pt x="8565038" y="1517653"/>
                </a:lnTo>
                <a:lnTo>
                  <a:pt x="8567019" y="1513464"/>
                </a:lnTo>
                <a:lnTo>
                  <a:pt x="8569262" y="1515631"/>
                </a:lnTo>
                <a:lnTo>
                  <a:pt x="8567019" y="1513389"/>
                </a:lnTo>
                <a:cubicBezTo>
                  <a:pt x="8571362" y="1508967"/>
                  <a:pt x="8575781" y="1504548"/>
                  <a:pt x="8580125" y="1500128"/>
                </a:cubicBezTo>
                <a:lnTo>
                  <a:pt x="8580201" y="1500204"/>
                </a:lnTo>
                <a:lnTo>
                  <a:pt x="8593117" y="1487137"/>
                </a:lnTo>
                <a:lnTo>
                  <a:pt x="8593079" y="1487101"/>
                </a:lnTo>
                <a:close/>
                <a:moveTo>
                  <a:pt x="1589694" y="1485116"/>
                </a:moveTo>
                <a:lnTo>
                  <a:pt x="1587714" y="1489689"/>
                </a:lnTo>
                <a:lnTo>
                  <a:pt x="1587676" y="1489651"/>
                </a:lnTo>
                <a:lnTo>
                  <a:pt x="1574729" y="1502530"/>
                </a:lnTo>
                <a:lnTo>
                  <a:pt x="1574768" y="1502567"/>
                </a:lnTo>
                <a:cubicBezTo>
                  <a:pt x="1570427" y="1506909"/>
                  <a:pt x="1566085" y="1511180"/>
                  <a:pt x="1561744" y="1515521"/>
                </a:cubicBezTo>
                <a:lnTo>
                  <a:pt x="1559346" y="1513119"/>
                </a:lnTo>
                <a:lnTo>
                  <a:pt x="1572217" y="1500089"/>
                </a:lnTo>
                <a:lnTo>
                  <a:pt x="1572179" y="1500052"/>
                </a:lnTo>
                <a:cubicBezTo>
                  <a:pt x="1576519" y="1495710"/>
                  <a:pt x="1580785" y="1491366"/>
                  <a:pt x="1585125" y="1487023"/>
                </a:cubicBezTo>
                <a:lnTo>
                  <a:pt x="1585125" y="1487023"/>
                </a:lnTo>
                <a:close/>
                <a:moveTo>
                  <a:pt x="3916679" y="1461649"/>
                </a:moveTo>
                <a:lnTo>
                  <a:pt x="3918964" y="1463857"/>
                </a:lnTo>
                <a:lnTo>
                  <a:pt x="3914697" y="1465838"/>
                </a:lnTo>
                <a:close/>
                <a:moveTo>
                  <a:pt x="8657849" y="1461268"/>
                </a:moveTo>
                <a:cubicBezTo>
                  <a:pt x="8657849" y="1461268"/>
                  <a:pt x="8660364" y="1463782"/>
                  <a:pt x="8660364" y="1463782"/>
                </a:cubicBezTo>
                <a:cubicBezTo>
                  <a:pt x="8656020" y="1468128"/>
                  <a:pt x="8651677" y="1472393"/>
                  <a:pt x="8647333" y="1476735"/>
                </a:cubicBezTo>
                <a:lnTo>
                  <a:pt x="8647332" y="1476735"/>
                </a:lnTo>
                <a:lnTo>
                  <a:pt x="8634074" y="1489842"/>
                </a:lnTo>
                <a:lnTo>
                  <a:pt x="8634022" y="1489790"/>
                </a:lnTo>
                <a:lnTo>
                  <a:pt x="8629808" y="1491747"/>
                </a:lnTo>
                <a:lnTo>
                  <a:pt x="8631789" y="1487556"/>
                </a:lnTo>
                <a:lnTo>
                  <a:pt x="8644895" y="1474297"/>
                </a:lnTo>
                <a:close/>
                <a:moveTo>
                  <a:pt x="3920947" y="1459668"/>
                </a:moveTo>
                <a:lnTo>
                  <a:pt x="3918966" y="1463857"/>
                </a:lnTo>
                <a:lnTo>
                  <a:pt x="3916680" y="1461649"/>
                </a:lnTo>
                <a:close/>
                <a:moveTo>
                  <a:pt x="3838956" y="1448691"/>
                </a:moveTo>
                <a:lnTo>
                  <a:pt x="3841243" y="1450904"/>
                </a:lnTo>
                <a:lnTo>
                  <a:pt x="3836976" y="1452885"/>
                </a:lnTo>
                <a:close/>
                <a:moveTo>
                  <a:pt x="3843224" y="1446712"/>
                </a:moveTo>
                <a:lnTo>
                  <a:pt x="3841243" y="1450904"/>
                </a:lnTo>
                <a:lnTo>
                  <a:pt x="3838958" y="1448691"/>
                </a:lnTo>
                <a:close/>
                <a:moveTo>
                  <a:pt x="5678276" y="1422787"/>
                </a:moveTo>
                <a:lnTo>
                  <a:pt x="5680562" y="1424995"/>
                </a:lnTo>
                <a:lnTo>
                  <a:pt x="5676295" y="1426978"/>
                </a:lnTo>
                <a:close/>
                <a:moveTo>
                  <a:pt x="5682544" y="1420804"/>
                </a:moveTo>
                <a:lnTo>
                  <a:pt x="5680563" y="1424995"/>
                </a:lnTo>
                <a:lnTo>
                  <a:pt x="5678277" y="1422785"/>
                </a:lnTo>
                <a:close/>
                <a:moveTo>
                  <a:pt x="8701283" y="1420348"/>
                </a:moveTo>
                <a:lnTo>
                  <a:pt x="8699378" y="1424919"/>
                </a:lnTo>
                <a:lnTo>
                  <a:pt x="8686424" y="1437884"/>
                </a:lnTo>
                <a:lnTo>
                  <a:pt x="8686385" y="1437847"/>
                </a:lnTo>
                <a:lnTo>
                  <a:pt x="8673394" y="1450751"/>
                </a:lnTo>
                <a:lnTo>
                  <a:pt x="8660364" y="1463705"/>
                </a:lnTo>
                <a:cubicBezTo>
                  <a:pt x="8660364" y="1463705"/>
                  <a:pt x="8657849" y="1461192"/>
                  <a:pt x="8657849" y="1461192"/>
                </a:cubicBezTo>
                <a:lnTo>
                  <a:pt x="8670803" y="1448160"/>
                </a:lnTo>
                <a:cubicBezTo>
                  <a:pt x="8675146" y="1443818"/>
                  <a:pt x="8679490" y="1439476"/>
                  <a:pt x="8683757" y="1435131"/>
                </a:cubicBezTo>
                <a:lnTo>
                  <a:pt x="8683795" y="1435169"/>
                </a:lnTo>
                <a:lnTo>
                  <a:pt x="8696710" y="1422254"/>
                </a:lnTo>
                <a:close/>
                <a:moveTo>
                  <a:pt x="444973" y="1370970"/>
                </a:moveTo>
                <a:lnTo>
                  <a:pt x="447259" y="1373179"/>
                </a:lnTo>
                <a:lnTo>
                  <a:pt x="442992" y="1375159"/>
                </a:lnTo>
                <a:close/>
                <a:moveTo>
                  <a:pt x="449241" y="1368986"/>
                </a:moveTo>
                <a:lnTo>
                  <a:pt x="447260" y="1373179"/>
                </a:lnTo>
                <a:lnTo>
                  <a:pt x="444974" y="1370971"/>
                </a:lnTo>
                <a:close/>
                <a:moveTo>
                  <a:pt x="5928974" y="1368684"/>
                </a:moveTo>
                <a:lnTo>
                  <a:pt x="5926993" y="1373027"/>
                </a:lnTo>
                <a:lnTo>
                  <a:pt x="5913734" y="1386139"/>
                </a:lnTo>
                <a:lnTo>
                  <a:pt x="5909467" y="1388117"/>
                </a:lnTo>
                <a:lnTo>
                  <a:pt x="5911448" y="1383927"/>
                </a:lnTo>
                <a:lnTo>
                  <a:pt x="5913731" y="1386136"/>
                </a:lnTo>
                <a:lnTo>
                  <a:pt x="5911448" y="1383853"/>
                </a:lnTo>
                <a:cubicBezTo>
                  <a:pt x="5915791" y="1379426"/>
                  <a:pt x="5920211" y="1375008"/>
                  <a:pt x="5924555" y="1370589"/>
                </a:cubicBezTo>
                <a:lnTo>
                  <a:pt x="5924631" y="1370665"/>
                </a:lnTo>
                <a:close/>
                <a:moveTo>
                  <a:pt x="1908875" y="1344680"/>
                </a:moveTo>
                <a:cubicBezTo>
                  <a:pt x="1908875" y="1344680"/>
                  <a:pt x="1911314" y="1347116"/>
                  <a:pt x="1911314" y="1347116"/>
                </a:cubicBezTo>
                <a:lnTo>
                  <a:pt x="1911390" y="1347116"/>
                </a:lnTo>
                <a:lnTo>
                  <a:pt x="1898095" y="1360189"/>
                </a:lnTo>
                <a:lnTo>
                  <a:pt x="1898133" y="1360226"/>
                </a:lnTo>
                <a:lnTo>
                  <a:pt x="1893862" y="1362206"/>
                </a:lnTo>
                <a:lnTo>
                  <a:pt x="1895833" y="1358018"/>
                </a:lnTo>
                <a:lnTo>
                  <a:pt x="1895768" y="1357941"/>
                </a:lnTo>
                <a:cubicBezTo>
                  <a:pt x="1900114" y="1353522"/>
                  <a:pt x="1904533" y="1349105"/>
                  <a:pt x="1908875" y="1344680"/>
                </a:cubicBezTo>
                <a:close/>
                <a:moveTo>
                  <a:pt x="1913371" y="1342775"/>
                </a:moveTo>
                <a:lnTo>
                  <a:pt x="1911390" y="1347116"/>
                </a:lnTo>
                <a:lnTo>
                  <a:pt x="1911390" y="1347116"/>
                </a:lnTo>
                <a:lnTo>
                  <a:pt x="1909029" y="1344756"/>
                </a:lnTo>
                <a:close/>
                <a:moveTo>
                  <a:pt x="1196367" y="1332107"/>
                </a:moveTo>
                <a:lnTo>
                  <a:pt x="1198652" y="1334320"/>
                </a:lnTo>
                <a:lnTo>
                  <a:pt x="1194385" y="1336300"/>
                </a:lnTo>
                <a:close/>
                <a:moveTo>
                  <a:pt x="43558" y="1331800"/>
                </a:moveTo>
                <a:cubicBezTo>
                  <a:pt x="43558" y="1331800"/>
                  <a:pt x="45920" y="1334243"/>
                  <a:pt x="45920" y="1334243"/>
                </a:cubicBezTo>
                <a:cubicBezTo>
                  <a:pt x="41500" y="1338586"/>
                  <a:pt x="37081" y="1343004"/>
                  <a:pt x="32661" y="1347347"/>
                </a:cubicBezTo>
                <a:lnTo>
                  <a:pt x="32633" y="1347318"/>
                </a:lnTo>
                <a:lnTo>
                  <a:pt x="28470" y="1349258"/>
                </a:lnTo>
                <a:lnTo>
                  <a:pt x="30426" y="1345111"/>
                </a:lnTo>
                <a:lnTo>
                  <a:pt x="30375" y="1345060"/>
                </a:lnTo>
                <a:lnTo>
                  <a:pt x="30451" y="1345060"/>
                </a:lnTo>
                <a:lnTo>
                  <a:pt x="30451" y="1345060"/>
                </a:lnTo>
                <a:lnTo>
                  <a:pt x="30451" y="1345060"/>
                </a:lnTo>
                <a:cubicBezTo>
                  <a:pt x="34795" y="1340642"/>
                  <a:pt x="39214" y="1336225"/>
                  <a:pt x="43558" y="1331800"/>
                </a:cubicBezTo>
                <a:close/>
                <a:moveTo>
                  <a:pt x="1209476" y="1318770"/>
                </a:moveTo>
                <a:cubicBezTo>
                  <a:pt x="1209476" y="1318770"/>
                  <a:pt x="1211916" y="1321216"/>
                  <a:pt x="1211916" y="1321216"/>
                </a:cubicBezTo>
                <a:cubicBezTo>
                  <a:pt x="1207494" y="1325557"/>
                  <a:pt x="1203075" y="1329976"/>
                  <a:pt x="1198655" y="1334320"/>
                </a:cubicBezTo>
                <a:lnTo>
                  <a:pt x="1196368" y="1332033"/>
                </a:lnTo>
                <a:cubicBezTo>
                  <a:pt x="1200711" y="1327613"/>
                  <a:pt x="1205133" y="1323198"/>
                  <a:pt x="1209476" y="1318770"/>
                </a:cubicBezTo>
                <a:close/>
                <a:moveTo>
                  <a:pt x="61008" y="1316717"/>
                </a:moveTo>
                <a:lnTo>
                  <a:pt x="59103" y="1321218"/>
                </a:lnTo>
                <a:lnTo>
                  <a:pt x="59103" y="1321216"/>
                </a:lnTo>
                <a:lnTo>
                  <a:pt x="45996" y="1334166"/>
                </a:lnTo>
                <a:lnTo>
                  <a:pt x="43558" y="1331725"/>
                </a:lnTo>
                <a:cubicBezTo>
                  <a:pt x="47901" y="1327383"/>
                  <a:pt x="52169" y="1322967"/>
                  <a:pt x="56512" y="1318617"/>
                </a:cubicBezTo>
                <a:lnTo>
                  <a:pt x="56565" y="1318671"/>
                </a:lnTo>
                <a:close/>
                <a:moveTo>
                  <a:pt x="7116323" y="1279912"/>
                </a:moveTo>
                <a:cubicBezTo>
                  <a:pt x="7116323" y="1279912"/>
                  <a:pt x="7118838" y="1282427"/>
                  <a:pt x="7118838" y="1282427"/>
                </a:cubicBezTo>
                <a:cubicBezTo>
                  <a:pt x="7114494" y="1286772"/>
                  <a:pt x="7110151" y="1291036"/>
                  <a:pt x="7105807" y="1295380"/>
                </a:cubicBezTo>
                <a:lnTo>
                  <a:pt x="7092549" y="1308487"/>
                </a:lnTo>
                <a:lnTo>
                  <a:pt x="7092496" y="1308434"/>
                </a:lnTo>
                <a:lnTo>
                  <a:pt x="7088281" y="1310390"/>
                </a:lnTo>
                <a:lnTo>
                  <a:pt x="7090262" y="1306202"/>
                </a:lnTo>
                <a:lnTo>
                  <a:pt x="7090263" y="1306202"/>
                </a:lnTo>
                <a:lnTo>
                  <a:pt x="7103369" y="1292942"/>
                </a:lnTo>
                <a:close/>
                <a:moveTo>
                  <a:pt x="1248346" y="1279834"/>
                </a:moveTo>
                <a:cubicBezTo>
                  <a:pt x="1248346" y="1279834"/>
                  <a:pt x="1250936" y="1282427"/>
                  <a:pt x="1250936" y="1282427"/>
                </a:cubicBezTo>
                <a:cubicBezTo>
                  <a:pt x="1246593" y="1286771"/>
                  <a:pt x="1242326" y="1291035"/>
                  <a:pt x="1237982" y="1295380"/>
                </a:cubicBezTo>
                <a:lnTo>
                  <a:pt x="1237942" y="1295341"/>
                </a:lnTo>
                <a:lnTo>
                  <a:pt x="1225024" y="1308184"/>
                </a:lnTo>
                <a:lnTo>
                  <a:pt x="1225024" y="1308259"/>
                </a:lnTo>
                <a:cubicBezTo>
                  <a:pt x="1220680" y="1312600"/>
                  <a:pt x="1216335" y="1316867"/>
                  <a:pt x="1211991" y="1321216"/>
                </a:cubicBezTo>
                <a:lnTo>
                  <a:pt x="1209552" y="1318770"/>
                </a:lnTo>
                <a:lnTo>
                  <a:pt x="1222432" y="1305742"/>
                </a:lnTo>
                <a:lnTo>
                  <a:pt x="1222505" y="1305671"/>
                </a:lnTo>
                <a:lnTo>
                  <a:pt x="1222508" y="1305666"/>
                </a:lnTo>
                <a:lnTo>
                  <a:pt x="1235388" y="1292713"/>
                </a:lnTo>
                <a:lnTo>
                  <a:pt x="1235428" y="1292752"/>
                </a:lnTo>
                <a:close/>
                <a:moveTo>
                  <a:pt x="1263970" y="1269396"/>
                </a:moveTo>
                <a:lnTo>
                  <a:pt x="1263970" y="1269474"/>
                </a:lnTo>
                <a:lnTo>
                  <a:pt x="1263932" y="1269435"/>
                </a:lnTo>
                <a:close/>
                <a:moveTo>
                  <a:pt x="3696468" y="1267335"/>
                </a:moveTo>
                <a:lnTo>
                  <a:pt x="3698751" y="1269548"/>
                </a:lnTo>
                <a:lnTo>
                  <a:pt x="3698754" y="1269550"/>
                </a:lnTo>
                <a:lnTo>
                  <a:pt x="3694488" y="1271532"/>
                </a:lnTo>
                <a:close/>
                <a:moveTo>
                  <a:pt x="3333831" y="1266959"/>
                </a:moveTo>
                <a:cubicBezTo>
                  <a:pt x="3333831" y="1266959"/>
                  <a:pt x="3336270" y="1269396"/>
                  <a:pt x="3336270" y="1269396"/>
                </a:cubicBezTo>
                <a:lnTo>
                  <a:pt x="3336346" y="1269396"/>
                </a:lnTo>
                <a:lnTo>
                  <a:pt x="3323047" y="1282467"/>
                </a:lnTo>
                <a:lnTo>
                  <a:pt x="3323085" y="1282505"/>
                </a:lnTo>
                <a:lnTo>
                  <a:pt x="3318818" y="1284487"/>
                </a:lnTo>
                <a:lnTo>
                  <a:pt x="3320799" y="1280292"/>
                </a:lnTo>
                <a:lnTo>
                  <a:pt x="3320723" y="1280215"/>
                </a:lnTo>
                <a:cubicBezTo>
                  <a:pt x="3325067" y="1275797"/>
                  <a:pt x="3329487" y="1271380"/>
                  <a:pt x="3333831" y="1266959"/>
                </a:cubicBezTo>
                <a:close/>
                <a:moveTo>
                  <a:pt x="3338329" y="1265054"/>
                </a:moveTo>
                <a:lnTo>
                  <a:pt x="3336346" y="1269396"/>
                </a:lnTo>
                <a:lnTo>
                  <a:pt x="3333985" y="1267033"/>
                </a:lnTo>
                <a:close/>
                <a:moveTo>
                  <a:pt x="7133849" y="1264901"/>
                </a:moveTo>
                <a:lnTo>
                  <a:pt x="7131868" y="1269396"/>
                </a:lnTo>
                <a:lnTo>
                  <a:pt x="7131868" y="1269396"/>
                </a:lnTo>
                <a:lnTo>
                  <a:pt x="7118838" y="1282353"/>
                </a:lnTo>
                <a:cubicBezTo>
                  <a:pt x="7118838" y="1282353"/>
                  <a:pt x="7116323" y="1279834"/>
                  <a:pt x="7116323" y="1279834"/>
                </a:cubicBezTo>
                <a:cubicBezTo>
                  <a:pt x="7120666" y="1275491"/>
                  <a:pt x="7125010" y="1271149"/>
                  <a:pt x="7129277" y="1266804"/>
                </a:cubicBezTo>
                <a:close/>
                <a:moveTo>
                  <a:pt x="1265877" y="1264901"/>
                </a:moveTo>
                <a:lnTo>
                  <a:pt x="1263971" y="1269399"/>
                </a:lnTo>
                <a:lnTo>
                  <a:pt x="1263970" y="1269396"/>
                </a:lnTo>
                <a:lnTo>
                  <a:pt x="1262656" y="1268116"/>
                </a:lnTo>
                <a:lnTo>
                  <a:pt x="1263932" y="1269435"/>
                </a:lnTo>
                <a:lnTo>
                  <a:pt x="1251014" y="1282353"/>
                </a:lnTo>
                <a:lnTo>
                  <a:pt x="1248423" y="1279760"/>
                </a:lnTo>
                <a:lnTo>
                  <a:pt x="1261342" y="1266840"/>
                </a:lnTo>
                <a:lnTo>
                  <a:pt x="1261304" y="1266804"/>
                </a:lnTo>
                <a:close/>
                <a:moveTo>
                  <a:pt x="3713993" y="1252098"/>
                </a:moveTo>
                <a:lnTo>
                  <a:pt x="3712016" y="1256444"/>
                </a:lnTo>
                <a:lnTo>
                  <a:pt x="3698755" y="1269551"/>
                </a:lnTo>
                <a:lnTo>
                  <a:pt x="3698754" y="1269550"/>
                </a:lnTo>
                <a:lnTo>
                  <a:pt x="3698754" y="1269550"/>
                </a:lnTo>
                <a:lnTo>
                  <a:pt x="3698751" y="1269548"/>
                </a:lnTo>
                <a:lnTo>
                  <a:pt x="3696471" y="1267261"/>
                </a:lnTo>
                <a:cubicBezTo>
                  <a:pt x="3700888" y="1262844"/>
                  <a:pt x="3705231" y="1258425"/>
                  <a:pt x="3709574" y="1254004"/>
                </a:cubicBezTo>
                <a:lnTo>
                  <a:pt x="3709651" y="1254080"/>
                </a:lnTo>
                <a:close/>
                <a:moveTo>
                  <a:pt x="7491989" y="1228095"/>
                </a:moveTo>
                <a:cubicBezTo>
                  <a:pt x="7491989" y="1228095"/>
                  <a:pt x="7494503" y="1230609"/>
                  <a:pt x="7494503" y="1230609"/>
                </a:cubicBezTo>
                <a:cubicBezTo>
                  <a:pt x="7490160" y="1234952"/>
                  <a:pt x="7485816" y="1239220"/>
                  <a:pt x="7481473" y="1243564"/>
                </a:cubicBezTo>
                <a:lnTo>
                  <a:pt x="7468214" y="1256671"/>
                </a:lnTo>
                <a:lnTo>
                  <a:pt x="7468161" y="1256618"/>
                </a:lnTo>
                <a:lnTo>
                  <a:pt x="7463947" y="1258576"/>
                </a:lnTo>
                <a:lnTo>
                  <a:pt x="7465928" y="1254384"/>
                </a:lnTo>
                <a:lnTo>
                  <a:pt x="7465929" y="1254386"/>
                </a:lnTo>
                <a:lnTo>
                  <a:pt x="7479035" y="1241126"/>
                </a:lnTo>
                <a:cubicBezTo>
                  <a:pt x="7483378" y="1236782"/>
                  <a:pt x="7487646" y="1232438"/>
                  <a:pt x="7491989" y="1228095"/>
                </a:cubicBezTo>
                <a:close/>
                <a:moveTo>
                  <a:pt x="7496485" y="1226113"/>
                </a:moveTo>
                <a:lnTo>
                  <a:pt x="7494504" y="1230609"/>
                </a:lnTo>
                <a:lnTo>
                  <a:pt x="7491989" y="1228019"/>
                </a:lnTo>
                <a:close/>
                <a:moveTo>
                  <a:pt x="1144702" y="1176354"/>
                </a:moveTo>
                <a:cubicBezTo>
                  <a:pt x="1144702" y="1176354"/>
                  <a:pt x="1147140" y="1178791"/>
                  <a:pt x="1147064" y="1178791"/>
                </a:cubicBezTo>
                <a:cubicBezTo>
                  <a:pt x="1142642" y="1183137"/>
                  <a:pt x="1138223" y="1187556"/>
                  <a:pt x="1133803" y="1191899"/>
                </a:cubicBezTo>
                <a:lnTo>
                  <a:pt x="1133774" y="1191870"/>
                </a:lnTo>
                <a:lnTo>
                  <a:pt x="1129612" y="1193802"/>
                </a:lnTo>
                <a:lnTo>
                  <a:pt x="1131566" y="1189664"/>
                </a:lnTo>
                <a:lnTo>
                  <a:pt x="1131518" y="1189613"/>
                </a:lnTo>
                <a:lnTo>
                  <a:pt x="1131592" y="1189613"/>
                </a:lnTo>
                <a:close/>
                <a:moveTo>
                  <a:pt x="1149123" y="1174372"/>
                </a:moveTo>
                <a:lnTo>
                  <a:pt x="1147140" y="1178714"/>
                </a:lnTo>
                <a:lnTo>
                  <a:pt x="1144702" y="1176354"/>
                </a:lnTo>
                <a:close/>
                <a:moveTo>
                  <a:pt x="190626" y="1135355"/>
                </a:moveTo>
                <a:lnTo>
                  <a:pt x="188645" y="1139849"/>
                </a:lnTo>
                <a:lnTo>
                  <a:pt x="188645" y="1139849"/>
                </a:lnTo>
                <a:lnTo>
                  <a:pt x="175691" y="1152812"/>
                </a:lnTo>
                <a:lnTo>
                  <a:pt x="175691" y="1152812"/>
                </a:lnTo>
                <a:lnTo>
                  <a:pt x="162661" y="1165764"/>
                </a:lnTo>
                <a:lnTo>
                  <a:pt x="162737" y="1165839"/>
                </a:lnTo>
                <a:cubicBezTo>
                  <a:pt x="158393" y="1170181"/>
                  <a:pt x="154050" y="1174451"/>
                  <a:pt x="149706" y="1178791"/>
                </a:cubicBezTo>
                <a:lnTo>
                  <a:pt x="149630" y="1178715"/>
                </a:lnTo>
                <a:lnTo>
                  <a:pt x="136333" y="1191785"/>
                </a:lnTo>
                <a:lnTo>
                  <a:pt x="136371" y="1191823"/>
                </a:lnTo>
                <a:lnTo>
                  <a:pt x="132104" y="1193802"/>
                </a:lnTo>
                <a:lnTo>
                  <a:pt x="134085" y="1189613"/>
                </a:lnTo>
                <a:lnTo>
                  <a:pt x="134087" y="1189615"/>
                </a:lnTo>
                <a:lnTo>
                  <a:pt x="134009" y="1189535"/>
                </a:lnTo>
                <a:cubicBezTo>
                  <a:pt x="138429" y="1185119"/>
                  <a:pt x="142772" y="1180697"/>
                  <a:pt x="147115" y="1176277"/>
                </a:cubicBezTo>
                <a:cubicBezTo>
                  <a:pt x="147115" y="1176277"/>
                  <a:pt x="149554" y="1178714"/>
                  <a:pt x="149554" y="1178714"/>
                </a:cubicBezTo>
                <a:lnTo>
                  <a:pt x="149629" y="1178714"/>
                </a:lnTo>
                <a:lnTo>
                  <a:pt x="147268" y="1176354"/>
                </a:lnTo>
                <a:lnTo>
                  <a:pt x="160222" y="1163322"/>
                </a:lnTo>
                <a:lnTo>
                  <a:pt x="160146" y="1163246"/>
                </a:lnTo>
                <a:cubicBezTo>
                  <a:pt x="164489" y="1158906"/>
                  <a:pt x="168757" y="1154563"/>
                  <a:pt x="173100" y="1150220"/>
                </a:cubicBezTo>
                <a:lnTo>
                  <a:pt x="174691" y="1151811"/>
                </a:lnTo>
                <a:lnTo>
                  <a:pt x="173100" y="1150220"/>
                </a:lnTo>
                <a:cubicBezTo>
                  <a:pt x="177443" y="1145892"/>
                  <a:pt x="181787" y="1141538"/>
                  <a:pt x="186054" y="1137262"/>
                </a:cubicBezTo>
                <a:lnTo>
                  <a:pt x="186054" y="1137262"/>
                </a:lnTo>
                <a:close/>
                <a:moveTo>
                  <a:pt x="1455483" y="1111883"/>
                </a:moveTo>
                <a:lnTo>
                  <a:pt x="1457770" y="1114093"/>
                </a:lnTo>
                <a:lnTo>
                  <a:pt x="1453501" y="1116075"/>
                </a:lnTo>
                <a:close/>
                <a:moveTo>
                  <a:pt x="1459752" y="1109903"/>
                </a:moveTo>
                <a:lnTo>
                  <a:pt x="1457771" y="1114093"/>
                </a:lnTo>
                <a:lnTo>
                  <a:pt x="1455485" y="1111884"/>
                </a:lnTo>
                <a:close/>
                <a:moveTo>
                  <a:pt x="1688592" y="1098931"/>
                </a:moveTo>
                <a:lnTo>
                  <a:pt x="1690877" y="1101140"/>
                </a:lnTo>
                <a:lnTo>
                  <a:pt x="1686612" y="1103122"/>
                </a:lnTo>
                <a:close/>
                <a:moveTo>
                  <a:pt x="6356151" y="1083998"/>
                </a:moveTo>
                <a:lnTo>
                  <a:pt x="6354170" y="1088187"/>
                </a:lnTo>
                <a:lnTo>
                  <a:pt x="6354171" y="1088187"/>
                </a:lnTo>
                <a:lnTo>
                  <a:pt x="6349904" y="1090169"/>
                </a:lnTo>
                <a:lnTo>
                  <a:pt x="6351885" y="1085980"/>
                </a:lnTo>
                <a:lnTo>
                  <a:pt x="6351884" y="1085978"/>
                </a:lnTo>
                <a:close/>
                <a:moveTo>
                  <a:pt x="7081880" y="1083693"/>
                </a:moveTo>
                <a:lnTo>
                  <a:pt x="7079899" y="1088036"/>
                </a:lnTo>
                <a:lnTo>
                  <a:pt x="7066641" y="1101140"/>
                </a:lnTo>
                <a:lnTo>
                  <a:pt x="7066641" y="1101140"/>
                </a:lnTo>
                <a:lnTo>
                  <a:pt x="7062374" y="1103122"/>
                </a:lnTo>
                <a:lnTo>
                  <a:pt x="7064355" y="1098931"/>
                </a:lnTo>
                <a:lnTo>
                  <a:pt x="7066605" y="1101106"/>
                </a:lnTo>
                <a:lnTo>
                  <a:pt x="7064354" y="1098855"/>
                </a:lnTo>
                <a:cubicBezTo>
                  <a:pt x="7068774" y="1094435"/>
                  <a:pt x="7073117" y="1090017"/>
                  <a:pt x="7077461" y="1085597"/>
                </a:cubicBezTo>
                <a:lnTo>
                  <a:pt x="7077537" y="1085673"/>
                </a:lnTo>
                <a:close/>
                <a:moveTo>
                  <a:pt x="1706112" y="1083693"/>
                </a:moveTo>
                <a:lnTo>
                  <a:pt x="1704132" y="1088036"/>
                </a:lnTo>
                <a:lnTo>
                  <a:pt x="1690878" y="1101140"/>
                </a:lnTo>
                <a:lnTo>
                  <a:pt x="1688593" y="1098856"/>
                </a:lnTo>
                <a:cubicBezTo>
                  <a:pt x="1693011" y="1094435"/>
                  <a:pt x="1697353" y="1090017"/>
                  <a:pt x="1701694" y="1085597"/>
                </a:cubicBezTo>
                <a:lnTo>
                  <a:pt x="1701771" y="1085673"/>
                </a:lnTo>
                <a:close/>
                <a:moveTo>
                  <a:pt x="2025383" y="1073023"/>
                </a:moveTo>
                <a:lnTo>
                  <a:pt x="2027673" y="1075235"/>
                </a:lnTo>
                <a:lnTo>
                  <a:pt x="2023398" y="1077217"/>
                </a:lnTo>
                <a:close/>
                <a:moveTo>
                  <a:pt x="2029648" y="1071043"/>
                </a:moveTo>
                <a:lnTo>
                  <a:pt x="2027673" y="1075234"/>
                </a:lnTo>
                <a:lnTo>
                  <a:pt x="2025383" y="1073023"/>
                </a:lnTo>
                <a:close/>
                <a:moveTo>
                  <a:pt x="8748527" y="1059688"/>
                </a:moveTo>
                <a:cubicBezTo>
                  <a:pt x="8748527" y="1059688"/>
                  <a:pt x="8750965" y="1062127"/>
                  <a:pt x="8750965" y="1062127"/>
                </a:cubicBezTo>
                <a:cubicBezTo>
                  <a:pt x="8746546" y="1066473"/>
                  <a:pt x="8742127" y="1070892"/>
                  <a:pt x="8737706" y="1075235"/>
                </a:cubicBezTo>
                <a:lnTo>
                  <a:pt x="8733439" y="1077216"/>
                </a:lnTo>
                <a:lnTo>
                  <a:pt x="8735420" y="1073023"/>
                </a:lnTo>
                <a:lnTo>
                  <a:pt x="8737694" y="1075221"/>
                </a:lnTo>
                <a:lnTo>
                  <a:pt x="8735421" y="1072948"/>
                </a:lnTo>
                <a:cubicBezTo>
                  <a:pt x="8739840" y="1068530"/>
                  <a:pt x="8744184" y="1064110"/>
                  <a:pt x="8748527" y="1059688"/>
                </a:cubicBezTo>
                <a:close/>
                <a:moveTo>
                  <a:pt x="5341472" y="1047115"/>
                </a:moveTo>
                <a:lnTo>
                  <a:pt x="5343758" y="1049325"/>
                </a:lnTo>
                <a:lnTo>
                  <a:pt x="5339491" y="1051306"/>
                </a:lnTo>
                <a:close/>
                <a:moveTo>
                  <a:pt x="8766053" y="1044677"/>
                </a:moveTo>
                <a:lnTo>
                  <a:pt x="8764072" y="1049171"/>
                </a:lnTo>
                <a:lnTo>
                  <a:pt x="8764072" y="1049172"/>
                </a:lnTo>
                <a:cubicBezTo>
                  <a:pt x="8759728" y="1053516"/>
                  <a:pt x="8755385" y="1057784"/>
                  <a:pt x="8751041" y="1062127"/>
                </a:cubicBezTo>
                <a:lnTo>
                  <a:pt x="8748603" y="1059688"/>
                </a:lnTo>
                <a:lnTo>
                  <a:pt x="8761481" y="1046657"/>
                </a:lnTo>
                <a:lnTo>
                  <a:pt x="8761480" y="1046657"/>
                </a:lnTo>
                <a:lnTo>
                  <a:pt x="8761483" y="1046657"/>
                </a:lnTo>
                <a:lnTo>
                  <a:pt x="8761557" y="1046581"/>
                </a:lnTo>
                <a:lnTo>
                  <a:pt x="8761587" y="1046612"/>
                </a:lnTo>
                <a:close/>
                <a:moveTo>
                  <a:pt x="7491836" y="1034161"/>
                </a:moveTo>
                <a:lnTo>
                  <a:pt x="7494122" y="1036372"/>
                </a:lnTo>
                <a:lnTo>
                  <a:pt x="7489855" y="1038353"/>
                </a:lnTo>
                <a:close/>
                <a:moveTo>
                  <a:pt x="2880371" y="1008256"/>
                </a:moveTo>
                <a:lnTo>
                  <a:pt x="2882662" y="1010466"/>
                </a:lnTo>
                <a:lnTo>
                  <a:pt x="2878387" y="1012446"/>
                </a:lnTo>
                <a:close/>
                <a:moveTo>
                  <a:pt x="3826092" y="1007874"/>
                </a:moveTo>
                <a:cubicBezTo>
                  <a:pt x="3826092" y="1007874"/>
                  <a:pt x="3828531" y="1010313"/>
                  <a:pt x="3828531" y="1010313"/>
                </a:cubicBezTo>
                <a:lnTo>
                  <a:pt x="3828607" y="1010313"/>
                </a:lnTo>
                <a:lnTo>
                  <a:pt x="3815309" y="1023382"/>
                </a:lnTo>
                <a:lnTo>
                  <a:pt x="3815348" y="1023419"/>
                </a:lnTo>
                <a:lnTo>
                  <a:pt x="3811081" y="1025400"/>
                </a:lnTo>
                <a:lnTo>
                  <a:pt x="3813062" y="1021209"/>
                </a:lnTo>
                <a:lnTo>
                  <a:pt x="3812986" y="1021133"/>
                </a:lnTo>
                <a:cubicBezTo>
                  <a:pt x="3817405" y="1016713"/>
                  <a:pt x="3821749" y="1012294"/>
                  <a:pt x="3826092" y="1007874"/>
                </a:cubicBezTo>
                <a:close/>
                <a:moveTo>
                  <a:pt x="3830589" y="1005970"/>
                </a:moveTo>
                <a:lnTo>
                  <a:pt x="3828607" y="1010313"/>
                </a:lnTo>
                <a:lnTo>
                  <a:pt x="3828607" y="1010313"/>
                </a:lnTo>
                <a:lnTo>
                  <a:pt x="3826245" y="1007949"/>
                </a:lnTo>
                <a:close/>
                <a:moveTo>
                  <a:pt x="7522393" y="1005893"/>
                </a:moveTo>
                <a:lnTo>
                  <a:pt x="7520488" y="1010388"/>
                </a:lnTo>
                <a:lnTo>
                  <a:pt x="7517908" y="1007809"/>
                </a:lnTo>
                <a:lnTo>
                  <a:pt x="7520412" y="1010387"/>
                </a:lnTo>
                <a:cubicBezTo>
                  <a:pt x="7516068" y="1014732"/>
                  <a:pt x="7511725" y="1018997"/>
                  <a:pt x="7507381" y="1023342"/>
                </a:cubicBezTo>
                <a:lnTo>
                  <a:pt x="7507343" y="1023304"/>
                </a:lnTo>
                <a:lnTo>
                  <a:pt x="7494123" y="1036373"/>
                </a:lnTo>
                <a:lnTo>
                  <a:pt x="7491837" y="1034086"/>
                </a:lnTo>
                <a:cubicBezTo>
                  <a:pt x="7496180" y="1029667"/>
                  <a:pt x="7500600" y="1025247"/>
                  <a:pt x="7504943" y="1020828"/>
                </a:cubicBezTo>
                <a:lnTo>
                  <a:pt x="7504981" y="1020865"/>
                </a:lnTo>
                <a:lnTo>
                  <a:pt x="7517897" y="1007796"/>
                </a:lnTo>
                <a:close/>
                <a:moveTo>
                  <a:pt x="5384983" y="1005816"/>
                </a:moveTo>
                <a:lnTo>
                  <a:pt x="5383078" y="1010388"/>
                </a:lnTo>
                <a:lnTo>
                  <a:pt x="5383039" y="1010349"/>
                </a:lnTo>
                <a:lnTo>
                  <a:pt x="5370048" y="1023265"/>
                </a:lnTo>
                <a:lnTo>
                  <a:pt x="5367721" y="1020939"/>
                </a:lnTo>
                <a:lnTo>
                  <a:pt x="5370124" y="1023342"/>
                </a:lnTo>
                <a:cubicBezTo>
                  <a:pt x="5365780" y="1027685"/>
                  <a:pt x="5361437" y="1031953"/>
                  <a:pt x="5357093" y="1036296"/>
                </a:cubicBezTo>
                <a:lnTo>
                  <a:pt x="5357016" y="1036219"/>
                </a:lnTo>
                <a:lnTo>
                  <a:pt x="5343759" y="1049325"/>
                </a:lnTo>
                <a:lnTo>
                  <a:pt x="5341473" y="1047039"/>
                </a:lnTo>
                <a:cubicBezTo>
                  <a:pt x="5345816" y="1042619"/>
                  <a:pt x="5350236" y="1038200"/>
                  <a:pt x="5354579" y="1033779"/>
                </a:cubicBezTo>
                <a:lnTo>
                  <a:pt x="5354655" y="1033857"/>
                </a:lnTo>
                <a:lnTo>
                  <a:pt x="5367609" y="1020828"/>
                </a:lnTo>
                <a:lnTo>
                  <a:pt x="5367533" y="1020751"/>
                </a:lnTo>
                <a:cubicBezTo>
                  <a:pt x="5371876" y="1016407"/>
                  <a:pt x="5376144" y="1012064"/>
                  <a:pt x="5380487" y="1007720"/>
                </a:cubicBezTo>
                <a:lnTo>
                  <a:pt x="5380540" y="1007776"/>
                </a:lnTo>
                <a:close/>
                <a:moveTo>
                  <a:pt x="2897890" y="993016"/>
                </a:moveTo>
                <a:lnTo>
                  <a:pt x="2895913" y="997358"/>
                </a:lnTo>
                <a:lnTo>
                  <a:pt x="2895913" y="997359"/>
                </a:lnTo>
                <a:cubicBezTo>
                  <a:pt x="2891493" y="1001703"/>
                  <a:pt x="2887080" y="1006122"/>
                  <a:pt x="2882664" y="1010466"/>
                </a:cubicBezTo>
                <a:lnTo>
                  <a:pt x="2880373" y="1008179"/>
                </a:lnTo>
                <a:cubicBezTo>
                  <a:pt x="2884717" y="1003761"/>
                  <a:pt x="2889134" y="999340"/>
                  <a:pt x="2893473" y="994921"/>
                </a:cubicBezTo>
                <a:lnTo>
                  <a:pt x="2893986" y="995433"/>
                </a:lnTo>
                <a:lnTo>
                  <a:pt x="2893550" y="994997"/>
                </a:lnTo>
                <a:close/>
                <a:moveTo>
                  <a:pt x="3864878" y="969396"/>
                </a:moveTo>
                <a:lnTo>
                  <a:pt x="3867164" y="971605"/>
                </a:lnTo>
                <a:lnTo>
                  <a:pt x="3862897" y="973586"/>
                </a:lnTo>
                <a:close/>
                <a:moveTo>
                  <a:pt x="2841501" y="969396"/>
                </a:moveTo>
                <a:lnTo>
                  <a:pt x="2843787" y="971605"/>
                </a:lnTo>
                <a:lnTo>
                  <a:pt x="2839524" y="973586"/>
                </a:lnTo>
                <a:close/>
                <a:moveTo>
                  <a:pt x="7815839" y="969090"/>
                </a:moveTo>
                <a:cubicBezTo>
                  <a:pt x="7815839" y="969090"/>
                  <a:pt x="7818278" y="971527"/>
                  <a:pt x="7818278" y="971527"/>
                </a:cubicBezTo>
                <a:cubicBezTo>
                  <a:pt x="7813858" y="975872"/>
                  <a:pt x="7809439" y="980291"/>
                  <a:pt x="7805019" y="984634"/>
                </a:cubicBezTo>
                <a:lnTo>
                  <a:pt x="7804967" y="984581"/>
                </a:lnTo>
                <a:lnTo>
                  <a:pt x="7800751" y="986538"/>
                </a:lnTo>
                <a:lnTo>
                  <a:pt x="7802732" y="982348"/>
                </a:lnTo>
                <a:lnTo>
                  <a:pt x="7802733" y="982348"/>
                </a:lnTo>
                <a:close/>
                <a:moveTo>
                  <a:pt x="3869147" y="967412"/>
                </a:moveTo>
                <a:lnTo>
                  <a:pt x="3867166" y="971605"/>
                </a:lnTo>
                <a:lnTo>
                  <a:pt x="3864880" y="969394"/>
                </a:lnTo>
                <a:close/>
                <a:moveTo>
                  <a:pt x="2845767" y="967412"/>
                </a:moveTo>
                <a:lnTo>
                  <a:pt x="2843788" y="971605"/>
                </a:lnTo>
                <a:lnTo>
                  <a:pt x="2841502" y="969394"/>
                </a:lnTo>
                <a:close/>
                <a:moveTo>
                  <a:pt x="7820259" y="967107"/>
                </a:moveTo>
                <a:lnTo>
                  <a:pt x="7818278" y="971451"/>
                </a:lnTo>
                <a:lnTo>
                  <a:pt x="7815839" y="969090"/>
                </a:lnTo>
                <a:close/>
                <a:moveTo>
                  <a:pt x="2310562" y="956137"/>
                </a:moveTo>
                <a:cubicBezTo>
                  <a:pt x="2310562" y="956137"/>
                  <a:pt x="2312925" y="958575"/>
                  <a:pt x="2312925" y="958575"/>
                </a:cubicBezTo>
                <a:cubicBezTo>
                  <a:pt x="2308505" y="962918"/>
                  <a:pt x="2304086" y="967337"/>
                  <a:pt x="2299666" y="971681"/>
                </a:cubicBezTo>
                <a:lnTo>
                  <a:pt x="2299638" y="971655"/>
                </a:lnTo>
                <a:lnTo>
                  <a:pt x="2295474" y="973586"/>
                </a:lnTo>
                <a:lnTo>
                  <a:pt x="2297432" y="969447"/>
                </a:lnTo>
                <a:lnTo>
                  <a:pt x="2297381" y="969396"/>
                </a:lnTo>
                <a:lnTo>
                  <a:pt x="2297456" y="969396"/>
                </a:lnTo>
                <a:lnTo>
                  <a:pt x="2297456" y="969396"/>
                </a:lnTo>
                <a:lnTo>
                  <a:pt x="2297456" y="969396"/>
                </a:lnTo>
                <a:cubicBezTo>
                  <a:pt x="2301801" y="964975"/>
                  <a:pt x="2306219" y="960556"/>
                  <a:pt x="2310562" y="956137"/>
                </a:cubicBezTo>
                <a:close/>
                <a:moveTo>
                  <a:pt x="3696479" y="943487"/>
                </a:moveTo>
                <a:lnTo>
                  <a:pt x="3698765" y="945697"/>
                </a:lnTo>
                <a:lnTo>
                  <a:pt x="3694497" y="947679"/>
                </a:lnTo>
                <a:close/>
                <a:moveTo>
                  <a:pt x="3700746" y="941506"/>
                </a:moveTo>
                <a:lnTo>
                  <a:pt x="3698766" y="945697"/>
                </a:lnTo>
                <a:lnTo>
                  <a:pt x="3696480" y="943487"/>
                </a:lnTo>
                <a:close/>
                <a:moveTo>
                  <a:pt x="2328012" y="941050"/>
                </a:moveTo>
                <a:lnTo>
                  <a:pt x="2326107" y="945545"/>
                </a:lnTo>
                <a:lnTo>
                  <a:pt x="2326098" y="945537"/>
                </a:lnTo>
                <a:lnTo>
                  <a:pt x="2326106" y="945545"/>
                </a:lnTo>
                <a:cubicBezTo>
                  <a:pt x="2321763" y="949889"/>
                  <a:pt x="2317344" y="954155"/>
                  <a:pt x="2313001" y="958499"/>
                </a:cubicBezTo>
                <a:lnTo>
                  <a:pt x="2310563" y="956060"/>
                </a:lnTo>
                <a:cubicBezTo>
                  <a:pt x="2314906" y="951717"/>
                  <a:pt x="2319173" y="947297"/>
                  <a:pt x="2323516" y="942955"/>
                </a:cubicBezTo>
                <a:lnTo>
                  <a:pt x="2323569" y="943007"/>
                </a:lnTo>
                <a:close/>
                <a:moveTo>
                  <a:pt x="4888082" y="917580"/>
                </a:moveTo>
                <a:lnTo>
                  <a:pt x="4890368" y="919790"/>
                </a:lnTo>
                <a:lnTo>
                  <a:pt x="4886101" y="921772"/>
                </a:lnTo>
                <a:close/>
                <a:moveTo>
                  <a:pt x="820798" y="917277"/>
                </a:moveTo>
                <a:cubicBezTo>
                  <a:pt x="820798" y="917277"/>
                  <a:pt x="823236" y="919715"/>
                  <a:pt x="823160" y="919715"/>
                </a:cubicBezTo>
                <a:cubicBezTo>
                  <a:pt x="818740" y="924059"/>
                  <a:pt x="814321" y="928477"/>
                  <a:pt x="809901" y="932821"/>
                </a:cubicBezTo>
                <a:lnTo>
                  <a:pt x="809873" y="932794"/>
                </a:lnTo>
                <a:lnTo>
                  <a:pt x="805709" y="934725"/>
                </a:lnTo>
                <a:lnTo>
                  <a:pt x="807666" y="930587"/>
                </a:lnTo>
                <a:lnTo>
                  <a:pt x="807615" y="930535"/>
                </a:lnTo>
                <a:lnTo>
                  <a:pt x="807690" y="930535"/>
                </a:lnTo>
                <a:lnTo>
                  <a:pt x="807690" y="930535"/>
                </a:lnTo>
                <a:lnTo>
                  <a:pt x="807691" y="930535"/>
                </a:lnTo>
                <a:lnTo>
                  <a:pt x="807691" y="930535"/>
                </a:lnTo>
                <a:cubicBezTo>
                  <a:pt x="812035" y="926115"/>
                  <a:pt x="816454" y="921697"/>
                  <a:pt x="820798" y="917277"/>
                </a:cubicBezTo>
                <a:close/>
                <a:moveTo>
                  <a:pt x="9050584" y="915600"/>
                </a:moveTo>
                <a:lnTo>
                  <a:pt x="9048602" y="919790"/>
                </a:lnTo>
                <a:lnTo>
                  <a:pt x="9048603" y="919790"/>
                </a:lnTo>
                <a:lnTo>
                  <a:pt x="9044335" y="921772"/>
                </a:lnTo>
                <a:lnTo>
                  <a:pt x="9046316" y="917580"/>
                </a:lnTo>
                <a:close/>
                <a:moveTo>
                  <a:pt x="825218" y="915296"/>
                </a:moveTo>
                <a:lnTo>
                  <a:pt x="823236" y="919639"/>
                </a:lnTo>
                <a:lnTo>
                  <a:pt x="820798" y="917277"/>
                </a:lnTo>
                <a:close/>
                <a:moveTo>
                  <a:pt x="276585" y="904627"/>
                </a:moveTo>
                <a:lnTo>
                  <a:pt x="278871" y="906839"/>
                </a:lnTo>
                <a:lnTo>
                  <a:pt x="274604" y="908819"/>
                </a:lnTo>
                <a:close/>
                <a:moveTo>
                  <a:pt x="280852" y="902648"/>
                </a:moveTo>
                <a:lnTo>
                  <a:pt x="278871" y="906837"/>
                </a:lnTo>
                <a:lnTo>
                  <a:pt x="276585" y="904627"/>
                </a:lnTo>
                <a:close/>
                <a:moveTo>
                  <a:pt x="4905608" y="902342"/>
                </a:moveTo>
                <a:lnTo>
                  <a:pt x="4903627" y="906684"/>
                </a:lnTo>
                <a:lnTo>
                  <a:pt x="4903628" y="906684"/>
                </a:lnTo>
                <a:cubicBezTo>
                  <a:pt x="4899208" y="911029"/>
                  <a:pt x="4894789" y="915448"/>
                  <a:pt x="4890369" y="919790"/>
                </a:cubicBezTo>
                <a:lnTo>
                  <a:pt x="4888083" y="917505"/>
                </a:lnTo>
                <a:cubicBezTo>
                  <a:pt x="4892426" y="913086"/>
                  <a:pt x="4896846" y="908666"/>
                  <a:pt x="4901189" y="904247"/>
                </a:cubicBezTo>
                <a:lnTo>
                  <a:pt x="4901265" y="904323"/>
                </a:lnTo>
                <a:close/>
                <a:moveTo>
                  <a:pt x="5255061" y="876742"/>
                </a:moveTo>
                <a:lnTo>
                  <a:pt x="5253080" y="880931"/>
                </a:lnTo>
                <a:lnTo>
                  <a:pt x="5253081" y="880931"/>
                </a:lnTo>
                <a:lnTo>
                  <a:pt x="5248814" y="882912"/>
                </a:lnTo>
                <a:lnTo>
                  <a:pt x="5250794" y="878722"/>
                </a:lnTo>
                <a:lnTo>
                  <a:pt x="5250794" y="878722"/>
                </a:lnTo>
                <a:close/>
                <a:moveTo>
                  <a:pt x="2103165" y="852819"/>
                </a:moveTo>
                <a:lnTo>
                  <a:pt x="2105451" y="855025"/>
                </a:lnTo>
                <a:lnTo>
                  <a:pt x="2101184" y="857005"/>
                </a:lnTo>
                <a:close/>
                <a:moveTo>
                  <a:pt x="5695498" y="850835"/>
                </a:moveTo>
                <a:lnTo>
                  <a:pt x="5693517" y="855025"/>
                </a:lnTo>
                <a:lnTo>
                  <a:pt x="5693516" y="855025"/>
                </a:lnTo>
                <a:lnTo>
                  <a:pt x="5689249" y="857005"/>
                </a:lnTo>
                <a:lnTo>
                  <a:pt x="5691230" y="852819"/>
                </a:lnTo>
                <a:lnTo>
                  <a:pt x="5693494" y="855005"/>
                </a:lnTo>
                <a:lnTo>
                  <a:pt x="5691231" y="852819"/>
                </a:lnTo>
                <a:close/>
                <a:moveTo>
                  <a:pt x="2107434" y="850835"/>
                </a:moveTo>
                <a:lnTo>
                  <a:pt x="2105453" y="855025"/>
                </a:lnTo>
                <a:lnTo>
                  <a:pt x="2103166" y="852819"/>
                </a:lnTo>
                <a:close/>
                <a:moveTo>
                  <a:pt x="3048915" y="839483"/>
                </a:moveTo>
                <a:cubicBezTo>
                  <a:pt x="3048915" y="839483"/>
                  <a:pt x="3051434" y="841997"/>
                  <a:pt x="3051434" y="841997"/>
                </a:cubicBezTo>
                <a:lnTo>
                  <a:pt x="3038388" y="854948"/>
                </a:lnTo>
                <a:cubicBezTo>
                  <a:pt x="3034001" y="859292"/>
                  <a:pt x="3029582" y="863713"/>
                  <a:pt x="3025156" y="868055"/>
                </a:cubicBezTo>
                <a:lnTo>
                  <a:pt x="3025106" y="868002"/>
                </a:lnTo>
                <a:lnTo>
                  <a:pt x="3020885" y="869962"/>
                </a:lnTo>
                <a:lnTo>
                  <a:pt x="3022868" y="865771"/>
                </a:lnTo>
                <a:lnTo>
                  <a:pt x="3024048" y="866913"/>
                </a:lnTo>
                <a:lnTo>
                  <a:pt x="3022943" y="865771"/>
                </a:lnTo>
                <a:lnTo>
                  <a:pt x="3022870" y="865771"/>
                </a:lnTo>
                <a:cubicBezTo>
                  <a:pt x="3027215" y="861350"/>
                  <a:pt x="3031647" y="856933"/>
                  <a:pt x="3035977" y="852512"/>
                </a:cubicBezTo>
                <a:lnTo>
                  <a:pt x="3037498" y="854059"/>
                </a:lnTo>
                <a:lnTo>
                  <a:pt x="3035977" y="852508"/>
                </a:lnTo>
                <a:cubicBezTo>
                  <a:pt x="3040293" y="848169"/>
                  <a:pt x="3044570" y="843825"/>
                  <a:pt x="3048915" y="839483"/>
                </a:cubicBezTo>
                <a:close/>
                <a:moveTo>
                  <a:pt x="6636872" y="826908"/>
                </a:moveTo>
                <a:lnTo>
                  <a:pt x="6639158" y="829112"/>
                </a:lnTo>
                <a:lnTo>
                  <a:pt x="6634891" y="831099"/>
                </a:lnTo>
                <a:close/>
                <a:moveTo>
                  <a:pt x="1766329" y="826908"/>
                </a:moveTo>
                <a:lnTo>
                  <a:pt x="1768613" y="829112"/>
                </a:lnTo>
                <a:lnTo>
                  <a:pt x="1764347" y="831099"/>
                </a:lnTo>
                <a:close/>
                <a:moveTo>
                  <a:pt x="4477821" y="824928"/>
                </a:moveTo>
                <a:lnTo>
                  <a:pt x="4475840" y="829109"/>
                </a:lnTo>
                <a:lnTo>
                  <a:pt x="4475841" y="829112"/>
                </a:lnTo>
                <a:lnTo>
                  <a:pt x="4471574" y="831099"/>
                </a:lnTo>
                <a:lnTo>
                  <a:pt x="4473555" y="826908"/>
                </a:lnTo>
                <a:lnTo>
                  <a:pt x="4473554" y="826908"/>
                </a:lnTo>
                <a:close/>
                <a:moveTo>
                  <a:pt x="1770595" y="824928"/>
                </a:moveTo>
                <a:lnTo>
                  <a:pt x="1768615" y="829109"/>
                </a:lnTo>
                <a:lnTo>
                  <a:pt x="1766331" y="826908"/>
                </a:lnTo>
                <a:close/>
                <a:moveTo>
                  <a:pt x="3074830" y="813500"/>
                </a:moveTo>
                <a:cubicBezTo>
                  <a:pt x="3074830" y="813500"/>
                  <a:pt x="3077424" y="816086"/>
                  <a:pt x="3077424" y="816086"/>
                </a:cubicBezTo>
                <a:cubicBezTo>
                  <a:pt x="3073078" y="820432"/>
                  <a:pt x="3068734" y="824700"/>
                  <a:pt x="3064467" y="829034"/>
                </a:cubicBezTo>
                <a:lnTo>
                  <a:pt x="3064427" y="829000"/>
                </a:lnTo>
                <a:lnTo>
                  <a:pt x="3051435" y="841921"/>
                </a:lnTo>
                <a:lnTo>
                  <a:pt x="3048916" y="839408"/>
                </a:lnTo>
                <a:cubicBezTo>
                  <a:pt x="3053262" y="835060"/>
                  <a:pt x="3057530" y="830717"/>
                  <a:pt x="3061876" y="826373"/>
                </a:cubicBezTo>
                <a:lnTo>
                  <a:pt x="3061914" y="826411"/>
                </a:lnTo>
                <a:close/>
                <a:moveTo>
                  <a:pt x="6654398" y="811670"/>
                </a:moveTo>
                <a:lnTo>
                  <a:pt x="6652418" y="816006"/>
                </a:lnTo>
                <a:lnTo>
                  <a:pt x="6652418" y="816006"/>
                </a:lnTo>
                <a:cubicBezTo>
                  <a:pt x="6647998" y="820356"/>
                  <a:pt x="6643579" y="824777"/>
                  <a:pt x="6639159" y="829112"/>
                </a:cubicBezTo>
                <a:lnTo>
                  <a:pt x="6636873" y="826830"/>
                </a:lnTo>
                <a:cubicBezTo>
                  <a:pt x="6641216" y="822413"/>
                  <a:pt x="6645636" y="817998"/>
                  <a:pt x="6649979" y="813573"/>
                </a:cubicBezTo>
                <a:lnTo>
                  <a:pt x="6650055" y="813651"/>
                </a:lnTo>
                <a:close/>
                <a:moveTo>
                  <a:pt x="3079407" y="811517"/>
                </a:moveTo>
                <a:lnTo>
                  <a:pt x="3077424" y="816086"/>
                </a:lnTo>
                <a:lnTo>
                  <a:pt x="3074831" y="813423"/>
                </a:lnTo>
                <a:close/>
                <a:moveTo>
                  <a:pt x="3631713" y="801008"/>
                </a:moveTo>
                <a:lnTo>
                  <a:pt x="3633997" y="803218"/>
                </a:lnTo>
                <a:lnTo>
                  <a:pt x="3629735" y="805195"/>
                </a:lnTo>
                <a:close/>
                <a:moveTo>
                  <a:pt x="8338114" y="786063"/>
                </a:moveTo>
                <a:lnTo>
                  <a:pt x="8336133" y="790262"/>
                </a:lnTo>
                <a:lnTo>
                  <a:pt x="8336133" y="790262"/>
                </a:lnTo>
                <a:lnTo>
                  <a:pt x="8331865" y="792238"/>
                </a:lnTo>
                <a:lnTo>
                  <a:pt x="8333846" y="788053"/>
                </a:lnTo>
                <a:lnTo>
                  <a:pt x="8333847" y="788053"/>
                </a:lnTo>
                <a:close/>
                <a:moveTo>
                  <a:pt x="1926033" y="786063"/>
                </a:moveTo>
                <a:lnTo>
                  <a:pt x="1924052" y="790263"/>
                </a:lnTo>
                <a:lnTo>
                  <a:pt x="1924052" y="790262"/>
                </a:lnTo>
                <a:lnTo>
                  <a:pt x="1919786" y="792238"/>
                </a:lnTo>
                <a:lnTo>
                  <a:pt x="1921767" y="788053"/>
                </a:lnTo>
                <a:close/>
                <a:moveTo>
                  <a:pt x="872464" y="775095"/>
                </a:moveTo>
                <a:lnTo>
                  <a:pt x="874750" y="777303"/>
                </a:lnTo>
                <a:lnTo>
                  <a:pt x="870483" y="779281"/>
                </a:lnTo>
                <a:close/>
                <a:moveTo>
                  <a:pt x="3662264" y="772734"/>
                </a:moveTo>
                <a:lnTo>
                  <a:pt x="3660310" y="777173"/>
                </a:lnTo>
                <a:lnTo>
                  <a:pt x="3660364" y="777227"/>
                </a:lnTo>
                <a:cubicBezTo>
                  <a:pt x="3656017" y="781576"/>
                  <a:pt x="3651677" y="785833"/>
                  <a:pt x="3647326" y="790186"/>
                </a:cubicBezTo>
                <a:lnTo>
                  <a:pt x="3647250" y="790110"/>
                </a:lnTo>
                <a:lnTo>
                  <a:pt x="3633998" y="803218"/>
                </a:lnTo>
                <a:lnTo>
                  <a:pt x="3631715" y="800934"/>
                </a:lnTo>
                <a:cubicBezTo>
                  <a:pt x="3636129" y="796500"/>
                  <a:pt x="3640475" y="792088"/>
                  <a:pt x="3644820" y="787670"/>
                </a:cubicBezTo>
                <a:lnTo>
                  <a:pt x="3644894" y="787746"/>
                </a:lnTo>
                <a:lnTo>
                  <a:pt x="3657842" y="774715"/>
                </a:lnTo>
                <a:lnTo>
                  <a:pt x="3657768" y="774635"/>
                </a:lnTo>
                <a:close/>
                <a:moveTo>
                  <a:pt x="8286602" y="759856"/>
                </a:moveTo>
                <a:lnTo>
                  <a:pt x="8284621" y="764206"/>
                </a:lnTo>
                <a:lnTo>
                  <a:pt x="8271363" y="777303"/>
                </a:lnTo>
                <a:lnTo>
                  <a:pt x="8271363" y="777303"/>
                </a:lnTo>
                <a:lnTo>
                  <a:pt x="8267095" y="779281"/>
                </a:lnTo>
                <a:lnTo>
                  <a:pt x="8269076" y="775093"/>
                </a:lnTo>
                <a:lnTo>
                  <a:pt x="8271325" y="777267"/>
                </a:lnTo>
                <a:lnTo>
                  <a:pt x="8269076" y="775018"/>
                </a:lnTo>
                <a:cubicBezTo>
                  <a:pt x="8273420" y="770601"/>
                  <a:pt x="8277839" y="766183"/>
                  <a:pt x="8282183" y="761761"/>
                </a:cubicBezTo>
                <a:lnTo>
                  <a:pt x="8282236" y="761816"/>
                </a:lnTo>
                <a:close/>
                <a:moveTo>
                  <a:pt x="889991" y="759856"/>
                </a:moveTo>
                <a:lnTo>
                  <a:pt x="888010" y="764206"/>
                </a:lnTo>
                <a:lnTo>
                  <a:pt x="888010" y="764206"/>
                </a:lnTo>
                <a:cubicBezTo>
                  <a:pt x="883590" y="768544"/>
                  <a:pt x="879171" y="772964"/>
                  <a:pt x="874751" y="777303"/>
                </a:cubicBezTo>
                <a:lnTo>
                  <a:pt x="872465" y="775018"/>
                </a:lnTo>
                <a:cubicBezTo>
                  <a:pt x="876808" y="770601"/>
                  <a:pt x="881228" y="766183"/>
                  <a:pt x="885571" y="761761"/>
                </a:cubicBezTo>
                <a:lnTo>
                  <a:pt x="885648" y="761838"/>
                </a:lnTo>
                <a:close/>
                <a:moveTo>
                  <a:pt x="8657849" y="735934"/>
                </a:moveTo>
                <a:cubicBezTo>
                  <a:pt x="8657849" y="735934"/>
                  <a:pt x="8660288" y="738372"/>
                  <a:pt x="8660288" y="738372"/>
                </a:cubicBezTo>
                <a:cubicBezTo>
                  <a:pt x="8655868" y="742716"/>
                  <a:pt x="8651449" y="747135"/>
                  <a:pt x="8647029" y="751477"/>
                </a:cubicBezTo>
                <a:lnTo>
                  <a:pt x="8646976" y="751425"/>
                </a:lnTo>
                <a:lnTo>
                  <a:pt x="8642761" y="753380"/>
                </a:lnTo>
                <a:lnTo>
                  <a:pt x="8644742" y="749191"/>
                </a:lnTo>
                <a:lnTo>
                  <a:pt x="8644743" y="749193"/>
                </a:lnTo>
                <a:close/>
                <a:moveTo>
                  <a:pt x="8662269" y="733950"/>
                </a:moveTo>
                <a:lnTo>
                  <a:pt x="8660288" y="738295"/>
                </a:lnTo>
                <a:lnTo>
                  <a:pt x="8657849" y="735934"/>
                </a:lnTo>
                <a:close/>
                <a:moveTo>
                  <a:pt x="1524898" y="733876"/>
                </a:moveTo>
                <a:lnTo>
                  <a:pt x="1522921" y="738372"/>
                </a:lnTo>
                <a:lnTo>
                  <a:pt x="1522919" y="738372"/>
                </a:lnTo>
                <a:lnTo>
                  <a:pt x="1509907" y="751324"/>
                </a:lnTo>
                <a:cubicBezTo>
                  <a:pt x="1505491" y="755667"/>
                  <a:pt x="1501072" y="760085"/>
                  <a:pt x="1496652" y="764442"/>
                </a:cubicBezTo>
                <a:lnTo>
                  <a:pt x="1496599" y="764393"/>
                </a:lnTo>
                <a:lnTo>
                  <a:pt x="1492383" y="766335"/>
                </a:lnTo>
                <a:lnTo>
                  <a:pt x="1494364" y="762143"/>
                </a:lnTo>
                <a:lnTo>
                  <a:pt x="1494399" y="762177"/>
                </a:lnTo>
                <a:lnTo>
                  <a:pt x="1494367" y="762143"/>
                </a:lnTo>
                <a:cubicBezTo>
                  <a:pt x="1498786" y="757723"/>
                  <a:pt x="1503130" y="753306"/>
                  <a:pt x="1507471" y="748888"/>
                </a:cubicBezTo>
                <a:lnTo>
                  <a:pt x="1508984" y="750402"/>
                </a:lnTo>
                <a:lnTo>
                  <a:pt x="1507471" y="748887"/>
                </a:lnTo>
                <a:cubicBezTo>
                  <a:pt x="1511808" y="744545"/>
                  <a:pt x="1516071" y="740202"/>
                  <a:pt x="1520408" y="735858"/>
                </a:cubicBezTo>
                <a:lnTo>
                  <a:pt x="1522918" y="738372"/>
                </a:lnTo>
                <a:lnTo>
                  <a:pt x="1520408" y="735782"/>
                </a:lnTo>
                <a:close/>
                <a:moveTo>
                  <a:pt x="6727550" y="723285"/>
                </a:moveTo>
                <a:lnTo>
                  <a:pt x="6729836" y="725494"/>
                </a:lnTo>
                <a:lnTo>
                  <a:pt x="6725569" y="727479"/>
                </a:lnTo>
                <a:close/>
                <a:moveTo>
                  <a:pt x="6731818" y="721302"/>
                </a:moveTo>
                <a:lnTo>
                  <a:pt x="6729837" y="725494"/>
                </a:lnTo>
                <a:lnTo>
                  <a:pt x="6727551" y="723285"/>
                </a:lnTo>
                <a:close/>
                <a:moveTo>
                  <a:pt x="30468" y="710340"/>
                </a:moveTo>
                <a:lnTo>
                  <a:pt x="32754" y="712548"/>
                </a:lnTo>
                <a:lnTo>
                  <a:pt x="28487" y="714526"/>
                </a:lnTo>
                <a:close/>
                <a:moveTo>
                  <a:pt x="34736" y="708363"/>
                </a:moveTo>
                <a:lnTo>
                  <a:pt x="32756" y="712547"/>
                </a:lnTo>
                <a:lnTo>
                  <a:pt x="30470" y="710339"/>
                </a:lnTo>
                <a:close/>
                <a:moveTo>
                  <a:pt x="9050584" y="682442"/>
                </a:moveTo>
                <a:lnTo>
                  <a:pt x="9048602" y="686633"/>
                </a:lnTo>
                <a:lnTo>
                  <a:pt x="9048603" y="686633"/>
                </a:lnTo>
                <a:lnTo>
                  <a:pt x="9044335" y="688614"/>
                </a:lnTo>
                <a:lnTo>
                  <a:pt x="9046316" y="684421"/>
                </a:lnTo>
                <a:lnTo>
                  <a:pt x="9046316" y="684422"/>
                </a:lnTo>
                <a:close/>
                <a:moveTo>
                  <a:pt x="5600705" y="671167"/>
                </a:moveTo>
                <a:cubicBezTo>
                  <a:pt x="5600705" y="671167"/>
                  <a:pt x="5603143" y="673605"/>
                  <a:pt x="5603143" y="673605"/>
                </a:cubicBezTo>
                <a:cubicBezTo>
                  <a:pt x="5598723" y="677951"/>
                  <a:pt x="5594304" y="682365"/>
                  <a:pt x="5589884" y="686712"/>
                </a:cubicBezTo>
                <a:lnTo>
                  <a:pt x="5589831" y="686662"/>
                </a:lnTo>
                <a:lnTo>
                  <a:pt x="5585617" y="688614"/>
                </a:lnTo>
                <a:lnTo>
                  <a:pt x="5587598" y="684422"/>
                </a:lnTo>
                <a:lnTo>
                  <a:pt x="5587598" y="684422"/>
                </a:lnTo>
                <a:close/>
                <a:moveTo>
                  <a:pt x="5605124" y="669187"/>
                </a:moveTo>
                <a:lnTo>
                  <a:pt x="5603143" y="673529"/>
                </a:lnTo>
                <a:lnTo>
                  <a:pt x="5600705" y="671167"/>
                </a:lnTo>
                <a:close/>
                <a:moveTo>
                  <a:pt x="3916705" y="619650"/>
                </a:moveTo>
                <a:lnTo>
                  <a:pt x="3918991" y="621860"/>
                </a:lnTo>
                <a:lnTo>
                  <a:pt x="3914723" y="623842"/>
                </a:lnTo>
                <a:close/>
                <a:moveTo>
                  <a:pt x="3398552" y="619650"/>
                </a:moveTo>
                <a:lnTo>
                  <a:pt x="3400840" y="621860"/>
                </a:lnTo>
                <a:lnTo>
                  <a:pt x="3396574" y="623842"/>
                </a:lnTo>
                <a:close/>
                <a:moveTo>
                  <a:pt x="3920973" y="617668"/>
                </a:moveTo>
                <a:lnTo>
                  <a:pt x="3918993" y="621860"/>
                </a:lnTo>
                <a:lnTo>
                  <a:pt x="3916706" y="619650"/>
                </a:lnTo>
                <a:close/>
                <a:moveTo>
                  <a:pt x="1999484" y="606694"/>
                </a:moveTo>
                <a:lnTo>
                  <a:pt x="2001770" y="608905"/>
                </a:lnTo>
                <a:lnTo>
                  <a:pt x="1997503" y="610886"/>
                </a:lnTo>
                <a:close/>
                <a:moveTo>
                  <a:pt x="7155032" y="606694"/>
                </a:moveTo>
                <a:lnTo>
                  <a:pt x="7157318" y="608904"/>
                </a:lnTo>
                <a:lnTo>
                  <a:pt x="7153051" y="610886"/>
                </a:lnTo>
                <a:close/>
                <a:moveTo>
                  <a:pt x="8541263" y="606389"/>
                </a:moveTo>
                <a:cubicBezTo>
                  <a:pt x="8541263" y="606389"/>
                  <a:pt x="8543701" y="608828"/>
                  <a:pt x="8543701" y="608828"/>
                </a:cubicBezTo>
                <a:cubicBezTo>
                  <a:pt x="8539282" y="613172"/>
                  <a:pt x="8534862" y="617592"/>
                  <a:pt x="8530442" y="621937"/>
                </a:cubicBezTo>
                <a:lnTo>
                  <a:pt x="8530390" y="621884"/>
                </a:lnTo>
                <a:lnTo>
                  <a:pt x="8526175" y="623841"/>
                </a:lnTo>
                <a:lnTo>
                  <a:pt x="8528156" y="619649"/>
                </a:lnTo>
                <a:lnTo>
                  <a:pt x="8528157" y="619650"/>
                </a:lnTo>
                <a:close/>
                <a:moveTo>
                  <a:pt x="3411662" y="606312"/>
                </a:moveTo>
                <a:lnTo>
                  <a:pt x="3411738" y="606389"/>
                </a:lnTo>
                <a:lnTo>
                  <a:pt x="3411738" y="606312"/>
                </a:lnTo>
                <a:lnTo>
                  <a:pt x="3411776" y="606350"/>
                </a:lnTo>
                <a:lnTo>
                  <a:pt x="3411738" y="606389"/>
                </a:lnTo>
                <a:lnTo>
                  <a:pt x="3414099" y="608751"/>
                </a:lnTo>
                <a:cubicBezTo>
                  <a:pt x="3409680" y="613095"/>
                  <a:pt x="3405261" y="617515"/>
                  <a:pt x="3400841" y="621860"/>
                </a:cubicBezTo>
                <a:lnTo>
                  <a:pt x="3398554" y="619574"/>
                </a:lnTo>
                <a:cubicBezTo>
                  <a:pt x="3402896" y="615153"/>
                  <a:pt x="3407318" y="610733"/>
                  <a:pt x="3411662" y="606312"/>
                </a:cubicBezTo>
                <a:close/>
                <a:moveTo>
                  <a:pt x="2003750" y="604713"/>
                </a:moveTo>
                <a:lnTo>
                  <a:pt x="2001770" y="608904"/>
                </a:lnTo>
                <a:lnTo>
                  <a:pt x="1999484" y="606694"/>
                </a:lnTo>
                <a:close/>
                <a:moveTo>
                  <a:pt x="8752642" y="604712"/>
                </a:moveTo>
                <a:lnTo>
                  <a:pt x="8750660" y="608904"/>
                </a:lnTo>
                <a:lnTo>
                  <a:pt x="8750661" y="608904"/>
                </a:lnTo>
                <a:lnTo>
                  <a:pt x="8746393" y="610886"/>
                </a:lnTo>
                <a:lnTo>
                  <a:pt x="8748374" y="606694"/>
                </a:lnTo>
                <a:lnTo>
                  <a:pt x="8749669" y="607946"/>
                </a:lnTo>
                <a:lnTo>
                  <a:pt x="8748374" y="606693"/>
                </a:lnTo>
                <a:close/>
                <a:moveTo>
                  <a:pt x="7159300" y="604712"/>
                </a:moveTo>
                <a:lnTo>
                  <a:pt x="7157319" y="608904"/>
                </a:lnTo>
                <a:lnTo>
                  <a:pt x="7155033" y="606694"/>
                </a:lnTo>
                <a:close/>
                <a:moveTo>
                  <a:pt x="8558713" y="591375"/>
                </a:moveTo>
                <a:lnTo>
                  <a:pt x="8556731" y="595796"/>
                </a:lnTo>
                <a:lnTo>
                  <a:pt x="8543701" y="608752"/>
                </a:lnTo>
                <a:cubicBezTo>
                  <a:pt x="8543701" y="608752"/>
                  <a:pt x="8541263" y="606312"/>
                  <a:pt x="8541263" y="606312"/>
                </a:cubicBezTo>
                <a:cubicBezTo>
                  <a:pt x="8545606" y="601968"/>
                  <a:pt x="8549874" y="597624"/>
                  <a:pt x="8554217" y="593280"/>
                </a:cubicBezTo>
                <a:close/>
                <a:moveTo>
                  <a:pt x="1753381" y="580782"/>
                </a:moveTo>
                <a:lnTo>
                  <a:pt x="1755667" y="582992"/>
                </a:lnTo>
                <a:lnTo>
                  <a:pt x="1751399" y="584974"/>
                </a:lnTo>
                <a:close/>
                <a:moveTo>
                  <a:pt x="1757650" y="578799"/>
                </a:moveTo>
                <a:lnTo>
                  <a:pt x="1755669" y="582992"/>
                </a:lnTo>
                <a:lnTo>
                  <a:pt x="1753383" y="580781"/>
                </a:lnTo>
                <a:close/>
                <a:moveTo>
                  <a:pt x="3442124" y="578343"/>
                </a:moveTo>
                <a:lnTo>
                  <a:pt x="3440147" y="582916"/>
                </a:lnTo>
                <a:lnTo>
                  <a:pt x="3440109" y="582876"/>
                </a:lnTo>
                <a:lnTo>
                  <a:pt x="3427166" y="595758"/>
                </a:lnTo>
                <a:lnTo>
                  <a:pt x="3427203" y="595796"/>
                </a:lnTo>
                <a:cubicBezTo>
                  <a:pt x="3422860" y="600139"/>
                  <a:pt x="3418521" y="604407"/>
                  <a:pt x="3414176" y="608752"/>
                </a:cubicBezTo>
                <a:lnTo>
                  <a:pt x="3411776" y="606350"/>
                </a:lnTo>
                <a:lnTo>
                  <a:pt x="3424651" y="593318"/>
                </a:lnTo>
                <a:lnTo>
                  <a:pt x="3424613" y="593280"/>
                </a:lnTo>
                <a:cubicBezTo>
                  <a:pt x="3428956" y="588936"/>
                  <a:pt x="3433221" y="584592"/>
                  <a:pt x="3437560" y="580248"/>
                </a:cubicBezTo>
                <a:close/>
                <a:moveTo>
                  <a:pt x="4111011" y="528969"/>
                </a:moveTo>
                <a:lnTo>
                  <a:pt x="4113297" y="531179"/>
                </a:lnTo>
                <a:lnTo>
                  <a:pt x="4109031" y="533159"/>
                </a:lnTo>
                <a:close/>
                <a:moveTo>
                  <a:pt x="2880467" y="528589"/>
                </a:moveTo>
                <a:cubicBezTo>
                  <a:pt x="2880467" y="528589"/>
                  <a:pt x="2882909" y="531026"/>
                  <a:pt x="2882909" y="531026"/>
                </a:cubicBezTo>
                <a:lnTo>
                  <a:pt x="2882984" y="531026"/>
                </a:lnTo>
                <a:lnTo>
                  <a:pt x="2869662" y="544095"/>
                </a:lnTo>
                <a:lnTo>
                  <a:pt x="2869701" y="544132"/>
                </a:lnTo>
                <a:lnTo>
                  <a:pt x="2865439" y="546113"/>
                </a:lnTo>
                <a:lnTo>
                  <a:pt x="2867416" y="541922"/>
                </a:lnTo>
                <a:lnTo>
                  <a:pt x="2867341" y="541847"/>
                </a:lnTo>
                <a:cubicBezTo>
                  <a:pt x="2871687" y="537427"/>
                  <a:pt x="2876115" y="533008"/>
                  <a:pt x="2880467" y="528589"/>
                </a:cubicBezTo>
                <a:close/>
                <a:moveTo>
                  <a:pt x="4115279" y="526987"/>
                </a:moveTo>
                <a:lnTo>
                  <a:pt x="4113299" y="531179"/>
                </a:lnTo>
                <a:lnTo>
                  <a:pt x="4111012" y="528969"/>
                </a:lnTo>
                <a:close/>
                <a:moveTo>
                  <a:pt x="2504872" y="515709"/>
                </a:moveTo>
                <a:cubicBezTo>
                  <a:pt x="2504872" y="515709"/>
                  <a:pt x="2507234" y="518147"/>
                  <a:pt x="2507234" y="518147"/>
                </a:cubicBezTo>
                <a:cubicBezTo>
                  <a:pt x="2502814" y="522493"/>
                  <a:pt x="2498396" y="526912"/>
                  <a:pt x="2493976" y="531256"/>
                </a:cubicBezTo>
                <a:lnTo>
                  <a:pt x="2493947" y="531227"/>
                </a:lnTo>
                <a:lnTo>
                  <a:pt x="2489785" y="533159"/>
                </a:lnTo>
                <a:lnTo>
                  <a:pt x="2491741" y="529021"/>
                </a:lnTo>
                <a:lnTo>
                  <a:pt x="2491690" y="528971"/>
                </a:lnTo>
                <a:lnTo>
                  <a:pt x="2491765" y="528971"/>
                </a:lnTo>
                <a:lnTo>
                  <a:pt x="2491766" y="528969"/>
                </a:lnTo>
                <a:lnTo>
                  <a:pt x="2491766" y="528971"/>
                </a:lnTo>
                <a:close/>
                <a:moveTo>
                  <a:pt x="2897984" y="513652"/>
                </a:moveTo>
                <a:lnTo>
                  <a:pt x="2896005" y="518070"/>
                </a:lnTo>
                <a:lnTo>
                  <a:pt x="2896005" y="518071"/>
                </a:lnTo>
                <a:cubicBezTo>
                  <a:pt x="2891663" y="522416"/>
                  <a:pt x="2887324" y="526683"/>
                  <a:pt x="2882984" y="531026"/>
                </a:cubicBezTo>
                <a:lnTo>
                  <a:pt x="2880544" y="528589"/>
                </a:lnTo>
                <a:cubicBezTo>
                  <a:pt x="2884886" y="524246"/>
                  <a:pt x="2889152" y="519901"/>
                  <a:pt x="2893489" y="515556"/>
                </a:cubicBezTo>
                <a:lnTo>
                  <a:pt x="2893489" y="515556"/>
                </a:lnTo>
                <a:close/>
                <a:moveTo>
                  <a:pt x="2522322" y="500700"/>
                </a:moveTo>
                <a:lnTo>
                  <a:pt x="2520340" y="505120"/>
                </a:lnTo>
                <a:lnTo>
                  <a:pt x="2520340" y="505121"/>
                </a:lnTo>
                <a:cubicBezTo>
                  <a:pt x="2515997" y="509464"/>
                  <a:pt x="2511654" y="513729"/>
                  <a:pt x="2507310" y="518071"/>
                </a:cubicBezTo>
                <a:lnTo>
                  <a:pt x="2504873" y="515633"/>
                </a:lnTo>
                <a:cubicBezTo>
                  <a:pt x="2509215" y="511292"/>
                  <a:pt x="2513483" y="506948"/>
                  <a:pt x="2517825" y="502605"/>
                </a:cubicBezTo>
                <a:lnTo>
                  <a:pt x="2517826" y="502605"/>
                </a:lnTo>
                <a:close/>
                <a:moveTo>
                  <a:pt x="8869609" y="500624"/>
                </a:moveTo>
                <a:lnTo>
                  <a:pt x="8867704" y="505197"/>
                </a:lnTo>
                <a:lnTo>
                  <a:pt x="8867666" y="505159"/>
                </a:lnTo>
                <a:lnTo>
                  <a:pt x="8854674" y="518071"/>
                </a:lnTo>
                <a:lnTo>
                  <a:pt x="8854750" y="518147"/>
                </a:lnTo>
                <a:cubicBezTo>
                  <a:pt x="8850406" y="522492"/>
                  <a:pt x="8846063" y="526759"/>
                  <a:pt x="8841719" y="531103"/>
                </a:cubicBezTo>
                <a:lnTo>
                  <a:pt x="8841643" y="531026"/>
                </a:lnTo>
                <a:lnTo>
                  <a:pt x="8828385" y="544131"/>
                </a:lnTo>
                <a:lnTo>
                  <a:pt x="8828385" y="544132"/>
                </a:lnTo>
                <a:lnTo>
                  <a:pt x="8824118" y="546113"/>
                </a:lnTo>
                <a:lnTo>
                  <a:pt x="8826099" y="541922"/>
                </a:lnTo>
                <a:lnTo>
                  <a:pt x="8828352" y="544100"/>
                </a:lnTo>
                <a:lnTo>
                  <a:pt x="8826099" y="541846"/>
                </a:lnTo>
                <a:cubicBezTo>
                  <a:pt x="8830442" y="537427"/>
                  <a:pt x="8834861" y="533008"/>
                  <a:pt x="8839205" y="528589"/>
                </a:cubicBezTo>
                <a:lnTo>
                  <a:pt x="8840944" y="530328"/>
                </a:lnTo>
                <a:lnTo>
                  <a:pt x="8839281" y="528664"/>
                </a:lnTo>
                <a:lnTo>
                  <a:pt x="8852235" y="515632"/>
                </a:lnTo>
                <a:lnTo>
                  <a:pt x="8852159" y="515556"/>
                </a:lnTo>
                <a:cubicBezTo>
                  <a:pt x="8856503" y="511216"/>
                  <a:pt x="8860770" y="506873"/>
                  <a:pt x="8865114" y="502529"/>
                </a:cubicBezTo>
                <a:lnTo>
                  <a:pt x="8865167" y="502582"/>
                </a:lnTo>
                <a:close/>
                <a:moveTo>
                  <a:pt x="1296006" y="496279"/>
                </a:moveTo>
                <a:lnTo>
                  <a:pt x="1295938" y="497572"/>
                </a:lnTo>
                <a:lnTo>
                  <a:pt x="1294794" y="497572"/>
                </a:lnTo>
                <a:lnTo>
                  <a:pt x="1294794" y="497575"/>
                </a:lnTo>
                <a:lnTo>
                  <a:pt x="1294739" y="497651"/>
                </a:lnTo>
                <a:lnTo>
                  <a:pt x="1296164" y="497651"/>
                </a:lnTo>
                <a:lnTo>
                  <a:pt x="1296164" y="496279"/>
                </a:lnTo>
                <a:close/>
                <a:moveTo>
                  <a:pt x="1313315" y="485381"/>
                </a:moveTo>
                <a:lnTo>
                  <a:pt x="1313344" y="485436"/>
                </a:lnTo>
                <a:lnTo>
                  <a:pt x="1313315" y="485458"/>
                </a:lnTo>
                <a:close/>
                <a:moveTo>
                  <a:pt x="1303025" y="485153"/>
                </a:moveTo>
                <a:cubicBezTo>
                  <a:pt x="1306454" y="485305"/>
                  <a:pt x="1309885" y="485458"/>
                  <a:pt x="1313315" y="485458"/>
                </a:cubicBezTo>
                <a:cubicBezTo>
                  <a:pt x="1314152" y="487590"/>
                  <a:pt x="1315221" y="489572"/>
                  <a:pt x="1316515" y="491401"/>
                </a:cubicBezTo>
                <a:cubicBezTo>
                  <a:pt x="1311485" y="495823"/>
                  <a:pt x="1306380" y="500320"/>
                  <a:pt x="1301271" y="504817"/>
                </a:cubicBezTo>
                <a:lnTo>
                  <a:pt x="1301269" y="504816"/>
                </a:lnTo>
                <a:lnTo>
                  <a:pt x="1289610" y="504816"/>
                </a:lnTo>
                <a:lnTo>
                  <a:pt x="1289665" y="504739"/>
                </a:lnTo>
                <a:lnTo>
                  <a:pt x="1289610" y="504739"/>
                </a:lnTo>
                <a:cubicBezTo>
                  <a:pt x="1288011" y="501844"/>
                  <a:pt x="1286107" y="499024"/>
                  <a:pt x="1285038" y="495975"/>
                </a:cubicBezTo>
                <a:lnTo>
                  <a:pt x="1288163" y="492179"/>
                </a:lnTo>
                <a:lnTo>
                  <a:pt x="1288163" y="492164"/>
                </a:lnTo>
                <a:lnTo>
                  <a:pt x="1288184" y="492154"/>
                </a:lnTo>
                <a:lnTo>
                  <a:pt x="1288240" y="492088"/>
                </a:lnTo>
                <a:lnTo>
                  <a:pt x="1288277" y="492111"/>
                </a:lnTo>
                <a:lnTo>
                  <a:pt x="1302949" y="485229"/>
                </a:lnTo>
                <a:lnTo>
                  <a:pt x="1296228" y="496180"/>
                </a:lnTo>
                <a:lnTo>
                  <a:pt x="1303025" y="485229"/>
                </a:lnTo>
                <a:close/>
                <a:moveTo>
                  <a:pt x="1325966" y="475858"/>
                </a:moveTo>
                <a:cubicBezTo>
                  <a:pt x="1325966" y="475858"/>
                  <a:pt x="1329086" y="479210"/>
                  <a:pt x="1329086" y="479210"/>
                </a:cubicBezTo>
                <a:cubicBezTo>
                  <a:pt x="1324898" y="483248"/>
                  <a:pt x="1320706" y="487286"/>
                  <a:pt x="1316515" y="491326"/>
                </a:cubicBezTo>
                <a:lnTo>
                  <a:pt x="1313344" y="485436"/>
                </a:lnTo>
                <a:close/>
                <a:moveTo>
                  <a:pt x="4641956" y="464201"/>
                </a:moveTo>
                <a:lnTo>
                  <a:pt x="4644242" y="466412"/>
                </a:lnTo>
                <a:lnTo>
                  <a:pt x="4639975" y="468392"/>
                </a:lnTo>
                <a:close/>
                <a:moveTo>
                  <a:pt x="7418684" y="461914"/>
                </a:moveTo>
                <a:lnTo>
                  <a:pt x="7416703" y="466259"/>
                </a:lnTo>
                <a:lnTo>
                  <a:pt x="7403444" y="479363"/>
                </a:lnTo>
                <a:lnTo>
                  <a:pt x="7399177" y="481344"/>
                </a:lnTo>
                <a:lnTo>
                  <a:pt x="7401158" y="477153"/>
                </a:lnTo>
                <a:lnTo>
                  <a:pt x="7403439" y="479358"/>
                </a:lnTo>
                <a:lnTo>
                  <a:pt x="7401158" y="477078"/>
                </a:lnTo>
                <a:cubicBezTo>
                  <a:pt x="7405501" y="472659"/>
                  <a:pt x="7409921" y="468240"/>
                  <a:pt x="7414265" y="463820"/>
                </a:cubicBezTo>
                <a:lnTo>
                  <a:pt x="7414341" y="463896"/>
                </a:lnTo>
                <a:close/>
                <a:moveTo>
                  <a:pt x="1354766" y="453379"/>
                </a:moveTo>
                <a:lnTo>
                  <a:pt x="1354766" y="453455"/>
                </a:lnTo>
                <a:lnTo>
                  <a:pt x="1354728" y="453416"/>
                </a:lnTo>
                <a:close/>
                <a:moveTo>
                  <a:pt x="4655063" y="450865"/>
                </a:moveTo>
                <a:cubicBezTo>
                  <a:pt x="4655063" y="450865"/>
                  <a:pt x="4657502" y="453303"/>
                  <a:pt x="4657502" y="453303"/>
                </a:cubicBezTo>
                <a:cubicBezTo>
                  <a:pt x="4653082" y="457646"/>
                  <a:pt x="4648663" y="462066"/>
                  <a:pt x="4644243" y="466413"/>
                </a:cubicBezTo>
                <a:lnTo>
                  <a:pt x="4641957" y="464125"/>
                </a:lnTo>
                <a:cubicBezTo>
                  <a:pt x="4646300" y="459703"/>
                  <a:pt x="4650720" y="455285"/>
                  <a:pt x="4655063" y="450865"/>
                </a:cubicBezTo>
                <a:close/>
                <a:moveTo>
                  <a:pt x="1352022" y="450712"/>
                </a:moveTo>
                <a:lnTo>
                  <a:pt x="1354728" y="453416"/>
                </a:lnTo>
                <a:lnTo>
                  <a:pt x="1341890" y="466335"/>
                </a:lnTo>
                <a:lnTo>
                  <a:pt x="1341852" y="466298"/>
                </a:lnTo>
                <a:lnTo>
                  <a:pt x="1329090" y="479210"/>
                </a:lnTo>
                <a:cubicBezTo>
                  <a:pt x="1329090" y="479210"/>
                  <a:pt x="1325967" y="475858"/>
                  <a:pt x="1325967" y="475858"/>
                </a:cubicBezTo>
                <a:cubicBezTo>
                  <a:pt x="1330307" y="471668"/>
                  <a:pt x="1334728" y="467554"/>
                  <a:pt x="1339072" y="463362"/>
                </a:cubicBezTo>
                <a:lnTo>
                  <a:pt x="1339147" y="463440"/>
                </a:lnTo>
                <a:close/>
                <a:moveTo>
                  <a:pt x="1352022" y="450560"/>
                </a:moveTo>
                <a:lnTo>
                  <a:pt x="1352062" y="450599"/>
                </a:lnTo>
                <a:lnTo>
                  <a:pt x="1352022" y="450637"/>
                </a:lnTo>
                <a:close/>
                <a:moveTo>
                  <a:pt x="4672513" y="435930"/>
                </a:moveTo>
                <a:lnTo>
                  <a:pt x="4670608" y="440349"/>
                </a:lnTo>
                <a:lnTo>
                  <a:pt x="4657577" y="453303"/>
                </a:lnTo>
                <a:lnTo>
                  <a:pt x="4655139" y="450864"/>
                </a:lnTo>
                <a:lnTo>
                  <a:pt x="4668017" y="437835"/>
                </a:lnTo>
                <a:lnTo>
                  <a:pt x="4668017" y="437835"/>
                </a:lnTo>
                <a:lnTo>
                  <a:pt x="4668018" y="437834"/>
                </a:lnTo>
                <a:lnTo>
                  <a:pt x="4668093" y="437759"/>
                </a:lnTo>
                <a:lnTo>
                  <a:pt x="4668124" y="437790"/>
                </a:lnTo>
                <a:close/>
                <a:moveTo>
                  <a:pt x="1369625" y="435778"/>
                </a:moveTo>
                <a:lnTo>
                  <a:pt x="1367645" y="440425"/>
                </a:lnTo>
                <a:lnTo>
                  <a:pt x="1367607" y="440387"/>
                </a:lnTo>
                <a:lnTo>
                  <a:pt x="1354766" y="453303"/>
                </a:lnTo>
                <a:lnTo>
                  <a:pt x="1352062" y="450599"/>
                </a:lnTo>
                <a:lnTo>
                  <a:pt x="1364977" y="437683"/>
                </a:lnTo>
                <a:close/>
                <a:moveTo>
                  <a:pt x="4555545" y="423358"/>
                </a:moveTo>
                <a:lnTo>
                  <a:pt x="4553564" y="427549"/>
                </a:lnTo>
                <a:lnTo>
                  <a:pt x="4549297" y="429529"/>
                </a:lnTo>
                <a:lnTo>
                  <a:pt x="4551278" y="425338"/>
                </a:lnTo>
                <a:lnTo>
                  <a:pt x="4551278" y="425338"/>
                </a:lnTo>
                <a:close/>
                <a:moveTo>
                  <a:pt x="7673192" y="399433"/>
                </a:moveTo>
                <a:lnTo>
                  <a:pt x="7675478" y="401642"/>
                </a:lnTo>
                <a:lnTo>
                  <a:pt x="7671211" y="403623"/>
                </a:lnTo>
                <a:close/>
                <a:moveTo>
                  <a:pt x="7677460" y="397450"/>
                </a:moveTo>
                <a:lnTo>
                  <a:pt x="7675479" y="401641"/>
                </a:lnTo>
                <a:lnTo>
                  <a:pt x="7673193" y="399431"/>
                </a:lnTo>
                <a:close/>
                <a:moveTo>
                  <a:pt x="7932425" y="386097"/>
                </a:moveTo>
                <a:cubicBezTo>
                  <a:pt x="7932425" y="386097"/>
                  <a:pt x="7934863" y="388538"/>
                  <a:pt x="7934863" y="388538"/>
                </a:cubicBezTo>
                <a:lnTo>
                  <a:pt x="7921605" y="401642"/>
                </a:lnTo>
                <a:lnTo>
                  <a:pt x="7921605" y="401642"/>
                </a:lnTo>
                <a:lnTo>
                  <a:pt x="7917338" y="403623"/>
                </a:lnTo>
                <a:lnTo>
                  <a:pt x="7919319" y="399433"/>
                </a:lnTo>
                <a:lnTo>
                  <a:pt x="7921569" y="401607"/>
                </a:lnTo>
                <a:lnTo>
                  <a:pt x="7919319" y="399357"/>
                </a:lnTo>
                <a:cubicBezTo>
                  <a:pt x="7923662" y="394937"/>
                  <a:pt x="7928081" y="390519"/>
                  <a:pt x="7932425" y="386097"/>
                </a:cubicBezTo>
                <a:close/>
                <a:moveTo>
                  <a:pt x="7932501" y="386094"/>
                </a:moveTo>
                <a:lnTo>
                  <a:pt x="7932539" y="386132"/>
                </a:lnTo>
                <a:lnTo>
                  <a:pt x="7932501" y="386171"/>
                </a:lnTo>
                <a:close/>
                <a:moveTo>
                  <a:pt x="6097071" y="371542"/>
                </a:moveTo>
                <a:lnTo>
                  <a:pt x="6095091" y="375731"/>
                </a:lnTo>
                <a:lnTo>
                  <a:pt x="6095091" y="375732"/>
                </a:lnTo>
                <a:lnTo>
                  <a:pt x="6090824" y="377714"/>
                </a:lnTo>
                <a:lnTo>
                  <a:pt x="6092805" y="373523"/>
                </a:lnTo>
                <a:lnTo>
                  <a:pt x="6092804" y="373523"/>
                </a:lnTo>
                <a:close/>
                <a:moveTo>
                  <a:pt x="7949875" y="371160"/>
                </a:moveTo>
                <a:lnTo>
                  <a:pt x="7947941" y="375552"/>
                </a:lnTo>
                <a:lnTo>
                  <a:pt x="7947970" y="375581"/>
                </a:lnTo>
                <a:lnTo>
                  <a:pt x="7947895" y="375654"/>
                </a:lnTo>
                <a:lnTo>
                  <a:pt x="7947894" y="375656"/>
                </a:lnTo>
                <a:lnTo>
                  <a:pt x="7947894" y="375655"/>
                </a:lnTo>
                <a:lnTo>
                  <a:pt x="7934939" y="388538"/>
                </a:lnTo>
                <a:lnTo>
                  <a:pt x="7932539" y="386132"/>
                </a:lnTo>
                <a:lnTo>
                  <a:pt x="7945417" y="373104"/>
                </a:lnTo>
                <a:lnTo>
                  <a:pt x="7945379" y="373066"/>
                </a:lnTo>
                <a:close/>
                <a:moveTo>
                  <a:pt x="1680238" y="358283"/>
                </a:moveTo>
                <a:lnTo>
                  <a:pt x="1678257" y="362627"/>
                </a:lnTo>
                <a:lnTo>
                  <a:pt x="1678257" y="362627"/>
                </a:lnTo>
                <a:lnTo>
                  <a:pt x="1664966" y="375697"/>
                </a:lnTo>
                <a:lnTo>
                  <a:pt x="1665003" y="375732"/>
                </a:lnTo>
                <a:lnTo>
                  <a:pt x="1660737" y="377714"/>
                </a:lnTo>
                <a:lnTo>
                  <a:pt x="1662717" y="373523"/>
                </a:lnTo>
                <a:lnTo>
                  <a:pt x="1663845" y="374612"/>
                </a:lnTo>
                <a:lnTo>
                  <a:pt x="1662718" y="373447"/>
                </a:lnTo>
                <a:cubicBezTo>
                  <a:pt x="1667060" y="369027"/>
                  <a:pt x="1671478" y="364608"/>
                  <a:pt x="1675819" y="360188"/>
                </a:cubicBezTo>
                <a:lnTo>
                  <a:pt x="1675872" y="360241"/>
                </a:lnTo>
                <a:close/>
                <a:moveTo>
                  <a:pt x="1131632" y="347616"/>
                </a:moveTo>
                <a:lnTo>
                  <a:pt x="1133917" y="349826"/>
                </a:lnTo>
                <a:lnTo>
                  <a:pt x="1129650" y="351807"/>
                </a:lnTo>
                <a:close/>
                <a:moveTo>
                  <a:pt x="1144739" y="334281"/>
                </a:moveTo>
                <a:cubicBezTo>
                  <a:pt x="1144739" y="334281"/>
                  <a:pt x="1147180" y="336719"/>
                  <a:pt x="1147180" y="336719"/>
                </a:cubicBezTo>
                <a:cubicBezTo>
                  <a:pt x="1142761" y="341063"/>
                  <a:pt x="1138339" y="345482"/>
                  <a:pt x="1133920" y="349826"/>
                </a:cubicBezTo>
                <a:lnTo>
                  <a:pt x="1131633" y="347540"/>
                </a:lnTo>
                <a:cubicBezTo>
                  <a:pt x="1135976" y="343121"/>
                  <a:pt x="1140400" y="338701"/>
                  <a:pt x="1144739" y="334281"/>
                </a:cubicBezTo>
                <a:close/>
                <a:moveTo>
                  <a:pt x="9144" y="319423"/>
                </a:moveTo>
                <a:lnTo>
                  <a:pt x="7163" y="323766"/>
                </a:lnTo>
                <a:lnTo>
                  <a:pt x="7163" y="323766"/>
                </a:lnTo>
                <a:cubicBezTo>
                  <a:pt x="4724" y="326128"/>
                  <a:pt x="2362" y="328490"/>
                  <a:pt x="0" y="330776"/>
                </a:cubicBezTo>
                <a:lnTo>
                  <a:pt x="0" y="326128"/>
                </a:lnTo>
                <a:lnTo>
                  <a:pt x="4724" y="321404"/>
                </a:lnTo>
                <a:lnTo>
                  <a:pt x="4724" y="321404"/>
                </a:lnTo>
                <a:close/>
                <a:moveTo>
                  <a:pt x="1615466" y="319423"/>
                </a:moveTo>
                <a:lnTo>
                  <a:pt x="1613486" y="323766"/>
                </a:lnTo>
                <a:lnTo>
                  <a:pt x="1613485" y="323766"/>
                </a:lnTo>
                <a:lnTo>
                  <a:pt x="1600198" y="336836"/>
                </a:lnTo>
                <a:lnTo>
                  <a:pt x="1600235" y="336872"/>
                </a:lnTo>
                <a:lnTo>
                  <a:pt x="1595971" y="338853"/>
                </a:lnTo>
                <a:lnTo>
                  <a:pt x="1597951" y="334662"/>
                </a:lnTo>
                <a:lnTo>
                  <a:pt x="1599077" y="335752"/>
                </a:lnTo>
                <a:lnTo>
                  <a:pt x="1597951" y="334587"/>
                </a:lnTo>
                <a:cubicBezTo>
                  <a:pt x="1602290" y="330166"/>
                  <a:pt x="1606708" y="325749"/>
                  <a:pt x="1611048" y="321328"/>
                </a:cubicBezTo>
                <a:lnTo>
                  <a:pt x="1611101" y="321380"/>
                </a:lnTo>
                <a:close/>
                <a:moveTo>
                  <a:pt x="1550411" y="306773"/>
                </a:moveTo>
                <a:lnTo>
                  <a:pt x="1548426" y="310965"/>
                </a:lnTo>
                <a:lnTo>
                  <a:pt x="1548426" y="310964"/>
                </a:lnTo>
                <a:lnTo>
                  <a:pt x="1544162" y="312945"/>
                </a:lnTo>
                <a:lnTo>
                  <a:pt x="1546142" y="308755"/>
                </a:lnTo>
                <a:lnTo>
                  <a:pt x="1548089" y="310639"/>
                </a:lnTo>
                <a:lnTo>
                  <a:pt x="1546143" y="308755"/>
                </a:lnTo>
                <a:close/>
                <a:moveTo>
                  <a:pt x="1175224" y="306316"/>
                </a:moveTo>
                <a:lnTo>
                  <a:pt x="1173244" y="310813"/>
                </a:lnTo>
                <a:lnTo>
                  <a:pt x="1173231" y="310801"/>
                </a:lnTo>
                <a:lnTo>
                  <a:pt x="1173242" y="310813"/>
                </a:lnTo>
                <a:lnTo>
                  <a:pt x="1160287" y="323692"/>
                </a:lnTo>
                <a:lnTo>
                  <a:pt x="1160287" y="323766"/>
                </a:lnTo>
                <a:cubicBezTo>
                  <a:pt x="1155943" y="328108"/>
                  <a:pt x="1151600" y="332376"/>
                  <a:pt x="1147255" y="336719"/>
                </a:cubicBezTo>
                <a:lnTo>
                  <a:pt x="1144817" y="334280"/>
                </a:lnTo>
                <a:lnTo>
                  <a:pt x="1157696" y="321251"/>
                </a:lnTo>
                <a:lnTo>
                  <a:pt x="1157696" y="321251"/>
                </a:lnTo>
                <a:lnTo>
                  <a:pt x="1157702" y="321246"/>
                </a:lnTo>
                <a:lnTo>
                  <a:pt x="1157771" y="321175"/>
                </a:lnTo>
                <a:lnTo>
                  <a:pt x="1170653" y="308222"/>
                </a:lnTo>
                <a:lnTo>
                  <a:pt x="1170706" y="308275"/>
                </a:lnTo>
                <a:close/>
                <a:moveTo>
                  <a:pt x="7211115" y="293820"/>
                </a:moveTo>
                <a:lnTo>
                  <a:pt x="7209134" y="298010"/>
                </a:lnTo>
                <a:lnTo>
                  <a:pt x="7204867" y="299992"/>
                </a:lnTo>
                <a:lnTo>
                  <a:pt x="7206848" y="295800"/>
                </a:lnTo>
                <a:lnTo>
                  <a:pt x="7206848" y="295800"/>
                </a:lnTo>
                <a:close/>
                <a:moveTo>
                  <a:pt x="1170500" y="269893"/>
                </a:moveTo>
                <a:lnTo>
                  <a:pt x="1172787" y="272103"/>
                </a:lnTo>
                <a:lnTo>
                  <a:pt x="1168518" y="274084"/>
                </a:lnTo>
                <a:close/>
                <a:moveTo>
                  <a:pt x="1174769" y="267911"/>
                </a:moveTo>
                <a:lnTo>
                  <a:pt x="1172787" y="272103"/>
                </a:lnTo>
                <a:lnTo>
                  <a:pt x="1170500" y="269892"/>
                </a:lnTo>
                <a:close/>
                <a:moveTo>
                  <a:pt x="1105873" y="230727"/>
                </a:moveTo>
                <a:cubicBezTo>
                  <a:pt x="1105873" y="230727"/>
                  <a:pt x="1108313" y="233165"/>
                  <a:pt x="1108313" y="233165"/>
                </a:cubicBezTo>
                <a:cubicBezTo>
                  <a:pt x="1103892" y="237509"/>
                  <a:pt x="1099472" y="241928"/>
                  <a:pt x="1095052" y="246272"/>
                </a:cubicBezTo>
                <a:lnTo>
                  <a:pt x="1094998" y="246219"/>
                </a:lnTo>
                <a:lnTo>
                  <a:pt x="1090781" y="248175"/>
                </a:lnTo>
                <a:lnTo>
                  <a:pt x="1092765" y="243985"/>
                </a:lnTo>
                <a:lnTo>
                  <a:pt x="1092765" y="243985"/>
                </a:lnTo>
                <a:close/>
                <a:moveTo>
                  <a:pt x="1110294" y="228745"/>
                </a:moveTo>
                <a:lnTo>
                  <a:pt x="1108313" y="233089"/>
                </a:lnTo>
                <a:lnTo>
                  <a:pt x="1105874" y="230726"/>
                </a:lnTo>
                <a:close/>
                <a:moveTo>
                  <a:pt x="2530785" y="204820"/>
                </a:moveTo>
                <a:cubicBezTo>
                  <a:pt x="2530785" y="204820"/>
                  <a:pt x="2533224" y="207257"/>
                  <a:pt x="2533224" y="207257"/>
                </a:cubicBezTo>
                <a:cubicBezTo>
                  <a:pt x="2528804" y="211602"/>
                  <a:pt x="2524385" y="216021"/>
                  <a:pt x="2519966" y="220364"/>
                </a:cubicBezTo>
                <a:lnTo>
                  <a:pt x="2519913" y="220312"/>
                </a:lnTo>
                <a:lnTo>
                  <a:pt x="2515699" y="222268"/>
                </a:lnTo>
                <a:lnTo>
                  <a:pt x="2517679" y="218077"/>
                </a:lnTo>
                <a:lnTo>
                  <a:pt x="2517681" y="218078"/>
                </a:lnTo>
                <a:close/>
                <a:moveTo>
                  <a:pt x="2686228" y="204819"/>
                </a:moveTo>
                <a:cubicBezTo>
                  <a:pt x="2686228" y="204819"/>
                  <a:pt x="2688665" y="207257"/>
                  <a:pt x="2688665" y="207257"/>
                </a:cubicBezTo>
                <a:cubicBezTo>
                  <a:pt x="2684242" y="211602"/>
                  <a:pt x="2679823" y="216021"/>
                  <a:pt x="2675407" y="220364"/>
                </a:cubicBezTo>
                <a:lnTo>
                  <a:pt x="2675355" y="220312"/>
                </a:lnTo>
                <a:lnTo>
                  <a:pt x="2671140" y="222268"/>
                </a:lnTo>
                <a:lnTo>
                  <a:pt x="2673117" y="218077"/>
                </a:lnTo>
                <a:lnTo>
                  <a:pt x="2673119" y="218078"/>
                </a:lnTo>
                <a:close/>
                <a:moveTo>
                  <a:pt x="276679" y="204743"/>
                </a:moveTo>
                <a:cubicBezTo>
                  <a:pt x="276679" y="204743"/>
                  <a:pt x="279118" y="207181"/>
                  <a:pt x="279118" y="207181"/>
                </a:cubicBezTo>
                <a:lnTo>
                  <a:pt x="279194" y="207181"/>
                </a:lnTo>
                <a:lnTo>
                  <a:pt x="265897" y="220251"/>
                </a:lnTo>
                <a:lnTo>
                  <a:pt x="265935" y="220288"/>
                </a:lnTo>
                <a:lnTo>
                  <a:pt x="261668" y="222269"/>
                </a:lnTo>
                <a:lnTo>
                  <a:pt x="263649" y="218078"/>
                </a:lnTo>
                <a:lnTo>
                  <a:pt x="263573" y="218001"/>
                </a:lnTo>
                <a:cubicBezTo>
                  <a:pt x="267993" y="213582"/>
                  <a:pt x="272336" y="209163"/>
                  <a:pt x="276679" y="204743"/>
                </a:cubicBezTo>
                <a:close/>
                <a:moveTo>
                  <a:pt x="2690652" y="202838"/>
                </a:moveTo>
                <a:lnTo>
                  <a:pt x="2688667" y="207181"/>
                </a:lnTo>
                <a:lnTo>
                  <a:pt x="2686228" y="204819"/>
                </a:lnTo>
                <a:close/>
                <a:moveTo>
                  <a:pt x="2535207" y="202838"/>
                </a:moveTo>
                <a:lnTo>
                  <a:pt x="2533225" y="207181"/>
                </a:lnTo>
                <a:lnTo>
                  <a:pt x="2530786" y="204819"/>
                </a:lnTo>
                <a:close/>
                <a:moveTo>
                  <a:pt x="742939" y="192171"/>
                </a:moveTo>
                <a:lnTo>
                  <a:pt x="745226" y="194381"/>
                </a:lnTo>
                <a:lnTo>
                  <a:pt x="740959" y="196362"/>
                </a:lnTo>
                <a:close/>
                <a:moveTo>
                  <a:pt x="2271576" y="179217"/>
                </a:moveTo>
                <a:lnTo>
                  <a:pt x="2273862" y="181426"/>
                </a:lnTo>
                <a:lnTo>
                  <a:pt x="2269596" y="183407"/>
                </a:lnTo>
                <a:close/>
                <a:moveTo>
                  <a:pt x="2116144" y="166264"/>
                </a:moveTo>
                <a:lnTo>
                  <a:pt x="2118429" y="168474"/>
                </a:lnTo>
                <a:lnTo>
                  <a:pt x="2114163" y="170456"/>
                </a:lnTo>
                <a:close/>
                <a:moveTo>
                  <a:pt x="4460600" y="166264"/>
                </a:moveTo>
                <a:lnTo>
                  <a:pt x="4462886" y="168474"/>
                </a:lnTo>
                <a:lnTo>
                  <a:pt x="4458619" y="170455"/>
                </a:lnTo>
                <a:close/>
                <a:moveTo>
                  <a:pt x="2569493" y="166264"/>
                </a:moveTo>
                <a:lnTo>
                  <a:pt x="2571779" y="168474"/>
                </a:lnTo>
                <a:lnTo>
                  <a:pt x="2567513" y="170455"/>
                </a:lnTo>
                <a:close/>
                <a:moveTo>
                  <a:pt x="2573762" y="164283"/>
                </a:moveTo>
                <a:lnTo>
                  <a:pt x="2571781" y="168473"/>
                </a:lnTo>
                <a:lnTo>
                  <a:pt x="2569494" y="166264"/>
                </a:lnTo>
                <a:close/>
                <a:moveTo>
                  <a:pt x="2120412" y="164283"/>
                </a:moveTo>
                <a:lnTo>
                  <a:pt x="2118431" y="168473"/>
                </a:lnTo>
                <a:lnTo>
                  <a:pt x="2116145" y="166264"/>
                </a:lnTo>
                <a:close/>
                <a:moveTo>
                  <a:pt x="2289102" y="163978"/>
                </a:moveTo>
                <a:lnTo>
                  <a:pt x="2287121" y="168320"/>
                </a:lnTo>
                <a:lnTo>
                  <a:pt x="2287122" y="168320"/>
                </a:lnTo>
                <a:cubicBezTo>
                  <a:pt x="2282702" y="172664"/>
                  <a:pt x="2278283" y="177083"/>
                  <a:pt x="2273864" y="181427"/>
                </a:cubicBezTo>
                <a:lnTo>
                  <a:pt x="2271579" y="179141"/>
                </a:lnTo>
                <a:cubicBezTo>
                  <a:pt x="2275997" y="174721"/>
                  <a:pt x="2280341" y="170302"/>
                  <a:pt x="2284684" y="165882"/>
                </a:cubicBezTo>
                <a:lnTo>
                  <a:pt x="2284760" y="165958"/>
                </a:lnTo>
                <a:close/>
                <a:moveTo>
                  <a:pt x="773498" y="163902"/>
                </a:moveTo>
                <a:lnTo>
                  <a:pt x="771540" y="168345"/>
                </a:lnTo>
                <a:lnTo>
                  <a:pt x="771592" y="168397"/>
                </a:lnTo>
                <a:cubicBezTo>
                  <a:pt x="767248" y="172740"/>
                  <a:pt x="762905" y="177007"/>
                  <a:pt x="758562" y="181351"/>
                </a:cubicBezTo>
                <a:lnTo>
                  <a:pt x="758485" y="181275"/>
                </a:lnTo>
                <a:lnTo>
                  <a:pt x="745227" y="194382"/>
                </a:lnTo>
                <a:lnTo>
                  <a:pt x="742941" y="192095"/>
                </a:lnTo>
                <a:cubicBezTo>
                  <a:pt x="747284" y="187676"/>
                  <a:pt x="751704" y="183256"/>
                  <a:pt x="756047" y="178837"/>
                </a:cubicBezTo>
                <a:lnTo>
                  <a:pt x="757538" y="180327"/>
                </a:lnTo>
                <a:lnTo>
                  <a:pt x="756124" y="178912"/>
                </a:lnTo>
                <a:lnTo>
                  <a:pt x="769076" y="165883"/>
                </a:lnTo>
                <a:lnTo>
                  <a:pt x="769002" y="165807"/>
                </a:lnTo>
                <a:close/>
                <a:moveTo>
                  <a:pt x="320192" y="163826"/>
                </a:moveTo>
                <a:lnTo>
                  <a:pt x="318210" y="168398"/>
                </a:lnTo>
                <a:lnTo>
                  <a:pt x="318210" y="168397"/>
                </a:lnTo>
                <a:lnTo>
                  <a:pt x="305256" y="181352"/>
                </a:lnTo>
                <a:lnTo>
                  <a:pt x="305217" y="181312"/>
                </a:lnTo>
                <a:lnTo>
                  <a:pt x="292301" y="194154"/>
                </a:lnTo>
                <a:lnTo>
                  <a:pt x="292301" y="194228"/>
                </a:lnTo>
                <a:cubicBezTo>
                  <a:pt x="287957" y="198571"/>
                  <a:pt x="283614" y="202838"/>
                  <a:pt x="279270" y="207182"/>
                </a:cubicBezTo>
                <a:lnTo>
                  <a:pt x="276832" y="204744"/>
                </a:lnTo>
                <a:lnTo>
                  <a:pt x="289711" y="191714"/>
                </a:lnTo>
                <a:lnTo>
                  <a:pt x="289710" y="191714"/>
                </a:lnTo>
                <a:lnTo>
                  <a:pt x="289774" y="191649"/>
                </a:lnTo>
                <a:lnTo>
                  <a:pt x="289786" y="191637"/>
                </a:lnTo>
                <a:lnTo>
                  <a:pt x="302664" y="178684"/>
                </a:lnTo>
                <a:lnTo>
                  <a:pt x="302703" y="178723"/>
                </a:lnTo>
                <a:lnTo>
                  <a:pt x="315619" y="165807"/>
                </a:lnTo>
                <a:lnTo>
                  <a:pt x="318208" y="168395"/>
                </a:lnTo>
                <a:lnTo>
                  <a:pt x="315620" y="165730"/>
                </a:lnTo>
                <a:close/>
                <a:moveTo>
                  <a:pt x="4473707" y="152930"/>
                </a:moveTo>
                <a:cubicBezTo>
                  <a:pt x="4473707" y="152930"/>
                  <a:pt x="4476146" y="155368"/>
                  <a:pt x="4476146" y="155368"/>
                </a:cubicBezTo>
                <a:cubicBezTo>
                  <a:pt x="4471726" y="159712"/>
                  <a:pt x="4467307" y="164131"/>
                  <a:pt x="4462887" y="168475"/>
                </a:cubicBezTo>
                <a:lnTo>
                  <a:pt x="4460601" y="166189"/>
                </a:lnTo>
                <a:cubicBezTo>
                  <a:pt x="4465020" y="161769"/>
                  <a:pt x="4469364" y="157350"/>
                  <a:pt x="4473707" y="152930"/>
                </a:cubicBezTo>
                <a:close/>
                <a:moveTo>
                  <a:pt x="5561690" y="127403"/>
                </a:moveTo>
                <a:lnTo>
                  <a:pt x="5563976" y="129613"/>
                </a:lnTo>
                <a:lnTo>
                  <a:pt x="5559709" y="131595"/>
                </a:lnTo>
                <a:close/>
                <a:moveTo>
                  <a:pt x="4504187" y="124965"/>
                </a:moveTo>
                <a:lnTo>
                  <a:pt x="4502206" y="129461"/>
                </a:lnTo>
                <a:lnTo>
                  <a:pt x="4489251" y="142340"/>
                </a:lnTo>
                <a:lnTo>
                  <a:pt x="4489251" y="142414"/>
                </a:lnTo>
                <a:cubicBezTo>
                  <a:pt x="4484908" y="146757"/>
                  <a:pt x="4480565" y="151024"/>
                  <a:pt x="4476221" y="155368"/>
                </a:cubicBezTo>
                <a:lnTo>
                  <a:pt x="4473783" y="152929"/>
                </a:lnTo>
                <a:lnTo>
                  <a:pt x="4486661" y="139900"/>
                </a:lnTo>
                <a:lnTo>
                  <a:pt x="4486661" y="139899"/>
                </a:lnTo>
                <a:cubicBezTo>
                  <a:pt x="4491004" y="135557"/>
                  <a:pt x="4495272" y="131213"/>
                  <a:pt x="4499615" y="126870"/>
                </a:cubicBezTo>
                <a:lnTo>
                  <a:pt x="4499615" y="126870"/>
                </a:lnTo>
                <a:close/>
                <a:moveTo>
                  <a:pt x="5592247" y="99133"/>
                </a:moveTo>
                <a:lnTo>
                  <a:pt x="5590288" y="103578"/>
                </a:lnTo>
                <a:lnTo>
                  <a:pt x="5590341" y="103630"/>
                </a:lnTo>
                <a:cubicBezTo>
                  <a:pt x="5585998" y="107973"/>
                  <a:pt x="5581655" y="112240"/>
                  <a:pt x="5577311" y="116584"/>
                </a:cubicBezTo>
                <a:lnTo>
                  <a:pt x="5577235" y="116508"/>
                </a:lnTo>
                <a:lnTo>
                  <a:pt x="5563977" y="129614"/>
                </a:lnTo>
                <a:lnTo>
                  <a:pt x="5561691" y="127328"/>
                </a:lnTo>
                <a:cubicBezTo>
                  <a:pt x="5566110" y="122908"/>
                  <a:pt x="5570454" y="118489"/>
                  <a:pt x="5574797" y="114069"/>
                </a:cubicBezTo>
                <a:lnTo>
                  <a:pt x="5574873" y="114145"/>
                </a:lnTo>
                <a:lnTo>
                  <a:pt x="5587826" y="101116"/>
                </a:lnTo>
                <a:lnTo>
                  <a:pt x="5587751" y="101038"/>
                </a:lnTo>
                <a:close/>
                <a:moveTo>
                  <a:pt x="3636302" y="86257"/>
                </a:moveTo>
                <a:lnTo>
                  <a:pt x="3634324" y="90600"/>
                </a:lnTo>
                <a:lnTo>
                  <a:pt x="3631892" y="88241"/>
                </a:lnTo>
                <a:lnTo>
                  <a:pt x="3634324" y="90676"/>
                </a:lnTo>
                <a:cubicBezTo>
                  <a:pt x="3629908" y="95020"/>
                  <a:pt x="3625492" y="99438"/>
                  <a:pt x="3621067" y="103783"/>
                </a:cubicBezTo>
                <a:lnTo>
                  <a:pt x="3621013" y="103730"/>
                </a:lnTo>
                <a:lnTo>
                  <a:pt x="3616794" y="105687"/>
                </a:lnTo>
                <a:lnTo>
                  <a:pt x="3618777" y="101497"/>
                </a:lnTo>
                <a:lnTo>
                  <a:pt x="3618781" y="101501"/>
                </a:lnTo>
                <a:lnTo>
                  <a:pt x="3618778" y="101497"/>
                </a:lnTo>
                <a:cubicBezTo>
                  <a:pt x="3623202" y="97077"/>
                  <a:pt x="3627549" y="92657"/>
                  <a:pt x="3631889" y="88238"/>
                </a:cubicBezTo>
                <a:close/>
                <a:moveTo>
                  <a:pt x="3748320" y="10820"/>
                </a:moveTo>
                <a:lnTo>
                  <a:pt x="3750608" y="13030"/>
                </a:lnTo>
                <a:lnTo>
                  <a:pt x="3746336" y="15011"/>
                </a:lnTo>
                <a:close/>
                <a:moveTo>
                  <a:pt x="3752587" y="8839"/>
                </a:moveTo>
                <a:lnTo>
                  <a:pt x="3750608" y="13029"/>
                </a:lnTo>
                <a:lnTo>
                  <a:pt x="3748320" y="10820"/>
                </a:lnTo>
                <a:close/>
                <a:moveTo>
                  <a:pt x="8959906" y="8838"/>
                </a:moveTo>
                <a:lnTo>
                  <a:pt x="8957924" y="13029"/>
                </a:lnTo>
                <a:lnTo>
                  <a:pt x="8957925" y="13030"/>
                </a:lnTo>
                <a:lnTo>
                  <a:pt x="8953658" y="15011"/>
                </a:lnTo>
                <a:lnTo>
                  <a:pt x="8955639" y="10820"/>
                </a:lnTo>
                <a:lnTo>
                  <a:pt x="8957706" y="12819"/>
                </a:lnTo>
                <a:lnTo>
                  <a:pt x="8955639" y="10819"/>
                </a:lnTo>
                <a:close/>
                <a:moveTo>
                  <a:pt x="4640966" y="0"/>
                </a:moveTo>
                <a:lnTo>
                  <a:pt x="4644090" y="0"/>
                </a:lnTo>
                <a:lnTo>
                  <a:pt x="4644090" y="0"/>
                </a:lnTo>
                <a:lnTo>
                  <a:pt x="4644166" y="0"/>
                </a:lnTo>
                <a:lnTo>
                  <a:pt x="4644166" y="76"/>
                </a:lnTo>
                <a:lnTo>
                  <a:pt x="4639975" y="2056"/>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65" name="Google Shape;65;p17"/>
          <p:cNvSpPr/>
          <p:nvPr/>
        </p:nvSpPr>
        <p:spPr>
          <a:xfrm>
            <a:off x="6545066" y="4299261"/>
            <a:ext cx="2598934" cy="844240"/>
          </a:xfrm>
          <a:custGeom>
            <a:rect b="b" l="l" r="r" t="t"/>
            <a:pathLst>
              <a:path extrusionOk="0" h="1125653" w="2598934">
                <a:moveTo>
                  <a:pt x="955043" y="1067577"/>
                </a:moveTo>
                <a:cubicBezTo>
                  <a:pt x="960448" y="1067577"/>
                  <a:pt x="965854" y="1069639"/>
                  <a:pt x="969978" y="1073763"/>
                </a:cubicBezTo>
                <a:cubicBezTo>
                  <a:pt x="974102" y="1077887"/>
                  <a:pt x="976164" y="1083292"/>
                  <a:pt x="976164" y="1088697"/>
                </a:cubicBezTo>
                <a:lnTo>
                  <a:pt x="970839" y="1101553"/>
                </a:lnTo>
                <a:lnTo>
                  <a:pt x="988835" y="1119066"/>
                </a:lnTo>
                <a:lnTo>
                  <a:pt x="995635" y="1125653"/>
                </a:lnTo>
                <a:lnTo>
                  <a:pt x="990432" y="1125653"/>
                </a:lnTo>
                <a:lnTo>
                  <a:pt x="986336" y="1121686"/>
                </a:lnTo>
                <a:lnTo>
                  <a:pt x="968439" y="1104268"/>
                </a:lnTo>
                <a:lnTo>
                  <a:pt x="955043" y="1109818"/>
                </a:lnTo>
                <a:cubicBezTo>
                  <a:pt x="949638" y="1109818"/>
                  <a:pt x="944233" y="1107756"/>
                  <a:pt x="940109" y="1103632"/>
                </a:cubicBezTo>
                <a:cubicBezTo>
                  <a:pt x="931861" y="1095383"/>
                  <a:pt x="931861" y="1082011"/>
                  <a:pt x="940109" y="1073763"/>
                </a:cubicBezTo>
                <a:cubicBezTo>
                  <a:pt x="944233" y="1069639"/>
                  <a:pt x="949638" y="1067577"/>
                  <a:pt x="955043" y="1067577"/>
                </a:cubicBezTo>
                <a:close/>
                <a:moveTo>
                  <a:pt x="663285" y="977901"/>
                </a:moveTo>
                <a:cubicBezTo>
                  <a:pt x="680798" y="971374"/>
                  <a:pt x="700286" y="980281"/>
                  <a:pt x="706813" y="997793"/>
                </a:cubicBezTo>
                <a:cubicBezTo>
                  <a:pt x="713340" y="1015306"/>
                  <a:pt x="704434" y="1034795"/>
                  <a:pt x="686921" y="1041322"/>
                </a:cubicBezTo>
                <a:lnTo>
                  <a:pt x="679474" y="1041054"/>
                </a:lnTo>
                <a:lnTo>
                  <a:pt x="679133" y="1125653"/>
                </a:lnTo>
                <a:lnTo>
                  <a:pt x="670070" y="1125653"/>
                </a:lnTo>
                <a:lnTo>
                  <a:pt x="670413" y="1040728"/>
                </a:lnTo>
                <a:lnTo>
                  <a:pt x="661038" y="1040391"/>
                </a:lnTo>
                <a:cubicBezTo>
                  <a:pt x="653161" y="1036791"/>
                  <a:pt x="646657" y="1030186"/>
                  <a:pt x="643393" y="1021429"/>
                </a:cubicBezTo>
                <a:cubicBezTo>
                  <a:pt x="636867" y="1003917"/>
                  <a:pt x="645773" y="984428"/>
                  <a:pt x="663285" y="977901"/>
                </a:cubicBezTo>
                <a:close/>
                <a:moveTo>
                  <a:pt x="1045557" y="977064"/>
                </a:moveTo>
                <a:cubicBezTo>
                  <a:pt x="1050962" y="977064"/>
                  <a:pt x="1056366" y="979127"/>
                  <a:pt x="1060491" y="983251"/>
                </a:cubicBezTo>
                <a:cubicBezTo>
                  <a:pt x="1064616" y="987376"/>
                  <a:pt x="1066678" y="992780"/>
                  <a:pt x="1066678" y="998185"/>
                </a:cubicBezTo>
                <a:lnTo>
                  <a:pt x="1061250" y="1011286"/>
                </a:lnTo>
                <a:lnTo>
                  <a:pt x="1175880" y="1125653"/>
                </a:lnTo>
                <a:lnTo>
                  <a:pt x="1170743" y="1125653"/>
                </a:lnTo>
                <a:lnTo>
                  <a:pt x="1058694" y="1013863"/>
                </a:lnTo>
                <a:lnTo>
                  <a:pt x="1045557" y="1019305"/>
                </a:lnTo>
                <a:cubicBezTo>
                  <a:pt x="1040153" y="1019305"/>
                  <a:pt x="1034749" y="1017243"/>
                  <a:pt x="1030624" y="1013118"/>
                </a:cubicBezTo>
                <a:cubicBezTo>
                  <a:pt x="1022374" y="1004869"/>
                  <a:pt x="1022374" y="991501"/>
                  <a:pt x="1030624" y="983251"/>
                </a:cubicBezTo>
                <a:cubicBezTo>
                  <a:pt x="1034749" y="979127"/>
                  <a:pt x="1040153" y="977064"/>
                  <a:pt x="1045557" y="977064"/>
                </a:cubicBezTo>
                <a:close/>
                <a:moveTo>
                  <a:pt x="1100454" y="899070"/>
                </a:moveTo>
                <a:cubicBezTo>
                  <a:pt x="1108456" y="895756"/>
                  <a:pt x="1117721" y="895494"/>
                  <a:pt x="1126354" y="899070"/>
                </a:cubicBezTo>
                <a:cubicBezTo>
                  <a:pt x="1143621" y="906222"/>
                  <a:pt x="1151821" y="926018"/>
                  <a:pt x="1144668" y="943285"/>
                </a:cubicBezTo>
                <a:lnTo>
                  <a:pt x="1138735" y="949218"/>
                </a:lnTo>
                <a:lnTo>
                  <a:pt x="1315340" y="1125653"/>
                </a:lnTo>
                <a:lnTo>
                  <a:pt x="1302508" y="1125653"/>
                </a:lnTo>
                <a:lnTo>
                  <a:pt x="1132322" y="955631"/>
                </a:lnTo>
                <a:lnTo>
                  <a:pt x="1126354" y="961600"/>
                </a:lnTo>
                <a:cubicBezTo>
                  <a:pt x="1118352" y="964914"/>
                  <a:pt x="1109087" y="965176"/>
                  <a:pt x="1100453" y="961600"/>
                </a:cubicBezTo>
                <a:cubicBezTo>
                  <a:pt x="1083187" y="954448"/>
                  <a:pt x="1074987" y="934652"/>
                  <a:pt x="1082139" y="917385"/>
                </a:cubicBezTo>
                <a:cubicBezTo>
                  <a:pt x="1085716" y="908751"/>
                  <a:pt x="1092453" y="902385"/>
                  <a:pt x="1100454" y="899070"/>
                </a:cubicBezTo>
                <a:close/>
                <a:moveTo>
                  <a:pt x="182541" y="836025"/>
                </a:moveTo>
                <a:cubicBezTo>
                  <a:pt x="187946" y="836025"/>
                  <a:pt x="193350" y="838088"/>
                  <a:pt x="197475" y="842212"/>
                </a:cubicBezTo>
                <a:cubicBezTo>
                  <a:pt x="201600" y="846337"/>
                  <a:pt x="203662" y="851741"/>
                  <a:pt x="203662" y="857145"/>
                </a:cubicBezTo>
                <a:lnTo>
                  <a:pt x="198225" y="870268"/>
                </a:lnTo>
                <a:lnTo>
                  <a:pt x="382590" y="1054619"/>
                </a:lnTo>
                <a:lnTo>
                  <a:pt x="382590" y="1125653"/>
                </a:lnTo>
                <a:lnTo>
                  <a:pt x="378962" y="1125653"/>
                </a:lnTo>
                <a:lnTo>
                  <a:pt x="378962" y="1056125"/>
                </a:lnTo>
                <a:lnTo>
                  <a:pt x="195665" y="872828"/>
                </a:lnTo>
                <a:lnTo>
                  <a:pt x="182541" y="878265"/>
                </a:lnTo>
                <a:cubicBezTo>
                  <a:pt x="177137" y="878265"/>
                  <a:pt x="171733" y="876203"/>
                  <a:pt x="167608" y="872078"/>
                </a:cubicBezTo>
                <a:cubicBezTo>
                  <a:pt x="159358" y="863829"/>
                  <a:pt x="159358" y="850461"/>
                  <a:pt x="167608" y="842212"/>
                </a:cubicBezTo>
                <a:cubicBezTo>
                  <a:pt x="171733" y="838088"/>
                  <a:pt x="177137" y="836025"/>
                  <a:pt x="182541" y="836025"/>
                </a:cubicBezTo>
                <a:close/>
                <a:moveTo>
                  <a:pt x="1496296" y="835829"/>
                </a:moveTo>
                <a:cubicBezTo>
                  <a:pt x="1501701" y="835829"/>
                  <a:pt x="1507105" y="837892"/>
                  <a:pt x="1511230" y="842016"/>
                </a:cubicBezTo>
                <a:cubicBezTo>
                  <a:pt x="1515355" y="846141"/>
                  <a:pt x="1517417" y="851545"/>
                  <a:pt x="1517417" y="856950"/>
                </a:cubicBezTo>
                <a:lnTo>
                  <a:pt x="1511998" y="870030"/>
                </a:lnTo>
                <a:lnTo>
                  <a:pt x="1647248" y="1004977"/>
                </a:lnTo>
                <a:lnTo>
                  <a:pt x="1767910" y="1125653"/>
                </a:lnTo>
                <a:lnTo>
                  <a:pt x="1762781" y="1125653"/>
                </a:lnTo>
                <a:lnTo>
                  <a:pt x="1643904" y="1006766"/>
                </a:lnTo>
                <a:lnTo>
                  <a:pt x="1509454" y="872619"/>
                </a:lnTo>
                <a:lnTo>
                  <a:pt x="1496296" y="878070"/>
                </a:lnTo>
                <a:cubicBezTo>
                  <a:pt x="1490892" y="878070"/>
                  <a:pt x="1485488" y="876008"/>
                  <a:pt x="1481363" y="871883"/>
                </a:cubicBezTo>
                <a:cubicBezTo>
                  <a:pt x="1473113" y="863634"/>
                  <a:pt x="1473113" y="850266"/>
                  <a:pt x="1481363" y="842016"/>
                </a:cubicBezTo>
                <a:cubicBezTo>
                  <a:pt x="1485488" y="837892"/>
                  <a:pt x="1490892" y="835829"/>
                  <a:pt x="1496296" y="835829"/>
                </a:cubicBezTo>
                <a:close/>
                <a:moveTo>
                  <a:pt x="281142" y="808010"/>
                </a:moveTo>
                <a:cubicBezTo>
                  <a:pt x="299832" y="808010"/>
                  <a:pt x="314983" y="823162"/>
                  <a:pt x="314983" y="841851"/>
                </a:cubicBezTo>
                <a:lnTo>
                  <a:pt x="306949" y="861247"/>
                </a:lnTo>
                <a:lnTo>
                  <a:pt x="371643" y="925941"/>
                </a:lnTo>
                <a:lnTo>
                  <a:pt x="391050" y="917902"/>
                </a:lnTo>
                <a:cubicBezTo>
                  <a:pt x="409740" y="917902"/>
                  <a:pt x="424891" y="933054"/>
                  <a:pt x="424891" y="951743"/>
                </a:cubicBezTo>
                <a:cubicBezTo>
                  <a:pt x="424891" y="970433"/>
                  <a:pt x="409740" y="985584"/>
                  <a:pt x="391050" y="985584"/>
                </a:cubicBezTo>
                <a:cubicBezTo>
                  <a:pt x="372361" y="985584"/>
                  <a:pt x="357210" y="970433"/>
                  <a:pt x="357210" y="951743"/>
                </a:cubicBezTo>
                <a:lnTo>
                  <a:pt x="365241" y="932355"/>
                </a:lnTo>
                <a:lnTo>
                  <a:pt x="300542" y="867656"/>
                </a:lnTo>
                <a:lnTo>
                  <a:pt x="281142" y="875692"/>
                </a:lnTo>
                <a:cubicBezTo>
                  <a:pt x="262453" y="875692"/>
                  <a:pt x="247302" y="860541"/>
                  <a:pt x="247302" y="841851"/>
                </a:cubicBezTo>
                <a:cubicBezTo>
                  <a:pt x="247302" y="823162"/>
                  <a:pt x="262453" y="808010"/>
                  <a:pt x="281142" y="808010"/>
                </a:cubicBezTo>
                <a:close/>
                <a:moveTo>
                  <a:pt x="33840" y="792430"/>
                </a:moveTo>
                <a:cubicBezTo>
                  <a:pt x="52530" y="792430"/>
                  <a:pt x="67681" y="807581"/>
                  <a:pt x="67681" y="826271"/>
                </a:cubicBezTo>
                <a:lnTo>
                  <a:pt x="59648" y="845665"/>
                </a:lnTo>
                <a:lnTo>
                  <a:pt x="287571" y="1073589"/>
                </a:lnTo>
                <a:lnTo>
                  <a:pt x="287571" y="1125653"/>
                </a:lnTo>
                <a:lnTo>
                  <a:pt x="278509" y="1125653"/>
                </a:lnTo>
                <a:lnTo>
                  <a:pt x="278509" y="1077336"/>
                </a:lnTo>
                <a:lnTo>
                  <a:pt x="53247" y="852074"/>
                </a:lnTo>
                <a:lnTo>
                  <a:pt x="33840" y="860112"/>
                </a:lnTo>
                <a:cubicBezTo>
                  <a:pt x="15151" y="860112"/>
                  <a:pt x="0" y="844961"/>
                  <a:pt x="0" y="826271"/>
                </a:cubicBezTo>
                <a:cubicBezTo>
                  <a:pt x="0" y="807581"/>
                  <a:pt x="15151" y="792430"/>
                  <a:pt x="33840" y="792430"/>
                </a:cubicBezTo>
                <a:close/>
                <a:moveTo>
                  <a:pt x="1237387" y="643503"/>
                </a:moveTo>
                <a:cubicBezTo>
                  <a:pt x="1249052" y="643503"/>
                  <a:pt x="1258507" y="652959"/>
                  <a:pt x="1258507" y="664623"/>
                </a:cubicBezTo>
                <a:cubicBezTo>
                  <a:pt x="1258507" y="670456"/>
                  <a:pt x="1256143" y="675736"/>
                  <a:pt x="1252321" y="679557"/>
                </a:cubicBezTo>
                <a:lnTo>
                  <a:pt x="1239211" y="684988"/>
                </a:lnTo>
                <a:lnTo>
                  <a:pt x="1239164" y="758753"/>
                </a:lnTo>
                <a:cubicBezTo>
                  <a:pt x="1238471" y="803433"/>
                  <a:pt x="1237764" y="849618"/>
                  <a:pt x="1241361" y="895622"/>
                </a:cubicBezTo>
                <a:lnTo>
                  <a:pt x="1470658" y="1125653"/>
                </a:lnTo>
                <a:lnTo>
                  <a:pt x="1465518" y="1125653"/>
                </a:lnTo>
                <a:lnTo>
                  <a:pt x="1238305" y="897715"/>
                </a:lnTo>
                <a:lnTo>
                  <a:pt x="1237839" y="897248"/>
                </a:lnTo>
                <a:lnTo>
                  <a:pt x="1237854" y="897233"/>
                </a:lnTo>
                <a:lnTo>
                  <a:pt x="1237809" y="896570"/>
                </a:lnTo>
                <a:cubicBezTo>
                  <a:pt x="1234135" y="850175"/>
                  <a:pt x="1234843" y="803674"/>
                  <a:pt x="1235536" y="758693"/>
                </a:cubicBezTo>
                <a:lnTo>
                  <a:pt x="1235583" y="684996"/>
                </a:lnTo>
                <a:lnTo>
                  <a:pt x="1222453" y="679557"/>
                </a:lnTo>
                <a:cubicBezTo>
                  <a:pt x="1218631" y="675736"/>
                  <a:pt x="1216267" y="670456"/>
                  <a:pt x="1216267" y="664623"/>
                </a:cubicBezTo>
                <a:cubicBezTo>
                  <a:pt x="1216267" y="652959"/>
                  <a:pt x="1225723" y="643503"/>
                  <a:pt x="1237387" y="643503"/>
                </a:cubicBezTo>
                <a:close/>
                <a:moveTo>
                  <a:pt x="2520840" y="521597"/>
                </a:moveTo>
                <a:cubicBezTo>
                  <a:pt x="2527508" y="521597"/>
                  <a:pt x="2534177" y="524141"/>
                  <a:pt x="2539265" y="529229"/>
                </a:cubicBezTo>
                <a:cubicBezTo>
                  <a:pt x="2549441" y="539406"/>
                  <a:pt x="2549441" y="555904"/>
                  <a:pt x="2539265" y="566081"/>
                </a:cubicBezTo>
                <a:cubicBezTo>
                  <a:pt x="2529089" y="576257"/>
                  <a:pt x="2512590" y="576257"/>
                  <a:pt x="2502414" y="566081"/>
                </a:cubicBezTo>
                <a:cubicBezTo>
                  <a:pt x="2492237" y="555904"/>
                  <a:pt x="2492237" y="539406"/>
                  <a:pt x="2502414" y="529229"/>
                </a:cubicBezTo>
                <a:cubicBezTo>
                  <a:pt x="2507502" y="524141"/>
                  <a:pt x="2514171" y="521597"/>
                  <a:pt x="2520840" y="521597"/>
                </a:cubicBezTo>
                <a:close/>
                <a:moveTo>
                  <a:pt x="1273290" y="453781"/>
                </a:moveTo>
                <a:cubicBezTo>
                  <a:pt x="1278694" y="453781"/>
                  <a:pt x="1284099" y="455843"/>
                  <a:pt x="1288224" y="459968"/>
                </a:cubicBezTo>
                <a:cubicBezTo>
                  <a:pt x="1296473" y="468217"/>
                  <a:pt x="1296473" y="481585"/>
                  <a:pt x="1288224" y="489834"/>
                </a:cubicBezTo>
                <a:cubicBezTo>
                  <a:pt x="1284099" y="493959"/>
                  <a:pt x="1278694" y="496021"/>
                  <a:pt x="1273290" y="496021"/>
                </a:cubicBezTo>
                <a:lnTo>
                  <a:pt x="1260166" y="490584"/>
                </a:lnTo>
                <a:lnTo>
                  <a:pt x="965936" y="784815"/>
                </a:lnTo>
                <a:lnTo>
                  <a:pt x="971373" y="797939"/>
                </a:lnTo>
                <a:cubicBezTo>
                  <a:pt x="971373" y="803343"/>
                  <a:pt x="969311" y="808748"/>
                  <a:pt x="965186" y="812872"/>
                </a:cubicBezTo>
                <a:cubicBezTo>
                  <a:pt x="956936" y="821122"/>
                  <a:pt x="943568" y="821122"/>
                  <a:pt x="935319" y="812872"/>
                </a:cubicBezTo>
                <a:cubicBezTo>
                  <a:pt x="927069" y="804623"/>
                  <a:pt x="927069" y="791255"/>
                  <a:pt x="935319" y="783005"/>
                </a:cubicBezTo>
                <a:cubicBezTo>
                  <a:pt x="939444" y="778881"/>
                  <a:pt x="944848" y="776818"/>
                  <a:pt x="950252" y="776818"/>
                </a:cubicBezTo>
                <a:lnTo>
                  <a:pt x="963368" y="782252"/>
                </a:lnTo>
                <a:lnTo>
                  <a:pt x="1257604" y="488016"/>
                </a:lnTo>
                <a:lnTo>
                  <a:pt x="1252170" y="474901"/>
                </a:lnTo>
                <a:cubicBezTo>
                  <a:pt x="1252170" y="469497"/>
                  <a:pt x="1254232" y="464092"/>
                  <a:pt x="1258357" y="459968"/>
                </a:cubicBezTo>
                <a:cubicBezTo>
                  <a:pt x="1262482" y="455843"/>
                  <a:pt x="1267886" y="453781"/>
                  <a:pt x="1273290" y="453781"/>
                </a:cubicBezTo>
                <a:close/>
                <a:moveTo>
                  <a:pt x="574134" y="435708"/>
                </a:moveTo>
                <a:cubicBezTo>
                  <a:pt x="582798" y="435708"/>
                  <a:pt x="591461" y="439012"/>
                  <a:pt x="598070" y="445621"/>
                </a:cubicBezTo>
                <a:cubicBezTo>
                  <a:pt x="611287" y="458838"/>
                  <a:pt x="611287" y="480274"/>
                  <a:pt x="598070" y="493492"/>
                </a:cubicBezTo>
                <a:lnTo>
                  <a:pt x="578500" y="501597"/>
                </a:lnTo>
                <a:lnTo>
                  <a:pt x="578500" y="1125653"/>
                </a:lnTo>
                <a:lnTo>
                  <a:pt x="569438" y="1125653"/>
                </a:lnTo>
                <a:lnTo>
                  <a:pt x="569438" y="501460"/>
                </a:lnTo>
                <a:lnTo>
                  <a:pt x="550199" y="493492"/>
                </a:lnTo>
                <a:cubicBezTo>
                  <a:pt x="536981" y="480274"/>
                  <a:pt x="536981" y="458838"/>
                  <a:pt x="550199" y="445621"/>
                </a:cubicBezTo>
                <a:cubicBezTo>
                  <a:pt x="556808" y="439012"/>
                  <a:pt x="565471" y="435708"/>
                  <a:pt x="574134" y="435708"/>
                </a:cubicBezTo>
                <a:close/>
                <a:moveTo>
                  <a:pt x="2394780" y="395537"/>
                </a:moveTo>
                <a:cubicBezTo>
                  <a:pt x="2401448" y="395537"/>
                  <a:pt x="2408117" y="398081"/>
                  <a:pt x="2413205" y="403169"/>
                </a:cubicBezTo>
                <a:cubicBezTo>
                  <a:pt x="2423381" y="413346"/>
                  <a:pt x="2423381" y="429844"/>
                  <a:pt x="2413205" y="440021"/>
                </a:cubicBezTo>
                <a:cubicBezTo>
                  <a:pt x="2403029" y="450197"/>
                  <a:pt x="2386530" y="450197"/>
                  <a:pt x="2376354" y="440021"/>
                </a:cubicBezTo>
                <a:cubicBezTo>
                  <a:pt x="2366177" y="429844"/>
                  <a:pt x="2366177" y="413346"/>
                  <a:pt x="2376354" y="403169"/>
                </a:cubicBezTo>
                <a:cubicBezTo>
                  <a:pt x="2381442" y="398081"/>
                  <a:pt x="2388111" y="395537"/>
                  <a:pt x="2394780" y="395537"/>
                </a:cubicBezTo>
                <a:close/>
                <a:moveTo>
                  <a:pt x="1376363" y="375336"/>
                </a:moveTo>
                <a:cubicBezTo>
                  <a:pt x="1381768" y="375336"/>
                  <a:pt x="1387172" y="377398"/>
                  <a:pt x="1391297" y="381523"/>
                </a:cubicBezTo>
                <a:cubicBezTo>
                  <a:pt x="1399546" y="389772"/>
                  <a:pt x="1399546" y="403140"/>
                  <a:pt x="1391297" y="411389"/>
                </a:cubicBezTo>
                <a:lnTo>
                  <a:pt x="1378200" y="416815"/>
                </a:lnTo>
                <a:lnTo>
                  <a:pt x="1378525" y="637626"/>
                </a:lnTo>
                <a:cubicBezTo>
                  <a:pt x="1378576" y="718124"/>
                  <a:pt x="1378576" y="798369"/>
                  <a:pt x="1378576" y="877273"/>
                </a:cubicBezTo>
                <a:cubicBezTo>
                  <a:pt x="1454251" y="952933"/>
                  <a:pt x="1530679" y="1028909"/>
                  <a:pt x="1604593" y="1102371"/>
                </a:cubicBezTo>
                <a:lnTo>
                  <a:pt x="1627939" y="1125653"/>
                </a:lnTo>
                <a:lnTo>
                  <a:pt x="1622799" y="1125653"/>
                </a:lnTo>
                <a:lnTo>
                  <a:pt x="1602034" y="1104946"/>
                </a:lnTo>
                <a:cubicBezTo>
                  <a:pt x="1527954" y="1031303"/>
                  <a:pt x="1451331" y="955146"/>
                  <a:pt x="1375490" y="879305"/>
                </a:cubicBezTo>
                <a:lnTo>
                  <a:pt x="1374963" y="878778"/>
                </a:lnTo>
                <a:lnTo>
                  <a:pt x="1374948" y="878778"/>
                </a:lnTo>
                <a:lnTo>
                  <a:pt x="1374948" y="878026"/>
                </a:lnTo>
                <a:cubicBezTo>
                  <a:pt x="1374948" y="799008"/>
                  <a:pt x="1374948" y="718643"/>
                  <a:pt x="1374897" y="638019"/>
                </a:cubicBezTo>
                <a:lnTo>
                  <a:pt x="1374572" y="416834"/>
                </a:lnTo>
                <a:lnTo>
                  <a:pt x="1361430" y="411389"/>
                </a:lnTo>
                <a:cubicBezTo>
                  <a:pt x="1353180" y="403140"/>
                  <a:pt x="1353180" y="389772"/>
                  <a:pt x="1361430" y="381523"/>
                </a:cubicBezTo>
                <a:cubicBezTo>
                  <a:pt x="1365555" y="377398"/>
                  <a:pt x="1370959" y="375336"/>
                  <a:pt x="1376363" y="375336"/>
                </a:cubicBezTo>
                <a:close/>
                <a:moveTo>
                  <a:pt x="1637335" y="346101"/>
                </a:moveTo>
                <a:cubicBezTo>
                  <a:pt x="1643167" y="346101"/>
                  <a:pt x="1648447" y="348465"/>
                  <a:pt x="1652269" y="352287"/>
                </a:cubicBezTo>
                <a:lnTo>
                  <a:pt x="1656613" y="362774"/>
                </a:lnTo>
                <a:lnTo>
                  <a:pt x="1898939" y="363653"/>
                </a:lnTo>
                <a:lnTo>
                  <a:pt x="1900760" y="363653"/>
                </a:lnTo>
                <a:lnTo>
                  <a:pt x="1902070" y="364917"/>
                </a:lnTo>
                <a:cubicBezTo>
                  <a:pt x="1954277" y="415076"/>
                  <a:pt x="2005384" y="466696"/>
                  <a:pt x="2054805" y="516630"/>
                </a:cubicBezTo>
                <a:cubicBezTo>
                  <a:pt x="2104528" y="566849"/>
                  <a:pt x="2155952" y="618799"/>
                  <a:pt x="2209196" y="669997"/>
                </a:cubicBezTo>
                <a:cubicBezTo>
                  <a:pt x="2211951" y="672752"/>
                  <a:pt x="2214676" y="677960"/>
                  <a:pt x="2214676" y="683500"/>
                </a:cubicBezTo>
                <a:lnTo>
                  <a:pt x="2214676" y="683711"/>
                </a:lnTo>
                <a:cubicBezTo>
                  <a:pt x="2212342" y="733915"/>
                  <a:pt x="2212674" y="785655"/>
                  <a:pt x="2213005" y="835694"/>
                </a:cubicBezTo>
                <a:cubicBezTo>
                  <a:pt x="2213246" y="872576"/>
                  <a:pt x="2213502" y="910677"/>
                  <a:pt x="2212674" y="947860"/>
                </a:cubicBezTo>
                <a:lnTo>
                  <a:pt x="2213171" y="948357"/>
                </a:lnTo>
                <a:lnTo>
                  <a:pt x="2389531" y="1125653"/>
                </a:lnTo>
                <a:lnTo>
                  <a:pt x="2376727" y="1125653"/>
                </a:lnTo>
                <a:lnTo>
                  <a:pt x="2206728" y="954739"/>
                </a:lnTo>
                <a:lnTo>
                  <a:pt x="2203521" y="951502"/>
                </a:lnTo>
                <a:lnTo>
                  <a:pt x="2203566" y="949575"/>
                </a:lnTo>
                <a:cubicBezTo>
                  <a:pt x="2204439" y="911926"/>
                  <a:pt x="2204184" y="873208"/>
                  <a:pt x="2203942" y="835754"/>
                </a:cubicBezTo>
                <a:cubicBezTo>
                  <a:pt x="2203611" y="785640"/>
                  <a:pt x="2203280" y="733825"/>
                  <a:pt x="2205614" y="683410"/>
                </a:cubicBezTo>
                <a:cubicBezTo>
                  <a:pt x="2205568" y="680489"/>
                  <a:pt x="2203973" y="677599"/>
                  <a:pt x="2202844" y="676470"/>
                </a:cubicBezTo>
                <a:cubicBezTo>
                  <a:pt x="2149584" y="625257"/>
                  <a:pt x="2098115" y="573276"/>
                  <a:pt x="2048347" y="522997"/>
                </a:cubicBezTo>
                <a:lnTo>
                  <a:pt x="2048378" y="522997"/>
                </a:lnTo>
                <a:cubicBezTo>
                  <a:pt x="1999407" y="473530"/>
                  <a:pt x="1948782" y="422393"/>
                  <a:pt x="1897118" y="372715"/>
                </a:cubicBezTo>
                <a:lnTo>
                  <a:pt x="1656543" y="371837"/>
                </a:lnTo>
                <a:lnTo>
                  <a:pt x="1652269" y="382155"/>
                </a:lnTo>
                <a:cubicBezTo>
                  <a:pt x="1648447" y="385977"/>
                  <a:pt x="1643167" y="388341"/>
                  <a:pt x="1637335" y="388341"/>
                </a:cubicBezTo>
                <a:cubicBezTo>
                  <a:pt x="1625670" y="388341"/>
                  <a:pt x="1616215" y="378886"/>
                  <a:pt x="1616215" y="367221"/>
                </a:cubicBezTo>
                <a:cubicBezTo>
                  <a:pt x="1616215" y="355556"/>
                  <a:pt x="1625670" y="346101"/>
                  <a:pt x="1637335" y="346101"/>
                </a:cubicBezTo>
                <a:close/>
                <a:moveTo>
                  <a:pt x="1437888" y="301083"/>
                </a:moveTo>
                <a:cubicBezTo>
                  <a:pt x="1446551" y="301083"/>
                  <a:pt x="1455215" y="304387"/>
                  <a:pt x="1461823" y="310995"/>
                </a:cubicBezTo>
                <a:cubicBezTo>
                  <a:pt x="1468432" y="317604"/>
                  <a:pt x="1471736" y="326268"/>
                  <a:pt x="1471736" y="334931"/>
                </a:cubicBezTo>
                <a:lnTo>
                  <a:pt x="1463730" y="354263"/>
                </a:lnTo>
                <a:lnTo>
                  <a:pt x="1511275" y="401543"/>
                </a:lnTo>
                <a:cubicBezTo>
                  <a:pt x="1539622" y="429046"/>
                  <a:pt x="1568931" y="457483"/>
                  <a:pt x="1597172" y="487997"/>
                </a:cubicBezTo>
                <a:lnTo>
                  <a:pt x="1597608" y="488479"/>
                </a:lnTo>
                <a:lnTo>
                  <a:pt x="1597895" y="489051"/>
                </a:lnTo>
                <a:cubicBezTo>
                  <a:pt x="1600137" y="493552"/>
                  <a:pt x="1602456" y="498204"/>
                  <a:pt x="1602441" y="503367"/>
                </a:cubicBezTo>
                <a:lnTo>
                  <a:pt x="1602441" y="503819"/>
                </a:lnTo>
                <a:cubicBezTo>
                  <a:pt x="1600122" y="526941"/>
                  <a:pt x="1600453" y="549958"/>
                  <a:pt x="1600785" y="572223"/>
                </a:cubicBezTo>
                <a:cubicBezTo>
                  <a:pt x="1601026" y="588526"/>
                  <a:pt x="1601266" y="605356"/>
                  <a:pt x="1600499" y="622367"/>
                </a:cubicBezTo>
                <a:cubicBezTo>
                  <a:pt x="1707982" y="728496"/>
                  <a:pt x="1816159" y="837139"/>
                  <a:pt x="1920782" y="942214"/>
                </a:cubicBezTo>
                <a:cubicBezTo>
                  <a:pt x="1972658" y="994300"/>
                  <a:pt x="2026279" y="1048162"/>
                  <a:pt x="2079012" y="1100895"/>
                </a:cubicBezTo>
                <a:cubicBezTo>
                  <a:pt x="2095481" y="1101588"/>
                  <a:pt x="2111935" y="1101107"/>
                  <a:pt x="2127862" y="1100640"/>
                </a:cubicBezTo>
                <a:cubicBezTo>
                  <a:pt x="2152745" y="1099917"/>
                  <a:pt x="2178472" y="1099165"/>
                  <a:pt x="2204636" y="1102898"/>
                </a:cubicBezTo>
                <a:lnTo>
                  <a:pt x="2206171" y="1103124"/>
                </a:lnTo>
                <a:lnTo>
                  <a:pt x="2207255" y="1104238"/>
                </a:lnTo>
                <a:lnTo>
                  <a:pt x="2228537" y="1125653"/>
                </a:lnTo>
                <a:lnTo>
                  <a:pt x="2215725" y="1125653"/>
                </a:lnTo>
                <a:lnTo>
                  <a:pt x="2201821" y="1111659"/>
                </a:lnTo>
                <a:cubicBezTo>
                  <a:pt x="2176937" y="1108272"/>
                  <a:pt x="2152128" y="1108995"/>
                  <a:pt x="2128118" y="1109702"/>
                </a:cubicBezTo>
                <a:cubicBezTo>
                  <a:pt x="2111438" y="1110199"/>
                  <a:pt x="2094216" y="1110696"/>
                  <a:pt x="2076814" y="1109868"/>
                </a:cubicBezTo>
                <a:lnTo>
                  <a:pt x="2075069" y="1109777"/>
                </a:lnTo>
                <a:lnTo>
                  <a:pt x="2073834" y="1108543"/>
                </a:lnTo>
                <a:cubicBezTo>
                  <a:pt x="2020694" y="1055403"/>
                  <a:pt x="1966621" y="1001104"/>
                  <a:pt x="1914339" y="948597"/>
                </a:cubicBezTo>
                <a:cubicBezTo>
                  <a:pt x="1809249" y="843070"/>
                  <a:pt x="1700591" y="733945"/>
                  <a:pt x="1592671" y="627380"/>
                </a:cubicBezTo>
                <a:lnTo>
                  <a:pt x="1591225" y="625949"/>
                </a:lnTo>
                <a:lnTo>
                  <a:pt x="1591331" y="623917"/>
                </a:lnTo>
                <a:cubicBezTo>
                  <a:pt x="1592204" y="606500"/>
                  <a:pt x="1591949" y="589128"/>
                  <a:pt x="1591707" y="572328"/>
                </a:cubicBezTo>
                <a:cubicBezTo>
                  <a:pt x="1591376" y="549883"/>
                  <a:pt x="1591045" y="526685"/>
                  <a:pt x="1593378" y="503126"/>
                </a:cubicBezTo>
                <a:cubicBezTo>
                  <a:pt x="1593303" y="500296"/>
                  <a:pt x="1591752" y="497060"/>
                  <a:pt x="1590051" y="493642"/>
                </a:cubicBezTo>
                <a:cubicBezTo>
                  <a:pt x="1562112" y="463490"/>
                  <a:pt x="1533043" y="435279"/>
                  <a:pt x="1504938" y="408001"/>
                </a:cubicBezTo>
                <a:lnTo>
                  <a:pt x="1504953" y="408062"/>
                </a:lnTo>
                <a:lnTo>
                  <a:pt x="1457354" y="360718"/>
                </a:lnTo>
                <a:lnTo>
                  <a:pt x="1437888" y="368780"/>
                </a:lnTo>
                <a:cubicBezTo>
                  <a:pt x="1429224" y="368780"/>
                  <a:pt x="1420561" y="365476"/>
                  <a:pt x="1413952" y="358867"/>
                </a:cubicBezTo>
                <a:cubicBezTo>
                  <a:pt x="1400735" y="345649"/>
                  <a:pt x="1400735" y="324213"/>
                  <a:pt x="1413952" y="310995"/>
                </a:cubicBezTo>
                <a:cubicBezTo>
                  <a:pt x="1420561" y="304387"/>
                  <a:pt x="1429224" y="301083"/>
                  <a:pt x="1437888" y="301083"/>
                </a:cubicBezTo>
                <a:close/>
                <a:moveTo>
                  <a:pt x="2268719" y="269477"/>
                </a:moveTo>
                <a:cubicBezTo>
                  <a:pt x="2275388" y="269477"/>
                  <a:pt x="2282057" y="272021"/>
                  <a:pt x="2287145" y="277109"/>
                </a:cubicBezTo>
                <a:cubicBezTo>
                  <a:pt x="2297321" y="287285"/>
                  <a:pt x="2297321" y="303784"/>
                  <a:pt x="2287145" y="313961"/>
                </a:cubicBezTo>
                <a:cubicBezTo>
                  <a:pt x="2276969" y="324137"/>
                  <a:pt x="2260470" y="324137"/>
                  <a:pt x="2250294" y="313961"/>
                </a:cubicBezTo>
                <a:cubicBezTo>
                  <a:pt x="2240117" y="303784"/>
                  <a:pt x="2240117" y="287285"/>
                  <a:pt x="2250294" y="277109"/>
                </a:cubicBezTo>
                <a:cubicBezTo>
                  <a:pt x="2255382" y="272021"/>
                  <a:pt x="2262051" y="269477"/>
                  <a:pt x="2268719" y="269477"/>
                </a:cubicBezTo>
                <a:close/>
                <a:moveTo>
                  <a:pt x="1521466" y="230232"/>
                </a:moveTo>
                <a:cubicBezTo>
                  <a:pt x="1527299" y="230232"/>
                  <a:pt x="1532578" y="232596"/>
                  <a:pt x="1536400" y="236418"/>
                </a:cubicBezTo>
                <a:lnTo>
                  <a:pt x="1541840" y="249550"/>
                </a:lnTo>
                <a:lnTo>
                  <a:pt x="2044284" y="249666"/>
                </a:lnTo>
                <a:lnTo>
                  <a:pt x="2045037" y="249666"/>
                </a:lnTo>
                <a:lnTo>
                  <a:pt x="2439234" y="643864"/>
                </a:lnTo>
                <a:lnTo>
                  <a:pt x="2439234" y="951006"/>
                </a:lnTo>
                <a:lnTo>
                  <a:pt x="2598934" y="1111558"/>
                </a:lnTo>
                <a:lnTo>
                  <a:pt x="2598934" y="1116702"/>
                </a:lnTo>
                <a:lnTo>
                  <a:pt x="2436314" y="953203"/>
                </a:lnTo>
                <a:lnTo>
                  <a:pt x="2435606" y="952481"/>
                </a:lnTo>
                <a:lnTo>
                  <a:pt x="2435606" y="645369"/>
                </a:lnTo>
                <a:lnTo>
                  <a:pt x="2043531" y="253294"/>
                </a:lnTo>
                <a:lnTo>
                  <a:pt x="1541830" y="253178"/>
                </a:lnTo>
                <a:lnTo>
                  <a:pt x="1536400" y="266286"/>
                </a:lnTo>
                <a:cubicBezTo>
                  <a:pt x="1532578" y="270108"/>
                  <a:pt x="1527299" y="272472"/>
                  <a:pt x="1521466" y="272472"/>
                </a:cubicBezTo>
                <a:cubicBezTo>
                  <a:pt x="1509801" y="272472"/>
                  <a:pt x="1500346" y="263016"/>
                  <a:pt x="1500346" y="251352"/>
                </a:cubicBezTo>
                <a:cubicBezTo>
                  <a:pt x="1500346" y="239687"/>
                  <a:pt x="1509801" y="230232"/>
                  <a:pt x="1521466" y="230232"/>
                </a:cubicBezTo>
                <a:close/>
                <a:moveTo>
                  <a:pt x="1623636" y="128062"/>
                </a:moveTo>
                <a:cubicBezTo>
                  <a:pt x="1629041" y="128062"/>
                  <a:pt x="1634445" y="130124"/>
                  <a:pt x="1638570" y="134249"/>
                </a:cubicBezTo>
                <a:lnTo>
                  <a:pt x="1644008" y="147373"/>
                </a:lnTo>
                <a:lnTo>
                  <a:pt x="2365756" y="147286"/>
                </a:lnTo>
                <a:lnTo>
                  <a:pt x="2366523" y="147286"/>
                </a:lnTo>
                <a:lnTo>
                  <a:pt x="2367050" y="147828"/>
                </a:lnTo>
                <a:lnTo>
                  <a:pt x="2598934" y="380625"/>
                </a:lnTo>
                <a:lnTo>
                  <a:pt x="2598934" y="385754"/>
                </a:lnTo>
                <a:lnTo>
                  <a:pt x="2365003" y="150914"/>
                </a:lnTo>
                <a:lnTo>
                  <a:pt x="1644003" y="151001"/>
                </a:lnTo>
                <a:lnTo>
                  <a:pt x="1638570" y="164115"/>
                </a:lnTo>
                <a:cubicBezTo>
                  <a:pt x="1630320" y="172365"/>
                  <a:pt x="1616952" y="172365"/>
                  <a:pt x="1608703" y="164115"/>
                </a:cubicBezTo>
                <a:cubicBezTo>
                  <a:pt x="1600453" y="155866"/>
                  <a:pt x="1600453" y="142498"/>
                  <a:pt x="1608703" y="134249"/>
                </a:cubicBezTo>
                <a:cubicBezTo>
                  <a:pt x="1612827" y="130124"/>
                  <a:pt x="1618232" y="128062"/>
                  <a:pt x="1623636" y="128062"/>
                </a:cubicBezTo>
                <a:close/>
                <a:moveTo>
                  <a:pt x="1712491" y="37397"/>
                </a:moveTo>
                <a:cubicBezTo>
                  <a:pt x="1717873" y="36892"/>
                  <a:pt x="1723447" y="38440"/>
                  <a:pt x="1727938" y="42161"/>
                </a:cubicBezTo>
                <a:lnTo>
                  <a:pt x="1734133" y="53880"/>
                </a:lnTo>
                <a:lnTo>
                  <a:pt x="2421034" y="54480"/>
                </a:lnTo>
                <a:lnTo>
                  <a:pt x="2422930" y="54480"/>
                </a:lnTo>
                <a:lnTo>
                  <a:pt x="2424255" y="55820"/>
                </a:lnTo>
                <a:lnTo>
                  <a:pt x="2598934" y="230499"/>
                </a:lnTo>
                <a:lnTo>
                  <a:pt x="2598934" y="243319"/>
                </a:lnTo>
                <a:lnTo>
                  <a:pt x="2419137" y="63543"/>
                </a:lnTo>
                <a:lnTo>
                  <a:pt x="1733491" y="62942"/>
                </a:lnTo>
                <a:lnTo>
                  <a:pt x="1730728" y="71899"/>
                </a:lnTo>
                <a:cubicBezTo>
                  <a:pt x="1723287" y="80881"/>
                  <a:pt x="1709973" y="82130"/>
                  <a:pt x="1700990" y="74689"/>
                </a:cubicBezTo>
                <a:cubicBezTo>
                  <a:pt x="1692008" y="67247"/>
                  <a:pt x="1690759" y="53933"/>
                  <a:pt x="1698200" y="44951"/>
                </a:cubicBezTo>
                <a:cubicBezTo>
                  <a:pt x="1701921" y="40460"/>
                  <a:pt x="1707110" y="37902"/>
                  <a:pt x="1712491" y="37397"/>
                </a:cubicBezTo>
                <a:close/>
                <a:moveTo>
                  <a:pt x="2503903" y="0"/>
                </a:moveTo>
                <a:cubicBezTo>
                  <a:pt x="2515567" y="0"/>
                  <a:pt x="2525024" y="9455"/>
                  <a:pt x="2525024" y="21120"/>
                </a:cubicBezTo>
                <a:lnTo>
                  <a:pt x="2520961" y="30928"/>
                </a:lnTo>
                <a:lnTo>
                  <a:pt x="2598934" y="108655"/>
                </a:lnTo>
                <a:lnTo>
                  <a:pt x="2598934" y="121469"/>
                </a:lnTo>
                <a:lnTo>
                  <a:pt x="2514895" y="37687"/>
                </a:lnTo>
                <a:lnTo>
                  <a:pt x="2503903" y="42240"/>
                </a:lnTo>
                <a:cubicBezTo>
                  <a:pt x="2492239" y="42240"/>
                  <a:pt x="2482783" y="32785"/>
                  <a:pt x="2482783" y="21120"/>
                </a:cubicBezTo>
                <a:cubicBezTo>
                  <a:pt x="2482783" y="9455"/>
                  <a:pt x="2492239" y="0"/>
                  <a:pt x="2503903" y="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66" name="Google Shape;66;p17"/>
          <p:cNvSpPr/>
          <p:nvPr/>
        </p:nvSpPr>
        <p:spPr>
          <a:xfrm flipH="1" rot="10800000">
            <a:off x="0" y="0"/>
            <a:ext cx="1671056" cy="772928"/>
          </a:xfrm>
          <a:custGeom>
            <a:rect b="b" l="l" r="r" t="t"/>
            <a:pathLst>
              <a:path extrusionOk="0" h="1030570" w="1671056">
                <a:moveTo>
                  <a:pt x="1055473" y="261879"/>
                </a:moveTo>
                <a:cubicBezTo>
                  <a:pt x="1065831" y="261879"/>
                  <a:pt x="1076190" y="257929"/>
                  <a:pt x="1084092" y="250027"/>
                </a:cubicBezTo>
                <a:cubicBezTo>
                  <a:pt x="1099895" y="234223"/>
                  <a:pt x="1099895" y="208593"/>
                  <a:pt x="1084092" y="192789"/>
                </a:cubicBezTo>
                <a:cubicBezTo>
                  <a:pt x="1068288" y="176986"/>
                  <a:pt x="1042657" y="176986"/>
                  <a:pt x="1026854" y="192789"/>
                </a:cubicBezTo>
                <a:lnTo>
                  <a:pt x="1017249" y="215979"/>
                </a:lnTo>
                <a:lnTo>
                  <a:pt x="322564" y="215114"/>
                </a:lnTo>
                <a:lnTo>
                  <a:pt x="0" y="215056"/>
                </a:lnTo>
                <a:lnTo>
                  <a:pt x="0" y="225891"/>
                </a:lnTo>
                <a:lnTo>
                  <a:pt x="323710" y="225949"/>
                </a:lnTo>
                <a:lnTo>
                  <a:pt x="1017240" y="226815"/>
                </a:lnTo>
                <a:lnTo>
                  <a:pt x="1026854" y="250027"/>
                </a:lnTo>
                <a:cubicBezTo>
                  <a:pt x="1034756" y="257929"/>
                  <a:pt x="1045114" y="261879"/>
                  <a:pt x="1055473" y="261879"/>
                </a:cubicBezTo>
                <a:close/>
                <a:moveTo>
                  <a:pt x="1630585" y="440342"/>
                </a:moveTo>
                <a:cubicBezTo>
                  <a:pt x="1640943" y="440342"/>
                  <a:pt x="1651302" y="436391"/>
                  <a:pt x="1659204" y="428489"/>
                </a:cubicBezTo>
                <a:cubicBezTo>
                  <a:pt x="1675007" y="412686"/>
                  <a:pt x="1675007" y="387054"/>
                  <a:pt x="1659204" y="371252"/>
                </a:cubicBezTo>
                <a:cubicBezTo>
                  <a:pt x="1651302" y="363350"/>
                  <a:pt x="1640943" y="359399"/>
                  <a:pt x="1630585" y="359399"/>
                </a:cubicBezTo>
                <a:lnTo>
                  <a:pt x="1607376" y="369011"/>
                </a:lnTo>
                <a:lnTo>
                  <a:pt x="1238380" y="0"/>
                </a:lnTo>
                <a:lnTo>
                  <a:pt x="0" y="0"/>
                </a:lnTo>
                <a:lnTo>
                  <a:pt x="0" y="10852"/>
                </a:lnTo>
                <a:lnTo>
                  <a:pt x="1233880" y="10852"/>
                </a:lnTo>
                <a:lnTo>
                  <a:pt x="1599720" y="376675"/>
                </a:lnTo>
                <a:lnTo>
                  <a:pt x="1590113" y="399870"/>
                </a:lnTo>
                <a:cubicBezTo>
                  <a:pt x="1590113" y="410229"/>
                  <a:pt x="1594064" y="420587"/>
                  <a:pt x="1601966" y="428489"/>
                </a:cubicBezTo>
                <a:cubicBezTo>
                  <a:pt x="1609868" y="436391"/>
                  <a:pt x="1620226" y="440342"/>
                  <a:pt x="1630585" y="440342"/>
                </a:cubicBezTo>
                <a:close/>
                <a:moveTo>
                  <a:pt x="446792" y="540373"/>
                </a:moveTo>
                <a:cubicBezTo>
                  <a:pt x="453254" y="540373"/>
                  <a:pt x="459716" y="537907"/>
                  <a:pt x="464648" y="532975"/>
                </a:cubicBezTo>
                <a:cubicBezTo>
                  <a:pt x="474511" y="523112"/>
                  <a:pt x="474511" y="507129"/>
                  <a:pt x="464648" y="497265"/>
                </a:cubicBezTo>
                <a:cubicBezTo>
                  <a:pt x="454784" y="487401"/>
                  <a:pt x="438800" y="487401"/>
                  <a:pt x="428937" y="497265"/>
                </a:cubicBezTo>
                <a:lnTo>
                  <a:pt x="421898" y="514256"/>
                </a:lnTo>
                <a:lnTo>
                  <a:pt x="0" y="514256"/>
                </a:lnTo>
                <a:lnTo>
                  <a:pt x="0" y="518594"/>
                </a:lnTo>
                <a:lnTo>
                  <a:pt x="422979" y="518594"/>
                </a:lnTo>
                <a:lnTo>
                  <a:pt x="428937" y="532975"/>
                </a:lnTo>
                <a:cubicBezTo>
                  <a:pt x="433869" y="537907"/>
                  <a:pt x="440330" y="540373"/>
                  <a:pt x="446792" y="540373"/>
                </a:cubicBezTo>
                <a:close/>
                <a:moveTo>
                  <a:pt x="0" y="903725"/>
                </a:moveTo>
                <a:lnTo>
                  <a:pt x="12723" y="898251"/>
                </a:lnTo>
                <a:lnTo>
                  <a:pt x="407788" y="898251"/>
                </a:lnTo>
                <a:lnTo>
                  <a:pt x="408418" y="897604"/>
                </a:lnTo>
                <a:cubicBezTo>
                  <a:pt x="489846" y="814681"/>
                  <a:pt x="573597" y="731255"/>
                  <a:pt x="654593" y="650564"/>
                </a:cubicBezTo>
                <a:lnTo>
                  <a:pt x="798726" y="506528"/>
                </a:lnTo>
                <a:lnTo>
                  <a:pt x="814426" y="513032"/>
                </a:lnTo>
                <a:cubicBezTo>
                  <a:pt x="820888" y="513032"/>
                  <a:pt x="827349" y="510566"/>
                  <a:pt x="832282" y="505635"/>
                </a:cubicBezTo>
                <a:cubicBezTo>
                  <a:pt x="842145" y="495771"/>
                  <a:pt x="842145" y="479787"/>
                  <a:pt x="832282" y="469923"/>
                </a:cubicBezTo>
                <a:cubicBezTo>
                  <a:pt x="822417" y="460060"/>
                  <a:pt x="806434" y="460060"/>
                  <a:pt x="796571" y="469923"/>
                </a:cubicBezTo>
                <a:cubicBezTo>
                  <a:pt x="791639" y="474855"/>
                  <a:pt x="789173" y="481317"/>
                  <a:pt x="789173" y="487779"/>
                </a:cubicBezTo>
                <a:lnTo>
                  <a:pt x="795666" y="503451"/>
                </a:lnTo>
                <a:lnTo>
                  <a:pt x="651534" y="647486"/>
                </a:lnTo>
                <a:cubicBezTo>
                  <a:pt x="570753" y="727961"/>
                  <a:pt x="487219" y="811189"/>
                  <a:pt x="405952" y="893914"/>
                </a:cubicBezTo>
                <a:lnTo>
                  <a:pt x="12705" y="893914"/>
                </a:lnTo>
                <a:lnTo>
                  <a:pt x="0" y="899355"/>
                </a:lnTo>
                <a:close/>
                <a:moveTo>
                  <a:pt x="1272231" y="1030570"/>
                </a:moveTo>
                <a:lnTo>
                  <a:pt x="1278333" y="1030570"/>
                </a:lnTo>
                <a:lnTo>
                  <a:pt x="1351368" y="956679"/>
                </a:lnTo>
                <a:lnTo>
                  <a:pt x="1367003" y="963156"/>
                </a:lnTo>
                <a:cubicBezTo>
                  <a:pt x="1373465" y="963156"/>
                  <a:pt x="1379927" y="960690"/>
                  <a:pt x="1384859" y="955759"/>
                </a:cubicBezTo>
                <a:cubicBezTo>
                  <a:pt x="1394722" y="945895"/>
                  <a:pt x="1394722" y="929911"/>
                  <a:pt x="1384859" y="920047"/>
                </a:cubicBezTo>
                <a:cubicBezTo>
                  <a:pt x="1374995" y="910184"/>
                  <a:pt x="1359012" y="910184"/>
                  <a:pt x="1349148" y="920047"/>
                </a:cubicBezTo>
                <a:cubicBezTo>
                  <a:pt x="1344216" y="924979"/>
                  <a:pt x="1341750" y="931441"/>
                  <a:pt x="1341750" y="937903"/>
                </a:cubicBezTo>
                <a:lnTo>
                  <a:pt x="1348269" y="953639"/>
                </a:lnTo>
                <a:close/>
                <a:moveTo>
                  <a:pt x="673342" y="1030570"/>
                </a:moveTo>
                <a:lnTo>
                  <a:pt x="688622" y="1030570"/>
                </a:lnTo>
                <a:lnTo>
                  <a:pt x="771980" y="946924"/>
                </a:lnTo>
                <a:cubicBezTo>
                  <a:pt x="828552" y="889751"/>
                  <a:pt x="884426" y="832671"/>
                  <a:pt x="940529" y="774147"/>
                </a:cubicBezTo>
                <a:cubicBezTo>
                  <a:pt x="1092875" y="770511"/>
                  <a:pt x="1246895" y="771015"/>
                  <a:pt x="1395892" y="771483"/>
                </a:cubicBezTo>
                <a:lnTo>
                  <a:pt x="1507913" y="771725"/>
                </a:lnTo>
                <a:lnTo>
                  <a:pt x="1517549" y="794990"/>
                </a:lnTo>
                <a:cubicBezTo>
                  <a:pt x="1533352" y="810793"/>
                  <a:pt x="1558983" y="810793"/>
                  <a:pt x="1574787" y="794990"/>
                </a:cubicBezTo>
                <a:cubicBezTo>
                  <a:pt x="1590590" y="779186"/>
                  <a:pt x="1590590" y="753556"/>
                  <a:pt x="1574787" y="737753"/>
                </a:cubicBezTo>
                <a:cubicBezTo>
                  <a:pt x="1558983" y="721949"/>
                  <a:pt x="1533352" y="721949"/>
                  <a:pt x="1517549" y="737753"/>
                </a:cubicBezTo>
                <a:lnTo>
                  <a:pt x="1507967" y="760889"/>
                </a:lnTo>
                <a:lnTo>
                  <a:pt x="1395928" y="760647"/>
                </a:lnTo>
                <a:cubicBezTo>
                  <a:pt x="1246156" y="760179"/>
                  <a:pt x="1091273" y="759675"/>
                  <a:pt x="938045" y="763365"/>
                </a:cubicBezTo>
                <a:lnTo>
                  <a:pt x="935813" y="763419"/>
                </a:lnTo>
                <a:lnTo>
                  <a:pt x="934265" y="765039"/>
                </a:lnTo>
                <a:cubicBezTo>
                  <a:pt x="877937" y="823815"/>
                  <a:pt x="821843" y="881134"/>
                  <a:pt x="765055" y="938533"/>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74E1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4E13"/>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7"/>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lt1"/>
              </a:buClr>
              <a:buSzPts val="2500"/>
              <a:buFont typeface="Share Tech"/>
              <a:buNone/>
              <a:defRPr b="0" i="0" sz="2500" u="none" cap="none" strike="noStrike">
                <a:solidFill>
                  <a:schemeClr val="lt1"/>
                </a:solidFill>
                <a:latin typeface="Share Tech"/>
                <a:ea typeface="Share Tech"/>
                <a:cs typeface="Share Tech"/>
                <a:sym typeface="Share Tech"/>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30200" lvl="0" marL="457200" marR="0" algn="l">
              <a:lnSpc>
                <a:spcPct val="90000"/>
              </a:lnSpc>
              <a:spcBef>
                <a:spcPts val="600"/>
              </a:spcBef>
              <a:spcAft>
                <a:spcPts val="0"/>
              </a:spcAft>
              <a:buClr>
                <a:schemeClr val="lt1"/>
              </a:buClr>
              <a:buSzPts val="1600"/>
              <a:buFont typeface="Arial"/>
              <a:buChar char="•"/>
              <a:defRPr b="0" i="0" sz="1600" u="none" cap="none" strike="noStrike">
                <a:solidFill>
                  <a:schemeClr val="lt1"/>
                </a:solidFill>
                <a:latin typeface="Share Tech"/>
                <a:ea typeface="Share Tech"/>
                <a:cs typeface="Share Tech"/>
                <a:sym typeface="Share Tech"/>
              </a:defRPr>
            </a:lvl1pPr>
            <a:lvl2pPr indent="-317500" lvl="1" marL="914400" marR="0" algn="l">
              <a:lnSpc>
                <a:spcPct val="90000"/>
              </a:lnSpc>
              <a:spcBef>
                <a:spcPts val="300"/>
              </a:spcBef>
              <a:spcAft>
                <a:spcPts val="0"/>
              </a:spcAft>
              <a:buClr>
                <a:schemeClr val="lt1"/>
              </a:buClr>
              <a:buSzPts val="1400"/>
              <a:buFont typeface="Arial"/>
              <a:buChar char="•"/>
              <a:defRPr b="0" i="0" sz="1400" u="none" cap="none" strike="noStrike">
                <a:solidFill>
                  <a:schemeClr val="lt1"/>
                </a:solidFill>
                <a:latin typeface="Share Tech"/>
                <a:ea typeface="Share Tech"/>
                <a:cs typeface="Share Tech"/>
                <a:sym typeface="Share Tech"/>
              </a:defRPr>
            </a:lvl2pPr>
            <a:lvl3pPr indent="-298450" lvl="2" marL="1371600" marR="0" algn="l">
              <a:lnSpc>
                <a:spcPct val="90000"/>
              </a:lnSpc>
              <a:spcBef>
                <a:spcPts val="300"/>
              </a:spcBef>
              <a:spcAft>
                <a:spcPts val="0"/>
              </a:spcAft>
              <a:buClr>
                <a:schemeClr val="lt1"/>
              </a:buClr>
              <a:buSzPts val="1100"/>
              <a:buFont typeface="Arial"/>
              <a:buChar char="•"/>
              <a:defRPr b="0" i="0" sz="1100" u="none" cap="none" strike="noStrike">
                <a:solidFill>
                  <a:schemeClr val="lt1"/>
                </a:solidFill>
                <a:latin typeface="Share Tech"/>
                <a:ea typeface="Share Tech"/>
                <a:cs typeface="Share Tech"/>
                <a:sym typeface="Share Tech"/>
              </a:defRPr>
            </a:lvl3pPr>
            <a:lvl4pPr indent="-292100" lvl="3" marL="1828800" marR="0" algn="l">
              <a:lnSpc>
                <a:spcPct val="90000"/>
              </a:lnSpc>
              <a:spcBef>
                <a:spcPts val="300"/>
              </a:spcBef>
              <a:spcAft>
                <a:spcPts val="0"/>
              </a:spcAft>
              <a:buClr>
                <a:schemeClr val="lt1"/>
              </a:buClr>
              <a:buSzPts val="1000"/>
              <a:buFont typeface="Arial"/>
              <a:buChar char="•"/>
              <a:defRPr b="0" i="0" sz="1000" u="none" cap="none" strike="noStrike">
                <a:solidFill>
                  <a:schemeClr val="lt1"/>
                </a:solidFill>
                <a:latin typeface="Share Tech"/>
                <a:ea typeface="Share Tech"/>
                <a:cs typeface="Share Tech"/>
                <a:sym typeface="Share Tech"/>
              </a:defRPr>
            </a:lvl4pPr>
            <a:lvl5pPr indent="-292100" lvl="4" marL="2286000" marR="0" algn="l">
              <a:lnSpc>
                <a:spcPct val="90000"/>
              </a:lnSpc>
              <a:spcBef>
                <a:spcPts val="300"/>
              </a:spcBef>
              <a:spcAft>
                <a:spcPts val="0"/>
              </a:spcAft>
              <a:buClr>
                <a:schemeClr val="lt1"/>
              </a:buClr>
              <a:buSzPts val="1000"/>
              <a:buFont typeface="Arial"/>
              <a:buChar char="•"/>
              <a:defRPr b="0" i="0" sz="1000" u="none" cap="none" strike="noStrike">
                <a:solidFill>
                  <a:schemeClr val="lt1"/>
                </a:solidFill>
                <a:latin typeface="Share Tech"/>
                <a:ea typeface="Share Tech"/>
                <a:cs typeface="Share Tech"/>
                <a:sym typeface="Share Tech"/>
              </a:defRPr>
            </a:lvl5pPr>
            <a:lvl6pPr indent="-292100" lvl="5" marL="27432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72"/>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700" u="none" cap="none" strike="noStrike">
                <a:solidFill>
                  <a:schemeClr val="lt1"/>
                </a:solidFill>
                <a:latin typeface="Share Tech"/>
                <a:ea typeface="Share Tech"/>
                <a:cs typeface="Share Tech"/>
                <a:sym typeface="Share Tech"/>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72"/>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700" u="none" cap="none" strike="noStrike">
                <a:solidFill>
                  <a:schemeClr val="lt1"/>
                </a:solidFill>
                <a:latin typeface="Share Tech"/>
                <a:ea typeface="Share Tech"/>
                <a:cs typeface="Share Tech"/>
                <a:sym typeface="Share Tech"/>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72"/>
            <a:ext cx="2057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700" u="none" cap="none" strike="noStrike">
                <a:solidFill>
                  <a:schemeClr val="lt1"/>
                </a:solidFill>
                <a:latin typeface="Share Tech"/>
                <a:ea typeface="Share Tech"/>
                <a:cs typeface="Share Tech"/>
                <a:sym typeface="Share Tech"/>
              </a:defRPr>
            </a:lvl1pPr>
            <a:lvl2pPr indent="0" lvl="1" marL="0" marR="0" algn="r">
              <a:spcBef>
                <a:spcPts val="0"/>
              </a:spcBef>
              <a:buNone/>
              <a:defRPr b="0" i="0" sz="700" u="none" cap="none" strike="noStrike">
                <a:solidFill>
                  <a:schemeClr val="lt1"/>
                </a:solidFill>
                <a:latin typeface="Share Tech"/>
                <a:ea typeface="Share Tech"/>
                <a:cs typeface="Share Tech"/>
                <a:sym typeface="Share Tech"/>
              </a:defRPr>
            </a:lvl2pPr>
            <a:lvl3pPr indent="0" lvl="2" marL="0" marR="0" algn="r">
              <a:spcBef>
                <a:spcPts val="0"/>
              </a:spcBef>
              <a:buNone/>
              <a:defRPr b="0" i="0" sz="700" u="none" cap="none" strike="noStrike">
                <a:solidFill>
                  <a:schemeClr val="lt1"/>
                </a:solidFill>
                <a:latin typeface="Share Tech"/>
                <a:ea typeface="Share Tech"/>
                <a:cs typeface="Share Tech"/>
                <a:sym typeface="Share Tech"/>
              </a:defRPr>
            </a:lvl3pPr>
            <a:lvl4pPr indent="0" lvl="3" marL="0" marR="0" algn="r">
              <a:spcBef>
                <a:spcPts val="0"/>
              </a:spcBef>
              <a:buNone/>
              <a:defRPr b="0" i="0" sz="700" u="none" cap="none" strike="noStrike">
                <a:solidFill>
                  <a:schemeClr val="lt1"/>
                </a:solidFill>
                <a:latin typeface="Share Tech"/>
                <a:ea typeface="Share Tech"/>
                <a:cs typeface="Share Tech"/>
                <a:sym typeface="Share Tech"/>
              </a:defRPr>
            </a:lvl4pPr>
            <a:lvl5pPr indent="0" lvl="4" marL="0" marR="0" algn="r">
              <a:spcBef>
                <a:spcPts val="0"/>
              </a:spcBef>
              <a:buNone/>
              <a:defRPr b="0" i="0" sz="700" u="none" cap="none" strike="noStrike">
                <a:solidFill>
                  <a:schemeClr val="lt1"/>
                </a:solidFill>
                <a:latin typeface="Share Tech"/>
                <a:ea typeface="Share Tech"/>
                <a:cs typeface="Share Tech"/>
                <a:sym typeface="Share Tech"/>
              </a:defRPr>
            </a:lvl5pPr>
            <a:lvl6pPr indent="0" lvl="5" marL="0" marR="0" algn="r">
              <a:spcBef>
                <a:spcPts val="0"/>
              </a:spcBef>
              <a:buNone/>
              <a:defRPr b="0" i="0" sz="700" u="none" cap="none" strike="noStrike">
                <a:solidFill>
                  <a:schemeClr val="lt1"/>
                </a:solidFill>
                <a:latin typeface="Share Tech"/>
                <a:ea typeface="Share Tech"/>
                <a:cs typeface="Share Tech"/>
                <a:sym typeface="Share Tech"/>
              </a:defRPr>
            </a:lvl6pPr>
            <a:lvl7pPr indent="0" lvl="6" marL="0" marR="0" algn="r">
              <a:spcBef>
                <a:spcPts val="0"/>
              </a:spcBef>
              <a:buNone/>
              <a:defRPr b="0" i="0" sz="700" u="none" cap="none" strike="noStrike">
                <a:solidFill>
                  <a:schemeClr val="lt1"/>
                </a:solidFill>
                <a:latin typeface="Share Tech"/>
                <a:ea typeface="Share Tech"/>
                <a:cs typeface="Share Tech"/>
                <a:sym typeface="Share Tech"/>
              </a:defRPr>
            </a:lvl7pPr>
            <a:lvl8pPr indent="0" lvl="7" marL="0" marR="0" algn="r">
              <a:spcBef>
                <a:spcPts val="0"/>
              </a:spcBef>
              <a:buNone/>
              <a:defRPr b="0" i="0" sz="700" u="none" cap="none" strike="noStrike">
                <a:solidFill>
                  <a:schemeClr val="lt1"/>
                </a:solidFill>
                <a:latin typeface="Share Tech"/>
                <a:ea typeface="Share Tech"/>
                <a:cs typeface="Share Tech"/>
                <a:sym typeface="Share Tech"/>
              </a:defRPr>
            </a:lvl8pPr>
            <a:lvl9pPr indent="0" lvl="8" marL="0" marR="0" algn="r">
              <a:spcBef>
                <a:spcPts val="0"/>
              </a:spcBef>
              <a:buNone/>
              <a:defRPr b="0" i="0" sz="700" u="none" cap="none" strike="noStrike">
                <a:solidFill>
                  <a:schemeClr val="lt1"/>
                </a:solidFill>
                <a:latin typeface="Share Tech"/>
                <a:ea typeface="Share Tech"/>
                <a:cs typeface="Share Tech"/>
                <a:sym typeface="Share Tec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notion.so/Thermometer-21e169473d778007bf46e3cce8d5c230?source=copy_link" TargetMode="External"/><Relationship Id="rId4" Type="http://schemas.openxmlformats.org/officeDocument/2006/relationships/hyperlink" Target="https://s3.amazonaws.com/snapeda/datasheet/MCP9600-E/MX_Microchip.pdf" TargetMode="External"/><Relationship Id="rId5" Type="http://schemas.openxmlformats.org/officeDocument/2006/relationships/hyperlink" Target="https://www.notion.so/Recorded-Meetings-23a169473d7780039354ecdf9b171754?source=copy_li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pSp>
        <p:nvGrpSpPr>
          <p:cNvPr id="71" name="Google Shape;71;p18"/>
          <p:cNvGrpSpPr/>
          <p:nvPr/>
        </p:nvGrpSpPr>
        <p:grpSpPr>
          <a:xfrm>
            <a:off x="5277819" y="3001009"/>
            <a:ext cx="3866185" cy="2113739"/>
            <a:chOff x="3990276" y="4034831"/>
            <a:chExt cx="5154913" cy="2818318"/>
          </a:xfrm>
        </p:grpSpPr>
        <p:grpSp>
          <p:nvGrpSpPr>
            <p:cNvPr id="72" name="Google Shape;72;p18"/>
            <p:cNvGrpSpPr/>
            <p:nvPr/>
          </p:nvGrpSpPr>
          <p:grpSpPr>
            <a:xfrm>
              <a:off x="3990276" y="4034831"/>
              <a:ext cx="5154913" cy="2818318"/>
              <a:chOff x="3990276" y="4034831"/>
              <a:chExt cx="5154913" cy="2818318"/>
            </a:xfrm>
          </p:grpSpPr>
          <p:grpSp>
            <p:nvGrpSpPr>
              <p:cNvPr id="73" name="Google Shape;73;p18"/>
              <p:cNvGrpSpPr/>
              <p:nvPr/>
            </p:nvGrpSpPr>
            <p:grpSpPr>
              <a:xfrm>
                <a:off x="5111819" y="4496635"/>
                <a:ext cx="4033370" cy="2356514"/>
                <a:chOff x="5111819" y="4496635"/>
                <a:chExt cx="4033370" cy="2356514"/>
              </a:xfrm>
            </p:grpSpPr>
            <p:sp>
              <p:nvSpPr>
                <p:cNvPr id="74" name="Google Shape;74;p18"/>
                <p:cNvSpPr/>
                <p:nvPr/>
              </p:nvSpPr>
              <p:spPr>
                <a:xfrm>
                  <a:off x="5111819" y="6198816"/>
                  <a:ext cx="48862" cy="654254"/>
                </a:xfrm>
                <a:custGeom>
                  <a:rect b="b" l="l" r="r" t="t"/>
                  <a:pathLst>
                    <a:path extrusionOk="0" h="654254" w="48862">
                      <a:moveTo>
                        <a:pt x="0" y="654255"/>
                      </a:moveTo>
                      <a:lnTo>
                        <a:pt x="21366" y="654255"/>
                      </a:lnTo>
                      <a:cubicBezTo>
                        <a:pt x="29825" y="645202"/>
                        <a:pt x="38257" y="636122"/>
                        <a:pt x="46638" y="627043"/>
                      </a:cubicBezTo>
                      <a:lnTo>
                        <a:pt x="48863" y="624637"/>
                      </a:lnTo>
                      <a:lnTo>
                        <a:pt x="48708" y="621378"/>
                      </a:lnTo>
                      <a:cubicBezTo>
                        <a:pt x="42189" y="493233"/>
                        <a:pt x="43767" y="362941"/>
                        <a:pt x="45267" y="236942"/>
                      </a:cubicBezTo>
                      <a:cubicBezTo>
                        <a:pt x="46199" y="159238"/>
                        <a:pt x="47182" y="78869"/>
                        <a:pt x="46225" y="0"/>
                      </a:cubicBezTo>
                      <a:lnTo>
                        <a:pt x="30653" y="181"/>
                      </a:lnTo>
                      <a:cubicBezTo>
                        <a:pt x="31584" y="78869"/>
                        <a:pt x="30653" y="159134"/>
                        <a:pt x="29696" y="236735"/>
                      </a:cubicBezTo>
                      <a:cubicBezTo>
                        <a:pt x="28195" y="361906"/>
                        <a:pt x="26617" y="491293"/>
                        <a:pt x="32980" y="618869"/>
                      </a:cubicBezTo>
                      <a:cubicBezTo>
                        <a:pt x="22065" y="630690"/>
                        <a:pt x="11071" y="642485"/>
                        <a:pt x="0" y="65422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5" name="Google Shape;75;p18"/>
                <p:cNvSpPr/>
                <p:nvPr/>
              </p:nvSpPr>
              <p:spPr>
                <a:xfrm>
                  <a:off x="5629134" y="6332497"/>
                  <a:ext cx="192718" cy="520574"/>
                </a:xfrm>
                <a:custGeom>
                  <a:rect b="b" l="l" r="r" t="t"/>
                  <a:pathLst>
                    <a:path extrusionOk="0" h="520574" w="192718">
                      <a:moveTo>
                        <a:pt x="105434" y="106779"/>
                      </a:moveTo>
                      <a:cubicBezTo>
                        <a:pt x="119480" y="120825"/>
                        <a:pt x="132879" y="135129"/>
                        <a:pt x="145839" y="148943"/>
                      </a:cubicBezTo>
                      <a:cubicBezTo>
                        <a:pt x="158539" y="162497"/>
                        <a:pt x="171680" y="176517"/>
                        <a:pt x="185467" y="190330"/>
                      </a:cubicBezTo>
                      <a:cubicBezTo>
                        <a:pt x="186941" y="272846"/>
                        <a:pt x="186502" y="356008"/>
                        <a:pt x="186088" y="436480"/>
                      </a:cubicBezTo>
                      <a:cubicBezTo>
                        <a:pt x="185933" y="464288"/>
                        <a:pt x="185803" y="492354"/>
                        <a:pt x="185726" y="520574"/>
                      </a:cubicBezTo>
                      <a:lnTo>
                        <a:pt x="191959" y="520574"/>
                      </a:lnTo>
                      <a:cubicBezTo>
                        <a:pt x="192037" y="492354"/>
                        <a:pt x="192166" y="464313"/>
                        <a:pt x="192322" y="436506"/>
                      </a:cubicBezTo>
                      <a:cubicBezTo>
                        <a:pt x="192735" y="355594"/>
                        <a:pt x="193176" y="271941"/>
                        <a:pt x="191675" y="188959"/>
                      </a:cubicBezTo>
                      <a:lnTo>
                        <a:pt x="191675" y="187691"/>
                      </a:lnTo>
                      <a:cubicBezTo>
                        <a:pt x="191675" y="187691"/>
                        <a:pt x="190769" y="186812"/>
                        <a:pt x="190769" y="186812"/>
                      </a:cubicBezTo>
                      <a:cubicBezTo>
                        <a:pt x="176750" y="172766"/>
                        <a:pt x="163351" y="158487"/>
                        <a:pt x="150391" y="144674"/>
                      </a:cubicBezTo>
                      <a:cubicBezTo>
                        <a:pt x="137406" y="130810"/>
                        <a:pt x="123955" y="116479"/>
                        <a:pt x="109857" y="102382"/>
                      </a:cubicBezTo>
                      <a:cubicBezTo>
                        <a:pt x="93303" y="85827"/>
                        <a:pt x="76515" y="69815"/>
                        <a:pt x="60270" y="54347"/>
                      </a:cubicBezTo>
                      <a:cubicBezTo>
                        <a:pt x="41956" y="36886"/>
                        <a:pt x="22996" y="18831"/>
                        <a:pt x="4423" y="0"/>
                      </a:cubicBezTo>
                      <a:lnTo>
                        <a:pt x="0" y="4371"/>
                      </a:lnTo>
                      <a:cubicBezTo>
                        <a:pt x="18650" y="23280"/>
                        <a:pt x="37637" y="41361"/>
                        <a:pt x="55977" y="58848"/>
                      </a:cubicBezTo>
                      <a:cubicBezTo>
                        <a:pt x="72195" y="74316"/>
                        <a:pt x="88983" y="90302"/>
                        <a:pt x="105460" y="10677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6" name="Google Shape;76;p18"/>
                <p:cNvSpPr/>
                <p:nvPr/>
              </p:nvSpPr>
              <p:spPr>
                <a:xfrm>
                  <a:off x="6936196" y="4556492"/>
                  <a:ext cx="2208967" cy="875081"/>
                </a:xfrm>
                <a:custGeom>
                  <a:rect b="b" l="l" r="r" t="t"/>
                  <a:pathLst>
                    <a:path extrusionOk="0" h="875081" w="2208967">
                      <a:moveTo>
                        <a:pt x="2208968" y="859510"/>
                      </a:moveTo>
                      <a:cubicBezTo>
                        <a:pt x="2164503" y="859510"/>
                        <a:pt x="2120141" y="859510"/>
                        <a:pt x="2075908" y="859510"/>
                      </a:cubicBezTo>
                      <a:cubicBezTo>
                        <a:pt x="1934131" y="716000"/>
                        <a:pt x="1789146" y="571894"/>
                        <a:pt x="1648895" y="432549"/>
                      </a:cubicBezTo>
                      <a:cubicBezTo>
                        <a:pt x="1507945" y="292453"/>
                        <a:pt x="1362185" y="147597"/>
                        <a:pt x="1219709" y="3363"/>
                      </a:cubicBezTo>
                      <a:lnTo>
                        <a:pt x="1217432" y="1061"/>
                      </a:lnTo>
                      <a:lnTo>
                        <a:pt x="1214174" y="1061"/>
                      </a:lnTo>
                      <a:cubicBezTo>
                        <a:pt x="816338" y="1061"/>
                        <a:pt x="404975" y="1061"/>
                        <a:pt x="52" y="0"/>
                      </a:cubicBezTo>
                      <a:lnTo>
                        <a:pt x="0" y="15572"/>
                      </a:lnTo>
                      <a:cubicBezTo>
                        <a:pt x="403811" y="16633"/>
                        <a:pt x="814088" y="16633"/>
                        <a:pt x="1210914" y="16633"/>
                      </a:cubicBezTo>
                      <a:cubicBezTo>
                        <a:pt x="1352691" y="160143"/>
                        <a:pt x="1497676" y="304248"/>
                        <a:pt x="1637927" y="443594"/>
                      </a:cubicBezTo>
                      <a:cubicBezTo>
                        <a:pt x="1778877" y="583690"/>
                        <a:pt x="1924638" y="728545"/>
                        <a:pt x="2067113" y="872780"/>
                      </a:cubicBezTo>
                      <a:lnTo>
                        <a:pt x="2069389" y="875082"/>
                      </a:lnTo>
                      <a:lnTo>
                        <a:pt x="2072649" y="875082"/>
                      </a:lnTo>
                      <a:cubicBezTo>
                        <a:pt x="2117968" y="875082"/>
                        <a:pt x="2163416" y="875082"/>
                        <a:pt x="2208968" y="875082"/>
                      </a:cubicBezTo>
                      <a:lnTo>
                        <a:pt x="2208968" y="85951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7" name="Google Shape;77;p18"/>
                <p:cNvSpPr/>
                <p:nvPr/>
              </p:nvSpPr>
              <p:spPr>
                <a:xfrm>
                  <a:off x="6780217" y="4717022"/>
                  <a:ext cx="2364972" cy="903406"/>
                </a:xfrm>
                <a:custGeom>
                  <a:rect b="b" l="l" r="r" t="t"/>
                  <a:pathLst>
                    <a:path extrusionOk="0" h="903406" w="2364972">
                      <a:moveTo>
                        <a:pt x="2364946" y="897173"/>
                      </a:moveTo>
                      <a:lnTo>
                        <a:pt x="2170142" y="897173"/>
                      </a:lnTo>
                      <a:cubicBezTo>
                        <a:pt x="2022648" y="746187"/>
                        <a:pt x="1870938" y="595356"/>
                        <a:pt x="1724194" y="449492"/>
                      </a:cubicBezTo>
                      <a:cubicBezTo>
                        <a:pt x="1577165" y="303343"/>
                        <a:pt x="1425145" y="152202"/>
                        <a:pt x="1277392" y="931"/>
                      </a:cubicBezTo>
                      <a:lnTo>
                        <a:pt x="1276487" y="0"/>
                      </a:lnTo>
                      <a:lnTo>
                        <a:pt x="1275168" y="0"/>
                      </a:lnTo>
                      <a:cubicBezTo>
                        <a:pt x="858295" y="0"/>
                        <a:pt x="427246" y="0"/>
                        <a:pt x="0" y="155"/>
                      </a:cubicBezTo>
                      <a:lnTo>
                        <a:pt x="0" y="6389"/>
                      </a:lnTo>
                      <a:cubicBezTo>
                        <a:pt x="426806" y="6234"/>
                        <a:pt x="857415" y="6234"/>
                        <a:pt x="1273874" y="6234"/>
                      </a:cubicBezTo>
                      <a:cubicBezTo>
                        <a:pt x="1421368" y="157220"/>
                        <a:pt x="1573079" y="308051"/>
                        <a:pt x="1719823" y="453915"/>
                      </a:cubicBezTo>
                      <a:cubicBezTo>
                        <a:pt x="1866850" y="600064"/>
                        <a:pt x="2018871" y="751205"/>
                        <a:pt x="2166624" y="902476"/>
                      </a:cubicBezTo>
                      <a:lnTo>
                        <a:pt x="2167529" y="903407"/>
                      </a:lnTo>
                      <a:lnTo>
                        <a:pt x="2364972" y="903407"/>
                      </a:lnTo>
                      <a:lnTo>
                        <a:pt x="2364972" y="89717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8" name="Google Shape;78;p18"/>
                <p:cNvSpPr/>
                <p:nvPr/>
              </p:nvSpPr>
              <p:spPr>
                <a:xfrm>
                  <a:off x="6604632" y="4892737"/>
                  <a:ext cx="2328033" cy="1960359"/>
                </a:xfrm>
                <a:custGeom>
                  <a:rect b="b" l="l" r="r" t="t"/>
                  <a:pathLst>
                    <a:path extrusionOk="0" h="1960359" w="2328033">
                      <a:moveTo>
                        <a:pt x="1570776" y="680122"/>
                      </a:moveTo>
                      <a:lnTo>
                        <a:pt x="1570776" y="1207862"/>
                      </a:lnTo>
                      <a:lnTo>
                        <a:pt x="1571992" y="1209103"/>
                      </a:lnTo>
                      <a:cubicBezTo>
                        <a:pt x="1817444" y="1456521"/>
                        <a:pt x="2067656" y="1708725"/>
                        <a:pt x="2319213" y="1960360"/>
                      </a:cubicBezTo>
                      <a:lnTo>
                        <a:pt x="2328034" y="1960360"/>
                      </a:lnTo>
                      <a:cubicBezTo>
                        <a:pt x="2075210" y="1707484"/>
                        <a:pt x="1823730" y="1453986"/>
                        <a:pt x="1577010" y="1205327"/>
                      </a:cubicBezTo>
                      <a:lnTo>
                        <a:pt x="1577010" y="677562"/>
                      </a:lnTo>
                      <a:lnTo>
                        <a:pt x="899656" y="207"/>
                      </a:lnTo>
                      <a:lnTo>
                        <a:pt x="898363" y="207"/>
                      </a:lnTo>
                      <a:cubicBezTo>
                        <a:pt x="604306" y="207"/>
                        <a:pt x="300239" y="207"/>
                        <a:pt x="0" y="0"/>
                      </a:cubicBezTo>
                      <a:lnTo>
                        <a:pt x="0" y="6234"/>
                      </a:lnTo>
                      <a:cubicBezTo>
                        <a:pt x="299799" y="6441"/>
                        <a:pt x="603401" y="6441"/>
                        <a:pt x="897069" y="6441"/>
                      </a:cubicBezTo>
                      <a:lnTo>
                        <a:pt x="1570776" y="680148"/>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79" name="Google Shape;79;p18"/>
                <p:cNvSpPr/>
                <p:nvPr/>
              </p:nvSpPr>
              <p:spPr>
                <a:xfrm>
                  <a:off x="8940607" y="6200110"/>
                  <a:ext cx="204556" cy="15727"/>
                </a:xfrm>
                <a:custGeom>
                  <a:rect b="b" l="l" r="r" t="t"/>
                  <a:pathLst>
                    <a:path extrusionOk="0" h="15727" w="204556">
                      <a:moveTo>
                        <a:pt x="204556" y="129"/>
                      </a:moveTo>
                      <a:cubicBezTo>
                        <a:pt x="136293" y="78"/>
                        <a:pt x="68082" y="52"/>
                        <a:pt x="0" y="0"/>
                      </a:cubicBezTo>
                      <a:lnTo>
                        <a:pt x="0" y="15572"/>
                      </a:lnTo>
                      <a:cubicBezTo>
                        <a:pt x="68082" y="15624"/>
                        <a:pt x="136293" y="15676"/>
                        <a:pt x="204556" y="15727"/>
                      </a:cubicBezTo>
                      <a:lnTo>
                        <a:pt x="204556" y="15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0" name="Google Shape;80;p18"/>
                <p:cNvSpPr/>
                <p:nvPr/>
              </p:nvSpPr>
              <p:spPr>
                <a:xfrm>
                  <a:off x="6455431" y="5034153"/>
                  <a:ext cx="1816331" cy="1818996"/>
                </a:xfrm>
                <a:custGeom>
                  <a:rect b="b" l="l" r="r" t="t"/>
                  <a:pathLst>
                    <a:path extrusionOk="0" h="1818996" w="1816331">
                      <a:moveTo>
                        <a:pt x="120799" y="130861"/>
                      </a:moveTo>
                      <a:cubicBezTo>
                        <a:pt x="169093" y="177732"/>
                        <a:pt x="219042" y="226207"/>
                        <a:pt x="267051" y="278019"/>
                      </a:cubicBezTo>
                      <a:cubicBezTo>
                        <a:pt x="269974" y="283891"/>
                        <a:pt x="272638" y="289452"/>
                        <a:pt x="272768" y="294315"/>
                      </a:cubicBezTo>
                      <a:cubicBezTo>
                        <a:pt x="268758" y="334797"/>
                        <a:pt x="269327" y="374658"/>
                        <a:pt x="269896" y="413226"/>
                      </a:cubicBezTo>
                      <a:cubicBezTo>
                        <a:pt x="270311" y="442093"/>
                        <a:pt x="270750" y="471944"/>
                        <a:pt x="269250" y="501872"/>
                      </a:cubicBezTo>
                      <a:lnTo>
                        <a:pt x="269068" y="505364"/>
                      </a:lnTo>
                      <a:lnTo>
                        <a:pt x="271552" y="507822"/>
                      </a:lnTo>
                      <a:cubicBezTo>
                        <a:pt x="456993" y="690934"/>
                        <a:pt x="643701" y="878444"/>
                        <a:pt x="824279" y="1059773"/>
                      </a:cubicBezTo>
                      <a:cubicBezTo>
                        <a:pt x="914115" y="1149997"/>
                        <a:pt x="1007029" y="1243299"/>
                        <a:pt x="1098340" y="1334610"/>
                      </a:cubicBezTo>
                      <a:lnTo>
                        <a:pt x="1100462" y="1336731"/>
                      </a:lnTo>
                      <a:lnTo>
                        <a:pt x="1103462" y="1336887"/>
                      </a:lnTo>
                      <a:cubicBezTo>
                        <a:pt x="1133364" y="1338309"/>
                        <a:pt x="1162956" y="1337456"/>
                        <a:pt x="1191617" y="1336602"/>
                      </a:cubicBezTo>
                      <a:cubicBezTo>
                        <a:pt x="1232875" y="1335386"/>
                        <a:pt x="1275504" y="1334145"/>
                        <a:pt x="1318262" y="1339965"/>
                      </a:cubicBezTo>
                      <a:cubicBezTo>
                        <a:pt x="1475068" y="1501892"/>
                        <a:pt x="1636608" y="1662656"/>
                        <a:pt x="1794216" y="1818996"/>
                      </a:cubicBezTo>
                      <a:lnTo>
                        <a:pt x="1816332" y="1818996"/>
                      </a:lnTo>
                      <a:cubicBezTo>
                        <a:pt x="1654637" y="1658621"/>
                        <a:pt x="1488571" y="1493511"/>
                        <a:pt x="1327600" y="1327212"/>
                      </a:cubicBezTo>
                      <a:lnTo>
                        <a:pt x="1325737" y="1325298"/>
                      </a:lnTo>
                      <a:lnTo>
                        <a:pt x="1323099" y="1324910"/>
                      </a:lnTo>
                      <a:cubicBezTo>
                        <a:pt x="1278142" y="1318495"/>
                        <a:pt x="1233935" y="1319788"/>
                        <a:pt x="1191177" y="1321030"/>
                      </a:cubicBezTo>
                      <a:cubicBezTo>
                        <a:pt x="1163810" y="1321832"/>
                        <a:pt x="1135537" y="1322660"/>
                        <a:pt x="1107238" y="1321469"/>
                      </a:cubicBezTo>
                      <a:cubicBezTo>
                        <a:pt x="1016626" y="1230857"/>
                        <a:pt x="924488" y="1138305"/>
                        <a:pt x="835350" y="1048805"/>
                      </a:cubicBezTo>
                      <a:cubicBezTo>
                        <a:pt x="655574" y="868253"/>
                        <a:pt x="469693" y="681571"/>
                        <a:pt x="285003" y="499208"/>
                      </a:cubicBezTo>
                      <a:cubicBezTo>
                        <a:pt x="286322" y="469978"/>
                        <a:pt x="285908" y="441059"/>
                        <a:pt x="285494" y="413045"/>
                      </a:cubicBezTo>
                      <a:cubicBezTo>
                        <a:pt x="284925" y="374787"/>
                        <a:pt x="284356" y="335237"/>
                        <a:pt x="288340" y="295505"/>
                      </a:cubicBezTo>
                      <a:lnTo>
                        <a:pt x="288340" y="294729"/>
                      </a:lnTo>
                      <a:cubicBezTo>
                        <a:pt x="288366" y="285857"/>
                        <a:pt x="284382" y="277864"/>
                        <a:pt x="280528" y="270129"/>
                      </a:cubicBezTo>
                      <a:lnTo>
                        <a:pt x="280036" y="269147"/>
                      </a:lnTo>
                      <a:lnTo>
                        <a:pt x="279286" y="268319"/>
                      </a:lnTo>
                      <a:cubicBezTo>
                        <a:pt x="230760" y="215886"/>
                        <a:pt x="180397" y="167023"/>
                        <a:pt x="131689" y="119764"/>
                      </a:cubicBezTo>
                      <a:cubicBezTo>
                        <a:pt x="92009" y="81248"/>
                        <a:pt x="50958" y="41413"/>
                        <a:pt x="11252" y="0"/>
                      </a:cubicBezTo>
                      <a:lnTo>
                        <a:pt x="0" y="10786"/>
                      </a:lnTo>
                      <a:cubicBezTo>
                        <a:pt x="39887" y="52407"/>
                        <a:pt x="81041" y="92345"/>
                        <a:pt x="120825" y="130965"/>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1" name="Google Shape;81;p18"/>
                <p:cNvSpPr/>
                <p:nvPr/>
              </p:nvSpPr>
              <p:spPr>
                <a:xfrm>
                  <a:off x="6352169" y="5145174"/>
                  <a:ext cx="891559" cy="1707897"/>
                </a:xfrm>
                <a:custGeom>
                  <a:rect b="b" l="l" r="r" t="t"/>
                  <a:pathLst>
                    <a:path extrusionOk="0" h="1707897" w="891559">
                      <a:moveTo>
                        <a:pt x="724" y="828780"/>
                      </a:moveTo>
                      <a:lnTo>
                        <a:pt x="1630" y="829685"/>
                      </a:lnTo>
                      <a:cubicBezTo>
                        <a:pt x="131948" y="960004"/>
                        <a:pt x="263611" y="1090865"/>
                        <a:pt x="390903" y="1217407"/>
                      </a:cubicBezTo>
                      <a:cubicBezTo>
                        <a:pt x="552106" y="1377627"/>
                        <a:pt x="716776" y="1541314"/>
                        <a:pt x="882765" y="1707897"/>
                      </a:cubicBezTo>
                      <a:lnTo>
                        <a:pt x="891560" y="1707897"/>
                      </a:lnTo>
                      <a:cubicBezTo>
                        <a:pt x="724096" y="1539788"/>
                        <a:pt x="557926" y="1374601"/>
                        <a:pt x="395300" y="1212983"/>
                      </a:cubicBezTo>
                      <a:cubicBezTo>
                        <a:pt x="268293" y="1086752"/>
                        <a:pt x="136966" y="956202"/>
                        <a:pt x="6932" y="826194"/>
                      </a:cubicBezTo>
                      <a:cubicBezTo>
                        <a:pt x="6932" y="555029"/>
                        <a:pt x="6932" y="274656"/>
                        <a:pt x="6234" y="0"/>
                      </a:cubicBezTo>
                      <a:lnTo>
                        <a:pt x="0" y="0"/>
                      </a:lnTo>
                      <a:cubicBezTo>
                        <a:pt x="698" y="275122"/>
                        <a:pt x="698" y="555934"/>
                        <a:pt x="698" y="827487"/>
                      </a:cubicBezTo>
                      <a:lnTo>
                        <a:pt x="698" y="82878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2" name="Google Shape;82;p18"/>
                <p:cNvSpPr/>
                <p:nvPr/>
              </p:nvSpPr>
              <p:spPr>
                <a:xfrm>
                  <a:off x="8572493" y="4572969"/>
                  <a:ext cx="572670" cy="357896"/>
                </a:xfrm>
                <a:custGeom>
                  <a:rect b="b" l="l" r="r" t="t"/>
                  <a:pathLst>
                    <a:path extrusionOk="0" h="357896" w="572670">
                      <a:moveTo>
                        <a:pt x="572670" y="351636"/>
                      </a:moveTo>
                      <a:cubicBezTo>
                        <a:pt x="498147" y="350887"/>
                        <a:pt x="423753" y="349774"/>
                        <a:pt x="349774" y="348144"/>
                      </a:cubicBezTo>
                      <a:cubicBezTo>
                        <a:pt x="283943" y="278252"/>
                        <a:pt x="214696" y="209730"/>
                        <a:pt x="147726" y="143459"/>
                      </a:cubicBezTo>
                      <a:cubicBezTo>
                        <a:pt x="100441" y="96665"/>
                        <a:pt x="51527" y="48268"/>
                        <a:pt x="4449" y="0"/>
                      </a:cubicBezTo>
                      <a:lnTo>
                        <a:pt x="0" y="4346"/>
                      </a:lnTo>
                      <a:cubicBezTo>
                        <a:pt x="47130" y="52665"/>
                        <a:pt x="96044" y="101088"/>
                        <a:pt x="143355" y="147908"/>
                      </a:cubicBezTo>
                      <a:cubicBezTo>
                        <a:pt x="210583" y="214438"/>
                        <a:pt x="280114" y="283244"/>
                        <a:pt x="346127" y="353396"/>
                      </a:cubicBezTo>
                      <a:lnTo>
                        <a:pt x="347032" y="354353"/>
                      </a:lnTo>
                      <a:lnTo>
                        <a:pt x="348325" y="354353"/>
                      </a:lnTo>
                      <a:cubicBezTo>
                        <a:pt x="422797" y="356034"/>
                        <a:pt x="497682" y="357146"/>
                        <a:pt x="572670" y="357896"/>
                      </a:cubicBezTo>
                      <a:lnTo>
                        <a:pt x="572670" y="351688"/>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3" name="Google Shape;83;p18"/>
                <p:cNvSpPr/>
                <p:nvPr/>
              </p:nvSpPr>
              <p:spPr>
                <a:xfrm>
                  <a:off x="8971156" y="4755849"/>
                  <a:ext cx="174033" cy="7423"/>
                </a:xfrm>
                <a:custGeom>
                  <a:rect b="b" l="l" r="r" t="t"/>
                  <a:pathLst>
                    <a:path extrusionOk="0" h="7423" w="174033">
                      <a:moveTo>
                        <a:pt x="174008" y="0"/>
                      </a:moveTo>
                      <a:cubicBezTo>
                        <a:pt x="115833" y="181"/>
                        <a:pt x="57735" y="543"/>
                        <a:pt x="0" y="1190"/>
                      </a:cubicBezTo>
                      <a:lnTo>
                        <a:pt x="78" y="7424"/>
                      </a:lnTo>
                      <a:cubicBezTo>
                        <a:pt x="57787" y="6803"/>
                        <a:pt x="115859" y="6441"/>
                        <a:pt x="174034" y="6260"/>
                      </a:cubicBezTo>
                      <a:lnTo>
                        <a:pt x="174034" y="2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4" name="Google Shape;84;p18"/>
                <p:cNvSpPr/>
                <p:nvPr/>
              </p:nvSpPr>
              <p:spPr>
                <a:xfrm>
                  <a:off x="6803730" y="5087180"/>
                  <a:ext cx="1745016" cy="1765891"/>
                </a:xfrm>
                <a:custGeom>
                  <a:rect b="b" l="l" r="r" t="t"/>
                  <a:pathLst>
                    <a:path extrusionOk="0" h="1765891" w="1745016">
                      <a:moveTo>
                        <a:pt x="706248" y="275432"/>
                      </a:moveTo>
                      <a:cubicBezTo>
                        <a:pt x="791765" y="361828"/>
                        <a:pt x="880204" y="451147"/>
                        <a:pt x="971721" y="539147"/>
                      </a:cubicBezTo>
                      <a:cubicBezTo>
                        <a:pt x="973661" y="541087"/>
                        <a:pt x="976403" y="546053"/>
                        <a:pt x="976481" y="551072"/>
                      </a:cubicBezTo>
                      <a:cubicBezTo>
                        <a:pt x="972471" y="637700"/>
                        <a:pt x="973040" y="726734"/>
                        <a:pt x="973609" y="812846"/>
                      </a:cubicBezTo>
                      <a:cubicBezTo>
                        <a:pt x="974024" y="877203"/>
                        <a:pt x="974463" y="943733"/>
                        <a:pt x="972963" y="1008426"/>
                      </a:cubicBezTo>
                      <a:lnTo>
                        <a:pt x="972885" y="1011737"/>
                      </a:lnTo>
                      <a:lnTo>
                        <a:pt x="978395" y="1017299"/>
                      </a:lnTo>
                      <a:cubicBezTo>
                        <a:pt x="1222916" y="1263760"/>
                        <a:pt x="1472119" y="1514903"/>
                        <a:pt x="1722978" y="1765891"/>
                      </a:cubicBezTo>
                      <a:lnTo>
                        <a:pt x="1745016" y="1765891"/>
                      </a:lnTo>
                      <a:cubicBezTo>
                        <a:pt x="1490459" y="1511256"/>
                        <a:pt x="1237557" y="1256388"/>
                        <a:pt x="989466" y="1006332"/>
                      </a:cubicBezTo>
                      <a:lnTo>
                        <a:pt x="988612" y="1005478"/>
                      </a:lnTo>
                      <a:cubicBezTo>
                        <a:pt x="990035" y="941586"/>
                        <a:pt x="989596" y="876117"/>
                        <a:pt x="989181" y="812742"/>
                      </a:cubicBezTo>
                      <a:cubicBezTo>
                        <a:pt x="988612" y="726760"/>
                        <a:pt x="988043" y="637855"/>
                        <a:pt x="992053" y="551589"/>
                      </a:cubicBezTo>
                      <a:lnTo>
                        <a:pt x="992053" y="551226"/>
                      </a:lnTo>
                      <a:cubicBezTo>
                        <a:pt x="992053" y="541707"/>
                        <a:pt x="987371" y="532758"/>
                        <a:pt x="982637" y="528024"/>
                      </a:cubicBezTo>
                      <a:cubicBezTo>
                        <a:pt x="891146" y="440050"/>
                        <a:pt x="802784" y="350783"/>
                        <a:pt x="717345" y="264491"/>
                      </a:cubicBezTo>
                      <a:cubicBezTo>
                        <a:pt x="632423" y="178689"/>
                        <a:pt x="544605" y="89991"/>
                        <a:pt x="454897" y="3802"/>
                      </a:cubicBezTo>
                      <a:lnTo>
                        <a:pt x="452647" y="1630"/>
                      </a:lnTo>
                      <a:lnTo>
                        <a:pt x="449518" y="1630"/>
                      </a:lnTo>
                      <a:cubicBezTo>
                        <a:pt x="295738" y="1630"/>
                        <a:pt x="150494" y="1630"/>
                        <a:pt x="155" y="0"/>
                      </a:cubicBezTo>
                      <a:lnTo>
                        <a:pt x="0" y="15572"/>
                      </a:lnTo>
                      <a:cubicBezTo>
                        <a:pt x="149408" y="17201"/>
                        <a:pt x="293720" y="17201"/>
                        <a:pt x="446388" y="17201"/>
                      </a:cubicBezTo>
                      <a:cubicBezTo>
                        <a:pt x="535163" y="102563"/>
                        <a:pt x="622154" y="190433"/>
                        <a:pt x="706300" y="27543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5" name="Google Shape;85;p18"/>
                <p:cNvSpPr/>
                <p:nvPr/>
              </p:nvSpPr>
              <p:spPr>
                <a:xfrm>
                  <a:off x="5897996" y="6056987"/>
                  <a:ext cx="806689" cy="796084"/>
                </a:xfrm>
                <a:custGeom>
                  <a:rect b="b" l="l" r="r" t="t"/>
                  <a:pathLst>
                    <a:path extrusionOk="0" h="796084" w="806689">
                      <a:moveTo>
                        <a:pt x="483377" y="494009"/>
                      </a:moveTo>
                      <a:cubicBezTo>
                        <a:pt x="582137" y="593287"/>
                        <a:pt x="683122" y="694763"/>
                        <a:pt x="784625" y="796084"/>
                      </a:cubicBezTo>
                      <a:lnTo>
                        <a:pt x="806689" y="796084"/>
                      </a:lnTo>
                      <a:cubicBezTo>
                        <a:pt x="701488" y="691141"/>
                        <a:pt x="596753" y="585889"/>
                        <a:pt x="494422" y="483015"/>
                      </a:cubicBezTo>
                      <a:cubicBezTo>
                        <a:pt x="336426" y="324192"/>
                        <a:pt x="173050" y="159988"/>
                        <a:pt x="10942" y="0"/>
                      </a:cubicBezTo>
                      <a:lnTo>
                        <a:pt x="0" y="11097"/>
                      </a:lnTo>
                      <a:cubicBezTo>
                        <a:pt x="162057" y="171033"/>
                        <a:pt x="325407" y="335211"/>
                        <a:pt x="483377" y="49400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6" name="Google Shape;86;p18"/>
                <p:cNvSpPr/>
                <p:nvPr/>
              </p:nvSpPr>
              <p:spPr>
                <a:xfrm>
                  <a:off x="6559209" y="5934222"/>
                  <a:ext cx="922625" cy="918849"/>
                </a:xfrm>
                <a:custGeom>
                  <a:rect b="b" l="l" r="r" t="t"/>
                  <a:pathLst>
                    <a:path extrusionOk="0" h="918849" w="922625">
                      <a:moveTo>
                        <a:pt x="913831" y="918849"/>
                      </a:moveTo>
                      <a:lnTo>
                        <a:pt x="922626" y="918849"/>
                      </a:lnTo>
                      <a:cubicBezTo>
                        <a:pt x="655807" y="650504"/>
                        <a:pt x="362811" y="357327"/>
                        <a:pt x="4397" y="0"/>
                      </a:cubicBezTo>
                      <a:lnTo>
                        <a:pt x="0" y="4423"/>
                      </a:lnTo>
                      <a:cubicBezTo>
                        <a:pt x="356448" y="359785"/>
                        <a:pt x="648203" y="651720"/>
                        <a:pt x="913857" y="9188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7" name="Google Shape;87;p18"/>
                <p:cNvSpPr/>
                <p:nvPr/>
              </p:nvSpPr>
              <p:spPr>
                <a:xfrm>
                  <a:off x="5784673" y="6176933"/>
                  <a:ext cx="682113" cy="676164"/>
                </a:xfrm>
                <a:custGeom>
                  <a:rect b="b" l="l" r="r" t="t"/>
                  <a:pathLst>
                    <a:path extrusionOk="0" h="676164" w="682113">
                      <a:moveTo>
                        <a:pt x="682088" y="676138"/>
                      </a:moveTo>
                      <a:cubicBezTo>
                        <a:pt x="458338" y="452466"/>
                        <a:pt x="230708" y="225147"/>
                        <a:pt x="4397" y="0"/>
                      </a:cubicBezTo>
                      <a:lnTo>
                        <a:pt x="0" y="4423"/>
                      </a:lnTo>
                      <a:cubicBezTo>
                        <a:pt x="224836" y="228070"/>
                        <a:pt x="450966" y="453915"/>
                        <a:pt x="673293" y="676164"/>
                      </a:cubicBezTo>
                      <a:lnTo>
                        <a:pt x="682114" y="67616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8" name="Google Shape;88;p18"/>
                <p:cNvSpPr/>
                <p:nvPr/>
              </p:nvSpPr>
              <p:spPr>
                <a:xfrm>
                  <a:off x="6020968" y="6602859"/>
                  <a:ext cx="260998" cy="250237"/>
                </a:xfrm>
                <a:custGeom>
                  <a:rect b="b" l="l" r="r" t="t"/>
                  <a:pathLst>
                    <a:path extrusionOk="0" h="250237" w="260998">
                      <a:moveTo>
                        <a:pt x="235649" y="246720"/>
                      </a:moveTo>
                      <a:cubicBezTo>
                        <a:pt x="236787" y="247884"/>
                        <a:pt x="237951" y="249048"/>
                        <a:pt x="239115" y="250238"/>
                      </a:cubicBezTo>
                      <a:lnTo>
                        <a:pt x="260999" y="250238"/>
                      </a:lnTo>
                      <a:cubicBezTo>
                        <a:pt x="256265" y="245427"/>
                        <a:pt x="251479" y="240589"/>
                        <a:pt x="246746" y="235804"/>
                      </a:cubicBezTo>
                      <a:cubicBezTo>
                        <a:pt x="170128" y="158100"/>
                        <a:pt x="90897" y="77756"/>
                        <a:pt x="10865" y="0"/>
                      </a:cubicBezTo>
                      <a:lnTo>
                        <a:pt x="0" y="11175"/>
                      </a:lnTo>
                      <a:cubicBezTo>
                        <a:pt x="79904" y="88828"/>
                        <a:pt x="159082" y="169093"/>
                        <a:pt x="235649" y="246745"/>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89" name="Google Shape;89;p18"/>
                <p:cNvSpPr/>
                <p:nvPr/>
              </p:nvSpPr>
              <p:spPr>
                <a:xfrm>
                  <a:off x="9085980" y="6350113"/>
                  <a:ext cx="59183" cy="6285"/>
                </a:xfrm>
                <a:custGeom>
                  <a:rect b="b" l="l" r="r" t="t"/>
                  <a:pathLst>
                    <a:path extrusionOk="0" h="6285" w="59183">
                      <a:moveTo>
                        <a:pt x="59183" y="0"/>
                      </a:moveTo>
                      <a:cubicBezTo>
                        <a:pt x="39473" y="0"/>
                        <a:pt x="19710" y="52"/>
                        <a:pt x="0" y="52"/>
                      </a:cubicBezTo>
                      <a:lnTo>
                        <a:pt x="0" y="6286"/>
                      </a:lnTo>
                      <a:cubicBezTo>
                        <a:pt x="19710" y="6286"/>
                        <a:pt x="39447" y="6234"/>
                        <a:pt x="59183" y="6234"/>
                      </a:cubicBezTo>
                      <a:lnTo>
                        <a:pt x="59183"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0" name="Google Shape;90;p18"/>
                <p:cNvSpPr/>
                <p:nvPr/>
              </p:nvSpPr>
              <p:spPr>
                <a:xfrm>
                  <a:off x="8493676" y="6121706"/>
                  <a:ext cx="651487" cy="655625"/>
                </a:xfrm>
                <a:custGeom>
                  <a:rect b="b" l="l" r="r" t="t"/>
                  <a:pathLst>
                    <a:path extrusionOk="0" h="655625" w="651487">
                      <a:moveTo>
                        <a:pt x="651487" y="646780"/>
                      </a:moveTo>
                      <a:cubicBezTo>
                        <a:pt x="439584" y="434153"/>
                        <a:pt x="221447" y="215395"/>
                        <a:pt x="4397" y="0"/>
                      </a:cubicBezTo>
                      <a:lnTo>
                        <a:pt x="0" y="4423"/>
                      </a:lnTo>
                      <a:cubicBezTo>
                        <a:pt x="218551" y="221319"/>
                        <a:pt x="438187" y="441576"/>
                        <a:pt x="651461" y="655626"/>
                      </a:cubicBezTo>
                      <a:lnTo>
                        <a:pt x="651461" y="64680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1" name="Google Shape;91;p18"/>
                <p:cNvSpPr/>
                <p:nvPr/>
              </p:nvSpPr>
              <p:spPr>
                <a:xfrm>
                  <a:off x="8290517" y="4496635"/>
                  <a:ext cx="854646" cy="762534"/>
                </a:xfrm>
                <a:custGeom>
                  <a:rect b="b" l="l" r="r" t="t"/>
                  <a:pathLst>
                    <a:path extrusionOk="0" h="762534" w="854646">
                      <a:moveTo>
                        <a:pt x="854647" y="746963"/>
                      </a:moveTo>
                      <a:lnTo>
                        <a:pt x="756792" y="746963"/>
                      </a:lnTo>
                      <a:cubicBezTo>
                        <a:pt x="602676" y="588501"/>
                        <a:pt x="443361" y="430324"/>
                        <a:pt x="289271" y="277346"/>
                      </a:cubicBezTo>
                      <a:cubicBezTo>
                        <a:pt x="197857" y="186579"/>
                        <a:pt x="103313" y="92733"/>
                        <a:pt x="11045" y="0"/>
                      </a:cubicBezTo>
                      <a:lnTo>
                        <a:pt x="0" y="10993"/>
                      </a:lnTo>
                      <a:cubicBezTo>
                        <a:pt x="92293" y="103753"/>
                        <a:pt x="186838" y="197624"/>
                        <a:pt x="278277" y="288418"/>
                      </a:cubicBezTo>
                      <a:cubicBezTo>
                        <a:pt x="433092" y="442120"/>
                        <a:pt x="593157" y="601021"/>
                        <a:pt x="747894" y="760181"/>
                      </a:cubicBezTo>
                      <a:lnTo>
                        <a:pt x="750196" y="762535"/>
                      </a:lnTo>
                      <a:lnTo>
                        <a:pt x="854621" y="762535"/>
                      </a:lnTo>
                      <a:lnTo>
                        <a:pt x="854621" y="74696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92" name="Google Shape;92;p18"/>
              <p:cNvGrpSpPr/>
              <p:nvPr/>
            </p:nvGrpSpPr>
            <p:grpSpPr>
              <a:xfrm>
                <a:off x="4036371" y="4071122"/>
                <a:ext cx="2935029" cy="2781923"/>
                <a:chOff x="4036371" y="4071122"/>
                <a:chExt cx="2935029" cy="2781923"/>
              </a:xfrm>
            </p:grpSpPr>
            <p:sp>
              <p:nvSpPr>
                <p:cNvPr id="93" name="Google Shape;93;p18"/>
                <p:cNvSpPr/>
                <p:nvPr/>
              </p:nvSpPr>
              <p:spPr>
                <a:xfrm>
                  <a:off x="5399228" y="4071122"/>
                  <a:ext cx="898388" cy="2768342"/>
                </a:xfrm>
                <a:custGeom>
                  <a:rect b="b" l="l" r="r" t="t"/>
                  <a:pathLst>
                    <a:path extrusionOk="0" h="2768342" w="898388">
                      <a:moveTo>
                        <a:pt x="6234" y="2768343"/>
                      </a:moveTo>
                      <a:lnTo>
                        <a:pt x="0" y="2768343"/>
                      </a:lnTo>
                      <a:lnTo>
                        <a:pt x="0" y="1629986"/>
                      </a:lnTo>
                      <a:lnTo>
                        <a:pt x="931" y="1629081"/>
                      </a:lnTo>
                      <a:lnTo>
                        <a:pt x="892154" y="737832"/>
                      </a:lnTo>
                      <a:lnTo>
                        <a:pt x="892154" y="0"/>
                      </a:lnTo>
                      <a:lnTo>
                        <a:pt x="898388" y="0"/>
                      </a:lnTo>
                      <a:lnTo>
                        <a:pt x="898388" y="740418"/>
                      </a:lnTo>
                      <a:lnTo>
                        <a:pt x="6234" y="1632572"/>
                      </a:lnTo>
                      <a:lnTo>
                        <a:pt x="6234" y="276834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4" name="Google Shape;94;p18"/>
                <p:cNvSpPr/>
                <p:nvPr/>
              </p:nvSpPr>
              <p:spPr>
                <a:xfrm rot="-2700000">
                  <a:off x="5508095" y="5554222"/>
                  <a:ext cx="785424" cy="6236"/>
                </a:xfrm>
                <a:custGeom>
                  <a:rect b="b" l="l" r="r" t="t"/>
                  <a:pathLst>
                    <a:path extrusionOk="0" h="6233" w="784987">
                      <a:moveTo>
                        <a:pt x="0" y="0"/>
                      </a:moveTo>
                      <a:lnTo>
                        <a:pt x="784987" y="0"/>
                      </a:lnTo>
                      <a:lnTo>
                        <a:pt x="784987" y="6233"/>
                      </a:lnTo>
                      <a:lnTo>
                        <a:pt x="0" y="623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5" name="Google Shape;95;p18"/>
                <p:cNvSpPr/>
                <p:nvPr/>
              </p:nvSpPr>
              <p:spPr>
                <a:xfrm>
                  <a:off x="6112356" y="5605840"/>
                  <a:ext cx="859044" cy="1247205"/>
                </a:xfrm>
                <a:custGeom>
                  <a:rect b="b" l="l" r="r" t="t"/>
                  <a:pathLst>
                    <a:path extrusionOk="0" h="1247205" w="859044">
                      <a:moveTo>
                        <a:pt x="4914" y="399852"/>
                      </a:moveTo>
                      <a:lnTo>
                        <a:pt x="5716" y="400654"/>
                      </a:lnTo>
                      <a:cubicBezTo>
                        <a:pt x="188674" y="585371"/>
                        <a:pt x="375589" y="772287"/>
                        <a:pt x="556348" y="953045"/>
                      </a:cubicBezTo>
                      <a:cubicBezTo>
                        <a:pt x="653065" y="1049762"/>
                        <a:pt x="751541" y="1148264"/>
                        <a:pt x="850249" y="1247205"/>
                      </a:cubicBezTo>
                      <a:lnTo>
                        <a:pt x="859045" y="1247205"/>
                      </a:lnTo>
                      <a:cubicBezTo>
                        <a:pt x="758888" y="1146763"/>
                        <a:pt x="658911" y="1046787"/>
                        <a:pt x="560772" y="948622"/>
                      </a:cubicBezTo>
                      <a:cubicBezTo>
                        <a:pt x="380271" y="768122"/>
                        <a:pt x="193667" y="581517"/>
                        <a:pt x="10967" y="397059"/>
                      </a:cubicBezTo>
                      <a:cubicBezTo>
                        <a:pt x="4786" y="318009"/>
                        <a:pt x="6001" y="238649"/>
                        <a:pt x="7191" y="161876"/>
                      </a:cubicBezTo>
                      <a:cubicBezTo>
                        <a:pt x="7993" y="109107"/>
                        <a:pt x="8820" y="54527"/>
                        <a:pt x="7295" y="0"/>
                      </a:cubicBezTo>
                      <a:lnTo>
                        <a:pt x="1060" y="181"/>
                      </a:lnTo>
                      <a:cubicBezTo>
                        <a:pt x="2587" y="54553"/>
                        <a:pt x="1759" y="109055"/>
                        <a:pt x="957" y="161773"/>
                      </a:cubicBezTo>
                      <a:cubicBezTo>
                        <a:pt x="-233" y="239063"/>
                        <a:pt x="-1449" y="318967"/>
                        <a:pt x="4863" y="398688"/>
                      </a:cubicBezTo>
                      <a:lnTo>
                        <a:pt x="4940" y="39982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6" name="Google Shape;96;p18"/>
                <p:cNvSpPr/>
                <p:nvPr/>
              </p:nvSpPr>
              <p:spPr>
                <a:xfrm>
                  <a:off x="4968748" y="5271069"/>
                  <a:ext cx="15571" cy="1438802"/>
                </a:xfrm>
                <a:custGeom>
                  <a:rect b="b" l="l" r="r" t="t"/>
                  <a:pathLst>
                    <a:path extrusionOk="0" h="1438802" w="15571">
                      <a:moveTo>
                        <a:pt x="0" y="0"/>
                      </a:moveTo>
                      <a:lnTo>
                        <a:pt x="15572" y="0"/>
                      </a:lnTo>
                      <a:lnTo>
                        <a:pt x="15572" y="1438803"/>
                      </a:lnTo>
                      <a:lnTo>
                        <a:pt x="0" y="143880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7" name="Google Shape;97;p18"/>
                <p:cNvSpPr/>
                <p:nvPr/>
              </p:nvSpPr>
              <p:spPr>
                <a:xfrm>
                  <a:off x="4305181" y="5938024"/>
                  <a:ext cx="342505" cy="721147"/>
                </a:xfrm>
                <a:custGeom>
                  <a:rect b="b" l="l" r="r" t="t"/>
                  <a:pathLst>
                    <a:path extrusionOk="0" h="721147" w="342505">
                      <a:moveTo>
                        <a:pt x="342506" y="721147"/>
                      </a:moveTo>
                      <a:lnTo>
                        <a:pt x="336272" y="721147"/>
                      </a:lnTo>
                      <a:lnTo>
                        <a:pt x="336272" y="340669"/>
                      </a:lnTo>
                      <a:lnTo>
                        <a:pt x="0" y="4397"/>
                      </a:lnTo>
                      <a:lnTo>
                        <a:pt x="4398" y="0"/>
                      </a:lnTo>
                      <a:lnTo>
                        <a:pt x="342506" y="338082"/>
                      </a:lnTo>
                      <a:lnTo>
                        <a:pt x="342506" y="72114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8" name="Google Shape;98;p18"/>
                <p:cNvSpPr/>
                <p:nvPr/>
              </p:nvSpPr>
              <p:spPr>
                <a:xfrm>
                  <a:off x="4036371" y="5871676"/>
                  <a:ext cx="448042" cy="658703"/>
                </a:xfrm>
                <a:custGeom>
                  <a:rect b="b" l="l" r="r" t="t"/>
                  <a:pathLst>
                    <a:path extrusionOk="0" h="658703" w="448042">
                      <a:moveTo>
                        <a:pt x="448043" y="658704"/>
                      </a:moveTo>
                      <a:lnTo>
                        <a:pt x="432471" y="658704"/>
                      </a:lnTo>
                      <a:lnTo>
                        <a:pt x="432471" y="443464"/>
                      </a:lnTo>
                      <a:lnTo>
                        <a:pt x="0" y="10993"/>
                      </a:lnTo>
                      <a:lnTo>
                        <a:pt x="11019" y="0"/>
                      </a:lnTo>
                      <a:lnTo>
                        <a:pt x="448043" y="437024"/>
                      </a:lnTo>
                      <a:lnTo>
                        <a:pt x="448043" y="65870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99" name="Google Shape;99;p18"/>
                <p:cNvSpPr/>
                <p:nvPr/>
              </p:nvSpPr>
              <p:spPr>
                <a:xfrm rot="-2700000">
                  <a:off x="4562243" y="5857552"/>
                  <a:ext cx="15580" cy="299214"/>
                </a:xfrm>
                <a:custGeom>
                  <a:rect b="b" l="l" r="r" t="t"/>
                  <a:pathLst>
                    <a:path extrusionOk="0" h="299048" w="15571">
                      <a:moveTo>
                        <a:pt x="0" y="0"/>
                      </a:moveTo>
                      <a:lnTo>
                        <a:pt x="15572" y="0"/>
                      </a:lnTo>
                      <a:lnTo>
                        <a:pt x="15572" y="299050"/>
                      </a:lnTo>
                      <a:lnTo>
                        <a:pt x="0" y="29905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100" name="Google Shape;100;p18"/>
              <p:cNvGrpSpPr/>
              <p:nvPr/>
            </p:nvGrpSpPr>
            <p:grpSpPr>
              <a:xfrm>
                <a:off x="3990276" y="4034831"/>
                <a:ext cx="5131995" cy="2818240"/>
                <a:chOff x="3990276" y="4034831"/>
                <a:chExt cx="5131995" cy="2818240"/>
              </a:xfrm>
            </p:grpSpPr>
            <p:sp>
              <p:nvSpPr>
                <p:cNvPr id="101" name="Google Shape;101;p18"/>
                <p:cNvSpPr/>
                <p:nvPr/>
              </p:nvSpPr>
              <p:spPr>
                <a:xfrm>
                  <a:off x="4918657" y="5212622"/>
                  <a:ext cx="116324" cy="116324"/>
                </a:xfrm>
                <a:custGeom>
                  <a:rect b="b" l="l" r="r" t="t"/>
                  <a:pathLst>
                    <a:path extrusionOk="0" h="116324" w="116324">
                      <a:moveTo>
                        <a:pt x="99291" y="99291"/>
                      </a:moveTo>
                      <a:cubicBezTo>
                        <a:pt x="76579" y="122002"/>
                        <a:pt x="39745" y="122002"/>
                        <a:pt x="17034" y="99291"/>
                      </a:cubicBezTo>
                      <a:cubicBezTo>
                        <a:pt x="-5678" y="76579"/>
                        <a:pt x="-5678" y="39745"/>
                        <a:pt x="17034" y="17034"/>
                      </a:cubicBezTo>
                      <a:cubicBezTo>
                        <a:pt x="39745" y="-5678"/>
                        <a:pt x="76579" y="-5678"/>
                        <a:pt x="99291" y="17034"/>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2" name="Google Shape;102;p18"/>
                <p:cNvSpPr/>
                <p:nvPr/>
              </p:nvSpPr>
              <p:spPr>
                <a:xfrm>
                  <a:off x="4914673" y="6691467"/>
                  <a:ext cx="116324" cy="116323"/>
                </a:xfrm>
                <a:custGeom>
                  <a:rect b="b" l="l" r="r" t="t"/>
                  <a:pathLst>
                    <a:path extrusionOk="0" h="116323" w="116324">
                      <a:moveTo>
                        <a:pt x="99291" y="99290"/>
                      </a:moveTo>
                      <a:cubicBezTo>
                        <a:pt x="76579" y="122002"/>
                        <a:pt x="39745" y="122002"/>
                        <a:pt x="17034" y="99290"/>
                      </a:cubicBezTo>
                      <a:cubicBezTo>
                        <a:pt x="-5678" y="76579"/>
                        <a:pt x="-5678" y="39745"/>
                        <a:pt x="17034" y="17034"/>
                      </a:cubicBezTo>
                      <a:cubicBezTo>
                        <a:pt x="39745" y="-5678"/>
                        <a:pt x="76579" y="-5678"/>
                        <a:pt x="99291" y="17034"/>
                      </a:cubicBezTo>
                      <a:cubicBezTo>
                        <a:pt x="122002" y="39745"/>
                        <a:pt x="122002" y="76579"/>
                        <a:pt x="99291" y="9929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3" name="Google Shape;103;p18"/>
                <p:cNvSpPr/>
                <p:nvPr/>
              </p:nvSpPr>
              <p:spPr>
                <a:xfrm>
                  <a:off x="4415219" y="5852353"/>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5"/>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4" name="Google Shape;104;p18"/>
                <p:cNvSpPr/>
                <p:nvPr/>
              </p:nvSpPr>
              <p:spPr>
                <a:xfrm>
                  <a:off x="4604075" y="6041182"/>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5"/>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5" name="Google Shape;105;p18"/>
                <p:cNvSpPr/>
                <p:nvPr/>
              </p:nvSpPr>
              <p:spPr>
                <a:xfrm>
                  <a:off x="4418466" y="6472192"/>
                  <a:ext cx="116324" cy="116323"/>
                </a:xfrm>
                <a:custGeom>
                  <a:rect b="b" l="l" r="r" t="t"/>
                  <a:pathLst>
                    <a:path extrusionOk="0" h="116323" w="116324">
                      <a:moveTo>
                        <a:pt x="99291" y="99291"/>
                      </a:moveTo>
                      <a:cubicBezTo>
                        <a:pt x="76579" y="122002"/>
                        <a:pt x="39745" y="122002"/>
                        <a:pt x="17034" y="99291"/>
                      </a:cubicBezTo>
                      <a:cubicBezTo>
                        <a:pt x="-5678" y="76579"/>
                        <a:pt x="-5678" y="39745"/>
                        <a:pt x="17034" y="17034"/>
                      </a:cubicBezTo>
                      <a:cubicBezTo>
                        <a:pt x="39745" y="-5678"/>
                        <a:pt x="76579" y="-5678"/>
                        <a:pt x="99291" y="17034"/>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6" name="Google Shape;106;p18"/>
                <p:cNvSpPr/>
                <p:nvPr/>
              </p:nvSpPr>
              <p:spPr>
                <a:xfrm>
                  <a:off x="3990276" y="5825581"/>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4"/>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7" name="Google Shape;107;p18"/>
                <p:cNvSpPr/>
                <p:nvPr/>
              </p:nvSpPr>
              <p:spPr>
                <a:xfrm rot="-1228337">
                  <a:off x="5092198" y="6140559"/>
                  <a:ext cx="116380" cy="116380"/>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5"/>
                        <a:pt x="26035"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8" name="Google Shape;108;p18"/>
                <p:cNvSpPr/>
                <p:nvPr/>
              </p:nvSpPr>
              <p:spPr>
                <a:xfrm>
                  <a:off x="4697242" y="6750993"/>
                  <a:ext cx="186435" cy="102077"/>
                </a:xfrm>
                <a:custGeom>
                  <a:rect b="b" l="l" r="r" t="t"/>
                  <a:pathLst>
                    <a:path extrusionOk="0" h="102077" w="186435">
                      <a:moveTo>
                        <a:pt x="186016" y="102078"/>
                      </a:moveTo>
                      <a:cubicBezTo>
                        <a:pt x="188551" y="75357"/>
                        <a:pt x="179601" y="47757"/>
                        <a:pt x="159140" y="27296"/>
                      </a:cubicBezTo>
                      <a:cubicBezTo>
                        <a:pt x="122745" y="-9099"/>
                        <a:pt x="63716" y="-9099"/>
                        <a:pt x="27295" y="27296"/>
                      </a:cubicBezTo>
                      <a:cubicBezTo>
                        <a:pt x="6835" y="47757"/>
                        <a:pt x="-2115" y="75357"/>
                        <a:pt x="420" y="102078"/>
                      </a:cubicBezTo>
                      <a:lnTo>
                        <a:pt x="186016" y="102078"/>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09" name="Google Shape;109;p18"/>
                <p:cNvSpPr/>
                <p:nvPr/>
              </p:nvSpPr>
              <p:spPr>
                <a:xfrm rot="-4052055">
                  <a:off x="5845301" y="6004265"/>
                  <a:ext cx="116410" cy="116410"/>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5"/>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0" name="Google Shape;110;p18"/>
                <p:cNvSpPr/>
                <p:nvPr/>
              </p:nvSpPr>
              <p:spPr>
                <a:xfrm>
                  <a:off x="6402856" y="4981293"/>
                  <a:ext cx="116323" cy="116324"/>
                </a:xfrm>
                <a:custGeom>
                  <a:rect b="b" l="l" r="r" t="t"/>
                  <a:pathLst>
                    <a:path extrusionOk="0" h="116324" w="116323">
                      <a:moveTo>
                        <a:pt x="99290" y="99291"/>
                      </a:moveTo>
                      <a:cubicBezTo>
                        <a:pt x="76579" y="122002"/>
                        <a:pt x="39744" y="122002"/>
                        <a:pt x="17033" y="99291"/>
                      </a:cubicBezTo>
                      <a:cubicBezTo>
                        <a:pt x="-5678" y="76579"/>
                        <a:pt x="-5678" y="39745"/>
                        <a:pt x="17033" y="17033"/>
                      </a:cubicBezTo>
                      <a:cubicBezTo>
                        <a:pt x="39744" y="-5678"/>
                        <a:pt x="76579" y="-5678"/>
                        <a:pt x="99290" y="17033"/>
                      </a:cubicBezTo>
                      <a:cubicBezTo>
                        <a:pt x="122002" y="39745"/>
                        <a:pt x="122002" y="76579"/>
                        <a:pt x="99290"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1" name="Google Shape;111;p18"/>
                <p:cNvSpPr/>
                <p:nvPr/>
              </p:nvSpPr>
              <p:spPr>
                <a:xfrm rot="-3359550">
                  <a:off x="8875972" y="6156722"/>
                  <a:ext cx="116443" cy="116443"/>
                </a:xfrm>
                <a:custGeom>
                  <a:rect b="b" l="l" r="r" t="t"/>
                  <a:pathLst>
                    <a:path extrusionOk="0" h="116298" w="116298">
                      <a:moveTo>
                        <a:pt x="116298" y="58149"/>
                      </a:moveTo>
                      <a:cubicBezTo>
                        <a:pt x="116298" y="90264"/>
                        <a:pt x="90264" y="116298"/>
                        <a:pt x="58149" y="116298"/>
                      </a:cubicBezTo>
                      <a:cubicBezTo>
                        <a:pt x="26035" y="116298"/>
                        <a:pt x="0" y="90264"/>
                        <a:pt x="0" y="58149"/>
                      </a:cubicBezTo>
                      <a:cubicBezTo>
                        <a:pt x="0" y="26034"/>
                        <a:pt x="26035" y="0"/>
                        <a:pt x="58149" y="0"/>
                      </a:cubicBezTo>
                      <a:cubicBezTo>
                        <a:pt x="90264" y="0"/>
                        <a:pt x="116298" y="26034"/>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2" name="Google Shape;112;p18"/>
                <p:cNvSpPr/>
                <p:nvPr/>
              </p:nvSpPr>
              <p:spPr>
                <a:xfrm>
                  <a:off x="6258220" y="4034831"/>
                  <a:ext cx="72583" cy="72583"/>
                </a:xfrm>
                <a:custGeom>
                  <a:rect b="b" l="l" r="r" t="t"/>
                  <a:pathLst>
                    <a:path extrusionOk="0" h="72583" w="72583">
                      <a:moveTo>
                        <a:pt x="61952" y="61952"/>
                      </a:moveTo>
                      <a:cubicBezTo>
                        <a:pt x="47777" y="76127"/>
                        <a:pt x="24806" y="76127"/>
                        <a:pt x="10631" y="61952"/>
                      </a:cubicBezTo>
                      <a:cubicBezTo>
                        <a:pt x="-3544" y="47777"/>
                        <a:pt x="-3544" y="24807"/>
                        <a:pt x="10631" y="10631"/>
                      </a:cubicBezTo>
                      <a:cubicBezTo>
                        <a:pt x="24806" y="-3544"/>
                        <a:pt x="47777" y="-3544"/>
                        <a:pt x="61952" y="10631"/>
                      </a:cubicBezTo>
                      <a:cubicBezTo>
                        <a:pt x="76127" y="24807"/>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3" name="Google Shape;113;p18"/>
                <p:cNvSpPr/>
                <p:nvPr/>
              </p:nvSpPr>
              <p:spPr>
                <a:xfrm>
                  <a:off x="6141896" y="5243676"/>
                  <a:ext cx="72583" cy="72582"/>
                </a:xfrm>
                <a:custGeom>
                  <a:rect b="b" l="l" r="r" t="t"/>
                  <a:pathLst>
                    <a:path extrusionOk="0" h="72582" w="72583">
                      <a:moveTo>
                        <a:pt x="61952" y="61951"/>
                      </a:moveTo>
                      <a:cubicBezTo>
                        <a:pt x="47776" y="76127"/>
                        <a:pt x="24806" y="76127"/>
                        <a:pt x="10631" y="61951"/>
                      </a:cubicBezTo>
                      <a:cubicBezTo>
                        <a:pt x="-3544" y="47776"/>
                        <a:pt x="-3544" y="24806"/>
                        <a:pt x="10631" y="10631"/>
                      </a:cubicBezTo>
                      <a:cubicBezTo>
                        <a:pt x="24806" y="-3544"/>
                        <a:pt x="47776"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4" name="Google Shape;114;p18"/>
                <p:cNvSpPr/>
                <p:nvPr/>
              </p:nvSpPr>
              <p:spPr>
                <a:xfrm>
                  <a:off x="6080203" y="5569678"/>
                  <a:ext cx="72582" cy="72582"/>
                </a:xfrm>
                <a:custGeom>
                  <a:rect b="b" l="l" r="r" t="t"/>
                  <a:pathLst>
                    <a:path extrusionOk="0" h="72582" w="72582">
                      <a:moveTo>
                        <a:pt x="72583" y="36292"/>
                      </a:moveTo>
                      <a:cubicBezTo>
                        <a:pt x="72583" y="56335"/>
                        <a:pt x="56335" y="72583"/>
                        <a:pt x="36292" y="72583"/>
                      </a:cubicBezTo>
                      <a:cubicBezTo>
                        <a:pt x="16249" y="72583"/>
                        <a:pt x="0" y="56335"/>
                        <a:pt x="0" y="36292"/>
                      </a:cubicBezTo>
                      <a:cubicBezTo>
                        <a:pt x="0" y="16249"/>
                        <a:pt x="16249" y="0"/>
                        <a:pt x="36292" y="0"/>
                      </a:cubicBezTo>
                      <a:cubicBezTo>
                        <a:pt x="56335" y="0"/>
                        <a:pt x="72583" y="16249"/>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5" name="Google Shape;115;p18"/>
                <p:cNvSpPr/>
                <p:nvPr/>
              </p:nvSpPr>
              <p:spPr>
                <a:xfrm>
                  <a:off x="5586815" y="5798756"/>
                  <a:ext cx="72583" cy="72583"/>
                </a:xfrm>
                <a:custGeom>
                  <a:rect b="b" l="l" r="r" t="t"/>
                  <a:pathLst>
                    <a:path extrusionOk="0" h="72583" w="72583">
                      <a:moveTo>
                        <a:pt x="61952" y="61952"/>
                      </a:moveTo>
                      <a:cubicBezTo>
                        <a:pt x="47777" y="76127"/>
                        <a:pt x="24806" y="76127"/>
                        <a:pt x="10631" y="61952"/>
                      </a:cubicBezTo>
                      <a:cubicBezTo>
                        <a:pt x="-3544" y="47777"/>
                        <a:pt x="-3544" y="24806"/>
                        <a:pt x="10631" y="10631"/>
                      </a:cubicBezTo>
                      <a:cubicBezTo>
                        <a:pt x="24806" y="-3544"/>
                        <a:pt x="47777"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6" name="Google Shape;116;p18"/>
                <p:cNvSpPr/>
                <p:nvPr/>
              </p:nvSpPr>
              <p:spPr>
                <a:xfrm>
                  <a:off x="8459583" y="6087613"/>
                  <a:ext cx="72583" cy="72583"/>
                </a:xfrm>
                <a:custGeom>
                  <a:rect b="b" l="l" r="r" t="t"/>
                  <a:pathLst>
                    <a:path extrusionOk="0" h="72583" w="72583">
                      <a:moveTo>
                        <a:pt x="61952" y="61952"/>
                      </a:moveTo>
                      <a:cubicBezTo>
                        <a:pt x="47776" y="76127"/>
                        <a:pt x="24806" y="76127"/>
                        <a:pt x="10631" y="61952"/>
                      </a:cubicBezTo>
                      <a:cubicBezTo>
                        <a:pt x="-3544" y="47777"/>
                        <a:pt x="-3544" y="24806"/>
                        <a:pt x="10631" y="10631"/>
                      </a:cubicBezTo>
                      <a:cubicBezTo>
                        <a:pt x="24806" y="-3544"/>
                        <a:pt x="47776"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7" name="Google Shape;117;p18"/>
                <p:cNvSpPr/>
                <p:nvPr/>
              </p:nvSpPr>
              <p:spPr>
                <a:xfrm>
                  <a:off x="9049688" y="6317003"/>
                  <a:ext cx="72583" cy="72582"/>
                </a:xfrm>
                <a:custGeom>
                  <a:rect b="b" l="l" r="r" t="t"/>
                  <a:pathLst>
                    <a:path extrusionOk="0" h="72582" w="72583">
                      <a:moveTo>
                        <a:pt x="61952" y="61951"/>
                      </a:moveTo>
                      <a:cubicBezTo>
                        <a:pt x="47777" y="76126"/>
                        <a:pt x="24806" y="76126"/>
                        <a:pt x="10631" y="61951"/>
                      </a:cubicBezTo>
                      <a:cubicBezTo>
                        <a:pt x="-3544" y="47776"/>
                        <a:pt x="-3544" y="24806"/>
                        <a:pt x="10631" y="10631"/>
                      </a:cubicBezTo>
                      <a:cubicBezTo>
                        <a:pt x="24806"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8" name="Google Shape;118;p18"/>
                <p:cNvSpPr/>
                <p:nvPr/>
              </p:nvSpPr>
              <p:spPr>
                <a:xfrm rot="-3022674">
                  <a:off x="6899965" y="4528038"/>
                  <a:ext cx="72557" cy="72557"/>
                </a:xfrm>
                <a:custGeom>
                  <a:rect b="b" l="l" r="r" t="t"/>
                  <a:pathLst>
                    <a:path extrusionOk="0" h="72582" w="72582">
                      <a:moveTo>
                        <a:pt x="72583" y="36292"/>
                      </a:moveTo>
                      <a:cubicBezTo>
                        <a:pt x="72583" y="56335"/>
                        <a:pt x="56335" y="72583"/>
                        <a:pt x="36291" y="72583"/>
                      </a:cubicBezTo>
                      <a:cubicBezTo>
                        <a:pt x="16248" y="72583"/>
                        <a:pt x="0" y="56335"/>
                        <a:pt x="0" y="36292"/>
                      </a:cubicBezTo>
                      <a:cubicBezTo>
                        <a:pt x="0" y="16248"/>
                        <a:pt x="16248" y="0"/>
                        <a:pt x="36291"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19" name="Google Shape;119;p18"/>
                <p:cNvSpPr/>
                <p:nvPr/>
              </p:nvSpPr>
              <p:spPr>
                <a:xfrm>
                  <a:off x="6743900" y="4683990"/>
                  <a:ext cx="72583" cy="72582"/>
                </a:xfrm>
                <a:custGeom>
                  <a:rect b="b" l="l" r="r" t="t"/>
                  <a:pathLst>
                    <a:path extrusionOk="0" h="72582" w="72583">
                      <a:moveTo>
                        <a:pt x="61952" y="61951"/>
                      </a:moveTo>
                      <a:cubicBezTo>
                        <a:pt x="47777" y="76127"/>
                        <a:pt x="24806" y="76127"/>
                        <a:pt x="10631" y="61951"/>
                      </a:cubicBezTo>
                      <a:cubicBezTo>
                        <a:pt x="-3544" y="47776"/>
                        <a:pt x="-3544" y="24806"/>
                        <a:pt x="10631" y="10631"/>
                      </a:cubicBezTo>
                      <a:cubicBezTo>
                        <a:pt x="24806"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0" name="Google Shape;120;p18"/>
                <p:cNvSpPr/>
                <p:nvPr/>
              </p:nvSpPr>
              <p:spPr>
                <a:xfrm>
                  <a:off x="6568340" y="4859550"/>
                  <a:ext cx="72582" cy="72582"/>
                </a:xfrm>
                <a:custGeom>
                  <a:rect b="b" l="l" r="r" t="t"/>
                  <a:pathLst>
                    <a:path extrusionOk="0" h="72582" w="72582">
                      <a:moveTo>
                        <a:pt x="72583" y="36291"/>
                      </a:moveTo>
                      <a:cubicBezTo>
                        <a:pt x="72583" y="56334"/>
                        <a:pt x="56335" y="72583"/>
                        <a:pt x="36292" y="72583"/>
                      </a:cubicBezTo>
                      <a:cubicBezTo>
                        <a:pt x="16248" y="72583"/>
                        <a:pt x="0" y="56334"/>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1" name="Google Shape;121;p18"/>
                <p:cNvSpPr/>
                <p:nvPr/>
              </p:nvSpPr>
              <p:spPr>
                <a:xfrm>
                  <a:off x="6767439" y="5058649"/>
                  <a:ext cx="72582" cy="72582"/>
                </a:xfrm>
                <a:custGeom>
                  <a:rect b="b" l="l" r="r" t="t"/>
                  <a:pathLst>
                    <a:path extrusionOk="0" h="72582" w="72582">
                      <a:moveTo>
                        <a:pt x="72583" y="36292"/>
                      </a:moveTo>
                      <a:cubicBezTo>
                        <a:pt x="72583" y="56335"/>
                        <a:pt x="56335" y="72583"/>
                        <a:pt x="36292" y="72583"/>
                      </a:cubicBezTo>
                      <a:cubicBezTo>
                        <a:pt x="16248" y="72583"/>
                        <a:pt x="0" y="56335"/>
                        <a:pt x="0" y="36292"/>
                      </a:cubicBezTo>
                      <a:cubicBezTo>
                        <a:pt x="0" y="16248"/>
                        <a:pt x="16248" y="0"/>
                        <a:pt x="36292"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2" name="Google Shape;122;p18"/>
                <p:cNvSpPr/>
                <p:nvPr/>
              </p:nvSpPr>
              <p:spPr>
                <a:xfrm>
                  <a:off x="6319008" y="5108883"/>
                  <a:ext cx="72583" cy="72582"/>
                </a:xfrm>
                <a:custGeom>
                  <a:rect b="b" l="l" r="r" t="t"/>
                  <a:pathLst>
                    <a:path extrusionOk="0" h="72582" w="72583">
                      <a:moveTo>
                        <a:pt x="61952" y="61951"/>
                      </a:moveTo>
                      <a:cubicBezTo>
                        <a:pt x="47777" y="76127"/>
                        <a:pt x="24806" y="76127"/>
                        <a:pt x="10631" y="61951"/>
                      </a:cubicBezTo>
                      <a:cubicBezTo>
                        <a:pt x="-3544" y="47776"/>
                        <a:pt x="-3544" y="24806"/>
                        <a:pt x="10631" y="10631"/>
                      </a:cubicBezTo>
                      <a:cubicBezTo>
                        <a:pt x="24806"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3" name="Google Shape;123;p18"/>
                <p:cNvSpPr/>
                <p:nvPr/>
              </p:nvSpPr>
              <p:spPr>
                <a:xfrm>
                  <a:off x="6525090" y="5900155"/>
                  <a:ext cx="72583" cy="72583"/>
                </a:xfrm>
                <a:custGeom>
                  <a:rect b="b" l="l" r="r" t="t"/>
                  <a:pathLst>
                    <a:path extrusionOk="0" h="72583" w="72583">
                      <a:moveTo>
                        <a:pt x="61952" y="61952"/>
                      </a:moveTo>
                      <a:cubicBezTo>
                        <a:pt x="47777" y="76127"/>
                        <a:pt x="24806" y="76127"/>
                        <a:pt x="10631" y="61952"/>
                      </a:cubicBezTo>
                      <a:cubicBezTo>
                        <a:pt x="-3544" y="47777"/>
                        <a:pt x="-3544" y="24806"/>
                        <a:pt x="10631" y="10631"/>
                      </a:cubicBezTo>
                      <a:cubicBezTo>
                        <a:pt x="24806" y="-3544"/>
                        <a:pt x="47777"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4" name="Google Shape;124;p18"/>
                <p:cNvSpPr/>
                <p:nvPr/>
              </p:nvSpPr>
              <p:spPr>
                <a:xfrm>
                  <a:off x="5750580" y="6142840"/>
                  <a:ext cx="72583" cy="72583"/>
                </a:xfrm>
                <a:custGeom>
                  <a:rect b="b" l="l" r="r" t="t"/>
                  <a:pathLst>
                    <a:path extrusionOk="0" h="72583" w="72583">
                      <a:moveTo>
                        <a:pt x="61952" y="61952"/>
                      </a:moveTo>
                      <a:cubicBezTo>
                        <a:pt x="47777" y="76127"/>
                        <a:pt x="24806" y="76127"/>
                        <a:pt x="10631" y="61952"/>
                      </a:cubicBezTo>
                      <a:cubicBezTo>
                        <a:pt x="-3544" y="47777"/>
                        <a:pt x="-3544" y="24806"/>
                        <a:pt x="10631" y="10631"/>
                      </a:cubicBezTo>
                      <a:cubicBezTo>
                        <a:pt x="24806" y="-3544"/>
                        <a:pt x="47777"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5" name="Google Shape;125;p18"/>
                <p:cNvSpPr/>
                <p:nvPr/>
              </p:nvSpPr>
              <p:spPr>
                <a:xfrm rot="-2700000">
                  <a:off x="5595057" y="6298350"/>
                  <a:ext cx="72622" cy="72622"/>
                </a:xfrm>
                <a:custGeom>
                  <a:rect b="b" l="l" r="r" t="t"/>
                  <a:pathLst>
                    <a:path extrusionOk="0" h="72582" w="72582">
                      <a:moveTo>
                        <a:pt x="72583" y="36292"/>
                      </a:moveTo>
                      <a:cubicBezTo>
                        <a:pt x="72583" y="56335"/>
                        <a:pt x="56335" y="72583"/>
                        <a:pt x="36292" y="72583"/>
                      </a:cubicBezTo>
                      <a:cubicBezTo>
                        <a:pt x="16248" y="72583"/>
                        <a:pt x="0" y="56335"/>
                        <a:pt x="0" y="36292"/>
                      </a:cubicBezTo>
                      <a:cubicBezTo>
                        <a:pt x="0" y="16248"/>
                        <a:pt x="16248" y="0"/>
                        <a:pt x="36292"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6" name="Google Shape;126;p18"/>
                <p:cNvSpPr/>
                <p:nvPr/>
              </p:nvSpPr>
              <p:spPr>
                <a:xfrm>
                  <a:off x="5366075" y="6803174"/>
                  <a:ext cx="72565" cy="49897"/>
                </a:xfrm>
                <a:custGeom>
                  <a:rect b="b" l="l" r="r" t="t"/>
                  <a:pathLst>
                    <a:path extrusionOk="0" h="49897" w="72565">
                      <a:moveTo>
                        <a:pt x="69936" y="49897"/>
                      </a:moveTo>
                      <a:cubicBezTo>
                        <a:pt x="75213" y="36808"/>
                        <a:pt x="72549" y="21262"/>
                        <a:pt x="61943" y="10631"/>
                      </a:cubicBezTo>
                      <a:cubicBezTo>
                        <a:pt x="47768" y="-3544"/>
                        <a:pt x="24798" y="-3544"/>
                        <a:pt x="10623" y="10631"/>
                      </a:cubicBezTo>
                      <a:cubicBezTo>
                        <a:pt x="17" y="21236"/>
                        <a:pt x="-2647" y="36808"/>
                        <a:pt x="2630" y="49897"/>
                      </a:cubicBezTo>
                      <a:lnTo>
                        <a:pt x="69936" y="4989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7" name="Google Shape;127;p18"/>
                <p:cNvSpPr/>
                <p:nvPr/>
              </p:nvSpPr>
              <p:spPr>
                <a:xfrm>
                  <a:off x="4608265" y="6622881"/>
                  <a:ext cx="72582" cy="72582"/>
                </a:xfrm>
                <a:custGeom>
                  <a:rect b="b" l="l" r="r" t="t"/>
                  <a:pathLst>
                    <a:path extrusionOk="0" h="72582" w="72582">
                      <a:moveTo>
                        <a:pt x="61951" y="61951"/>
                      </a:moveTo>
                      <a:cubicBezTo>
                        <a:pt x="47776" y="76126"/>
                        <a:pt x="24806" y="76126"/>
                        <a:pt x="10631" y="61951"/>
                      </a:cubicBezTo>
                      <a:cubicBezTo>
                        <a:pt x="-3544" y="47776"/>
                        <a:pt x="-3544" y="24806"/>
                        <a:pt x="10631" y="10631"/>
                      </a:cubicBezTo>
                      <a:cubicBezTo>
                        <a:pt x="24806" y="-3544"/>
                        <a:pt x="47776" y="-3544"/>
                        <a:pt x="61951" y="10631"/>
                      </a:cubicBezTo>
                      <a:cubicBezTo>
                        <a:pt x="76127" y="24806"/>
                        <a:pt x="76127" y="47776"/>
                        <a:pt x="61951"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8" name="Google Shape;128;p18"/>
                <p:cNvSpPr/>
                <p:nvPr/>
              </p:nvSpPr>
              <p:spPr>
                <a:xfrm>
                  <a:off x="4267648" y="5900492"/>
                  <a:ext cx="72583" cy="72582"/>
                </a:xfrm>
                <a:custGeom>
                  <a:rect b="b" l="l" r="r" t="t"/>
                  <a:pathLst>
                    <a:path extrusionOk="0" h="72582" w="72583">
                      <a:moveTo>
                        <a:pt x="61952" y="61951"/>
                      </a:moveTo>
                      <a:cubicBezTo>
                        <a:pt x="47777" y="76126"/>
                        <a:pt x="24807" y="76126"/>
                        <a:pt x="10631" y="61951"/>
                      </a:cubicBezTo>
                      <a:cubicBezTo>
                        <a:pt x="-3544" y="47776"/>
                        <a:pt x="-3544" y="24806"/>
                        <a:pt x="10631" y="10631"/>
                      </a:cubicBezTo>
                      <a:cubicBezTo>
                        <a:pt x="24807"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29" name="Google Shape;129;p18"/>
                <p:cNvSpPr/>
                <p:nvPr/>
              </p:nvSpPr>
              <p:spPr>
                <a:xfrm>
                  <a:off x="5990134" y="6572129"/>
                  <a:ext cx="72582" cy="72582"/>
                </a:xfrm>
                <a:custGeom>
                  <a:rect b="b" l="l" r="r" t="t"/>
                  <a:pathLst>
                    <a:path extrusionOk="0" h="72582" w="72582">
                      <a:moveTo>
                        <a:pt x="72583" y="36291"/>
                      </a:moveTo>
                      <a:cubicBezTo>
                        <a:pt x="72583" y="56334"/>
                        <a:pt x="56335" y="72583"/>
                        <a:pt x="36292" y="72583"/>
                      </a:cubicBezTo>
                      <a:cubicBezTo>
                        <a:pt x="16248" y="72583"/>
                        <a:pt x="0" y="56334"/>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0" name="Google Shape;130;p18"/>
                <p:cNvSpPr/>
                <p:nvPr/>
              </p:nvSpPr>
              <p:spPr>
                <a:xfrm>
                  <a:off x="8934890" y="4723851"/>
                  <a:ext cx="72582" cy="72582"/>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1" name="Google Shape;131;p18"/>
                <p:cNvSpPr/>
                <p:nvPr/>
              </p:nvSpPr>
              <p:spPr>
                <a:xfrm>
                  <a:off x="8538400" y="4538825"/>
                  <a:ext cx="72583" cy="72582"/>
                </a:xfrm>
                <a:custGeom>
                  <a:rect b="b" l="l" r="r" t="t"/>
                  <a:pathLst>
                    <a:path extrusionOk="0" h="72582" w="72583">
                      <a:moveTo>
                        <a:pt x="61952" y="61951"/>
                      </a:moveTo>
                      <a:cubicBezTo>
                        <a:pt x="47777" y="76127"/>
                        <a:pt x="24806" y="76127"/>
                        <a:pt x="10631" y="61951"/>
                      </a:cubicBezTo>
                      <a:cubicBezTo>
                        <a:pt x="-3544" y="47776"/>
                        <a:pt x="-3544" y="24806"/>
                        <a:pt x="10631" y="10631"/>
                      </a:cubicBezTo>
                      <a:cubicBezTo>
                        <a:pt x="24806" y="-3544"/>
                        <a:pt x="47777" y="-3544"/>
                        <a:pt x="61952" y="10631"/>
                      </a:cubicBezTo>
                      <a:cubicBezTo>
                        <a:pt x="76127" y="24806"/>
                        <a:pt x="76127" y="47776"/>
                        <a:pt x="61952" y="6195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2" name="Google Shape;132;p18"/>
                <p:cNvSpPr/>
                <p:nvPr/>
              </p:nvSpPr>
              <p:spPr>
                <a:xfrm>
                  <a:off x="8256475" y="4463939"/>
                  <a:ext cx="72582" cy="72582"/>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grpSp>
          <p:nvGrpSpPr>
            <p:cNvPr id="133" name="Google Shape;133;p18"/>
            <p:cNvGrpSpPr/>
            <p:nvPr/>
          </p:nvGrpSpPr>
          <p:grpSpPr>
            <a:xfrm>
              <a:off x="7843870" y="4926985"/>
              <a:ext cx="956019" cy="956019"/>
              <a:chOff x="7843870" y="4926985"/>
              <a:chExt cx="956019" cy="956019"/>
            </a:xfrm>
          </p:grpSpPr>
          <p:sp>
            <p:nvSpPr>
              <p:cNvPr id="134" name="Google Shape;134;p18"/>
              <p:cNvSpPr/>
              <p:nvPr/>
            </p:nvSpPr>
            <p:spPr>
              <a:xfrm>
                <a:off x="7843870" y="4926985"/>
                <a:ext cx="89551" cy="89551"/>
              </a:xfrm>
              <a:custGeom>
                <a:rect b="b" l="l" r="r" t="t"/>
                <a:pathLst>
                  <a:path extrusionOk="0" h="89551" w="89551">
                    <a:moveTo>
                      <a:pt x="76437" y="76437"/>
                    </a:moveTo>
                    <a:cubicBezTo>
                      <a:pt x="58951" y="93923"/>
                      <a:pt x="30601" y="93923"/>
                      <a:pt x="13115" y="76437"/>
                    </a:cubicBezTo>
                    <a:cubicBezTo>
                      <a:pt x="-4372" y="58951"/>
                      <a:pt x="-4372" y="30600"/>
                      <a:pt x="13115" y="13115"/>
                    </a:cubicBezTo>
                    <a:cubicBezTo>
                      <a:pt x="30601" y="-4372"/>
                      <a:pt x="58951" y="-4372"/>
                      <a:pt x="76437" y="13115"/>
                    </a:cubicBezTo>
                    <a:cubicBezTo>
                      <a:pt x="93923" y="30600"/>
                      <a:pt x="93923" y="58951"/>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5" name="Google Shape;135;p18"/>
              <p:cNvSpPr/>
              <p:nvPr/>
            </p:nvSpPr>
            <p:spPr>
              <a:xfrm>
                <a:off x="8060481" y="5143596"/>
                <a:ext cx="89551" cy="89551"/>
              </a:xfrm>
              <a:custGeom>
                <a:rect b="b" l="l" r="r" t="t"/>
                <a:pathLst>
                  <a:path extrusionOk="0" h="89551" w="89551">
                    <a:moveTo>
                      <a:pt x="76437" y="76437"/>
                    </a:moveTo>
                    <a:cubicBezTo>
                      <a:pt x="58951" y="93923"/>
                      <a:pt x="30601" y="93923"/>
                      <a:pt x="13115" y="76437"/>
                    </a:cubicBezTo>
                    <a:cubicBezTo>
                      <a:pt x="-4372" y="58951"/>
                      <a:pt x="-4372" y="30601"/>
                      <a:pt x="13115" y="13115"/>
                    </a:cubicBezTo>
                    <a:cubicBezTo>
                      <a:pt x="30601" y="-4372"/>
                      <a:pt x="58951" y="-4372"/>
                      <a:pt x="76437" y="13115"/>
                    </a:cubicBezTo>
                    <a:cubicBezTo>
                      <a:pt x="93923" y="30601"/>
                      <a:pt x="93923" y="58951"/>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6" name="Google Shape;136;p18"/>
              <p:cNvSpPr/>
              <p:nvPr/>
            </p:nvSpPr>
            <p:spPr>
              <a:xfrm>
                <a:off x="8277091" y="5360206"/>
                <a:ext cx="89551" cy="89551"/>
              </a:xfrm>
              <a:custGeom>
                <a:rect b="b" l="l" r="r" t="t"/>
                <a:pathLst>
                  <a:path extrusionOk="0" h="89551" w="89551">
                    <a:moveTo>
                      <a:pt x="76437" y="76437"/>
                    </a:moveTo>
                    <a:cubicBezTo>
                      <a:pt x="58951" y="93923"/>
                      <a:pt x="30601" y="93923"/>
                      <a:pt x="13115" y="76437"/>
                    </a:cubicBezTo>
                    <a:cubicBezTo>
                      <a:pt x="-4372" y="58951"/>
                      <a:pt x="-4372" y="30601"/>
                      <a:pt x="13115" y="13115"/>
                    </a:cubicBezTo>
                    <a:cubicBezTo>
                      <a:pt x="30601" y="-4372"/>
                      <a:pt x="58951" y="-4372"/>
                      <a:pt x="76437" y="13115"/>
                    </a:cubicBezTo>
                    <a:cubicBezTo>
                      <a:pt x="93923" y="30601"/>
                      <a:pt x="93923" y="58951"/>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7" name="Google Shape;137;p18"/>
              <p:cNvSpPr/>
              <p:nvPr/>
            </p:nvSpPr>
            <p:spPr>
              <a:xfrm>
                <a:off x="8493728" y="5576843"/>
                <a:ext cx="89551" cy="89551"/>
              </a:xfrm>
              <a:custGeom>
                <a:rect b="b" l="l" r="r" t="t"/>
                <a:pathLst>
                  <a:path extrusionOk="0" h="89551" w="89551">
                    <a:moveTo>
                      <a:pt x="76437" y="76437"/>
                    </a:moveTo>
                    <a:cubicBezTo>
                      <a:pt x="58951" y="93923"/>
                      <a:pt x="30601" y="93923"/>
                      <a:pt x="13115" y="76437"/>
                    </a:cubicBezTo>
                    <a:cubicBezTo>
                      <a:pt x="-4372" y="58951"/>
                      <a:pt x="-4372" y="30601"/>
                      <a:pt x="13115" y="13115"/>
                    </a:cubicBezTo>
                    <a:cubicBezTo>
                      <a:pt x="30601" y="-4372"/>
                      <a:pt x="58951" y="-4372"/>
                      <a:pt x="76437" y="13115"/>
                    </a:cubicBezTo>
                    <a:cubicBezTo>
                      <a:pt x="93923" y="30601"/>
                      <a:pt x="93923" y="58951"/>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38" name="Google Shape;138;p18"/>
              <p:cNvSpPr/>
              <p:nvPr/>
            </p:nvSpPr>
            <p:spPr>
              <a:xfrm>
                <a:off x="8710338" y="5793453"/>
                <a:ext cx="89551" cy="89551"/>
              </a:xfrm>
              <a:custGeom>
                <a:rect b="b" l="l" r="r" t="t"/>
                <a:pathLst>
                  <a:path extrusionOk="0" h="89551" w="89551">
                    <a:moveTo>
                      <a:pt x="76437" y="76437"/>
                    </a:moveTo>
                    <a:cubicBezTo>
                      <a:pt x="58951" y="93923"/>
                      <a:pt x="30601" y="93923"/>
                      <a:pt x="13115" y="76437"/>
                    </a:cubicBezTo>
                    <a:cubicBezTo>
                      <a:pt x="-4372" y="58952"/>
                      <a:pt x="-4372" y="30601"/>
                      <a:pt x="13115" y="13115"/>
                    </a:cubicBezTo>
                    <a:cubicBezTo>
                      <a:pt x="30601" y="-4372"/>
                      <a:pt x="58951" y="-4372"/>
                      <a:pt x="76437" y="13115"/>
                    </a:cubicBezTo>
                    <a:cubicBezTo>
                      <a:pt x="93923" y="30601"/>
                      <a:pt x="93923" y="58952"/>
                      <a:pt x="76437" y="7643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grpSp>
        <p:nvGrpSpPr>
          <p:cNvPr id="139" name="Google Shape;139;p18"/>
          <p:cNvGrpSpPr/>
          <p:nvPr/>
        </p:nvGrpSpPr>
        <p:grpSpPr>
          <a:xfrm>
            <a:off x="1" y="0"/>
            <a:ext cx="5024723" cy="2687475"/>
            <a:chOff x="0" y="4203"/>
            <a:chExt cx="7576482" cy="4639977"/>
          </a:xfrm>
        </p:grpSpPr>
        <p:grpSp>
          <p:nvGrpSpPr>
            <p:cNvPr id="140" name="Google Shape;140;p18"/>
            <p:cNvGrpSpPr/>
            <p:nvPr/>
          </p:nvGrpSpPr>
          <p:grpSpPr>
            <a:xfrm>
              <a:off x="0" y="89590"/>
              <a:ext cx="7576482" cy="4521895"/>
              <a:chOff x="0" y="89590"/>
              <a:chExt cx="7576482" cy="4521895"/>
            </a:xfrm>
          </p:grpSpPr>
          <p:sp>
            <p:nvSpPr>
              <p:cNvPr id="141" name="Google Shape;141;p18"/>
              <p:cNvSpPr/>
              <p:nvPr/>
            </p:nvSpPr>
            <p:spPr>
              <a:xfrm>
                <a:off x="6022856" y="89667"/>
                <a:ext cx="1553626" cy="1291127"/>
              </a:xfrm>
              <a:custGeom>
                <a:rect b="b" l="l" r="r" t="t"/>
                <a:pathLst>
                  <a:path extrusionOk="0" h="1291127" w="1553626">
                    <a:moveTo>
                      <a:pt x="628699" y="1291128"/>
                    </a:moveTo>
                    <a:cubicBezTo>
                      <a:pt x="548123" y="1287636"/>
                      <a:pt x="466512" y="1287636"/>
                      <a:pt x="386066" y="1291128"/>
                    </a:cubicBezTo>
                    <a:lnTo>
                      <a:pt x="386066" y="1291128"/>
                    </a:lnTo>
                    <a:cubicBezTo>
                      <a:pt x="378073" y="1291128"/>
                      <a:pt x="370235" y="1287273"/>
                      <a:pt x="362631" y="1279669"/>
                    </a:cubicBezTo>
                    <a:cubicBezTo>
                      <a:pt x="346722" y="1262001"/>
                      <a:pt x="330659" y="1245938"/>
                      <a:pt x="315113" y="1230392"/>
                    </a:cubicBezTo>
                    <a:cubicBezTo>
                      <a:pt x="299566" y="1214846"/>
                      <a:pt x="283477" y="1198756"/>
                      <a:pt x="267647" y="1181167"/>
                    </a:cubicBezTo>
                    <a:cubicBezTo>
                      <a:pt x="255489" y="1170510"/>
                      <a:pt x="244599" y="1159180"/>
                      <a:pt x="234046" y="1148212"/>
                    </a:cubicBezTo>
                    <a:cubicBezTo>
                      <a:pt x="220077" y="1133675"/>
                      <a:pt x="206859" y="1119914"/>
                      <a:pt x="191365" y="1108170"/>
                    </a:cubicBezTo>
                    <a:cubicBezTo>
                      <a:pt x="127680" y="1108170"/>
                      <a:pt x="61874" y="1108170"/>
                      <a:pt x="0" y="1107161"/>
                    </a:cubicBezTo>
                    <a:lnTo>
                      <a:pt x="104" y="1100927"/>
                    </a:lnTo>
                    <a:cubicBezTo>
                      <a:pt x="62262" y="1101936"/>
                      <a:pt x="128430" y="1101936"/>
                      <a:pt x="192425" y="1101936"/>
                    </a:cubicBezTo>
                    <a:lnTo>
                      <a:pt x="193460" y="1101936"/>
                    </a:lnTo>
                    <a:lnTo>
                      <a:pt x="194288" y="1102557"/>
                    </a:lnTo>
                    <a:cubicBezTo>
                      <a:pt x="210532" y="1114740"/>
                      <a:pt x="224138" y="1128890"/>
                      <a:pt x="238546" y="1143892"/>
                    </a:cubicBezTo>
                    <a:cubicBezTo>
                      <a:pt x="249022" y="1154808"/>
                      <a:pt x="259887" y="1166086"/>
                      <a:pt x="271889" y="1176588"/>
                    </a:cubicBezTo>
                    <a:lnTo>
                      <a:pt x="272148" y="1176847"/>
                    </a:lnTo>
                    <a:cubicBezTo>
                      <a:pt x="287926" y="1194359"/>
                      <a:pt x="303990" y="1210423"/>
                      <a:pt x="319510" y="1225969"/>
                    </a:cubicBezTo>
                    <a:cubicBezTo>
                      <a:pt x="335108" y="1241566"/>
                      <a:pt x="351249" y="1257707"/>
                      <a:pt x="367131" y="1275375"/>
                    </a:cubicBezTo>
                    <a:cubicBezTo>
                      <a:pt x="373417" y="1281660"/>
                      <a:pt x="379780" y="1284894"/>
                      <a:pt x="385937" y="1284894"/>
                    </a:cubicBezTo>
                    <a:cubicBezTo>
                      <a:pt x="466435" y="1281376"/>
                      <a:pt x="548201" y="1281402"/>
                      <a:pt x="628828" y="1284894"/>
                    </a:cubicBezTo>
                    <a:cubicBezTo>
                      <a:pt x="634985" y="1284894"/>
                      <a:pt x="641477" y="1284894"/>
                      <a:pt x="644089" y="1282281"/>
                    </a:cubicBezTo>
                    <a:cubicBezTo>
                      <a:pt x="793808" y="1138874"/>
                      <a:pt x="937526" y="993889"/>
                      <a:pt x="1076483" y="853690"/>
                    </a:cubicBezTo>
                    <a:cubicBezTo>
                      <a:pt x="1169967" y="759353"/>
                      <a:pt x="1266658" y="661834"/>
                      <a:pt x="1365366" y="564522"/>
                    </a:cubicBezTo>
                    <a:cubicBezTo>
                      <a:pt x="1368393" y="561496"/>
                      <a:pt x="1371471" y="555236"/>
                      <a:pt x="1371471" y="549157"/>
                    </a:cubicBezTo>
                    <a:lnTo>
                      <a:pt x="1371471" y="174887"/>
                    </a:lnTo>
                    <a:lnTo>
                      <a:pt x="1372454" y="173956"/>
                    </a:lnTo>
                    <a:cubicBezTo>
                      <a:pt x="1403598" y="144649"/>
                      <a:pt x="1434405" y="113763"/>
                      <a:pt x="1464178" y="83887"/>
                    </a:cubicBezTo>
                    <a:cubicBezTo>
                      <a:pt x="1491727" y="56287"/>
                      <a:pt x="1520207" y="27729"/>
                      <a:pt x="1549333" y="0"/>
                    </a:cubicBezTo>
                    <a:lnTo>
                      <a:pt x="1553627" y="4501"/>
                    </a:lnTo>
                    <a:cubicBezTo>
                      <a:pt x="1524552" y="32179"/>
                      <a:pt x="1496098" y="60710"/>
                      <a:pt x="1468576" y="88284"/>
                    </a:cubicBezTo>
                    <a:cubicBezTo>
                      <a:pt x="1439062" y="117876"/>
                      <a:pt x="1408564" y="148451"/>
                      <a:pt x="1377679" y="177551"/>
                    </a:cubicBezTo>
                    <a:lnTo>
                      <a:pt x="1377679" y="549157"/>
                    </a:lnTo>
                    <a:cubicBezTo>
                      <a:pt x="1377679" y="557305"/>
                      <a:pt x="1373566" y="565117"/>
                      <a:pt x="1369738" y="568946"/>
                    </a:cubicBezTo>
                    <a:cubicBezTo>
                      <a:pt x="1271055" y="666232"/>
                      <a:pt x="1174390" y="763750"/>
                      <a:pt x="1080907" y="858062"/>
                    </a:cubicBezTo>
                    <a:cubicBezTo>
                      <a:pt x="941897" y="998313"/>
                      <a:pt x="798154" y="1143323"/>
                      <a:pt x="648436" y="1286730"/>
                    </a:cubicBezTo>
                    <a:cubicBezTo>
                      <a:pt x="644064" y="1291102"/>
                      <a:pt x="636252" y="1291102"/>
                      <a:pt x="628699" y="129110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2" name="Google Shape;142;p18"/>
              <p:cNvSpPr/>
              <p:nvPr/>
            </p:nvSpPr>
            <p:spPr>
              <a:xfrm>
                <a:off x="6233440" y="1695830"/>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3" name="Google Shape;143;p18"/>
              <p:cNvSpPr/>
              <p:nvPr/>
            </p:nvSpPr>
            <p:spPr>
              <a:xfrm>
                <a:off x="6145337" y="1607726"/>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4" name="Google Shape;144;p18"/>
              <p:cNvSpPr/>
              <p:nvPr/>
            </p:nvSpPr>
            <p:spPr>
              <a:xfrm>
                <a:off x="6057233" y="1519623"/>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5" name="Google Shape;145;p18"/>
              <p:cNvSpPr/>
              <p:nvPr/>
            </p:nvSpPr>
            <p:spPr>
              <a:xfrm>
                <a:off x="5969130" y="1431520"/>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6" name="Google Shape;146;p18"/>
              <p:cNvSpPr/>
              <p:nvPr/>
            </p:nvSpPr>
            <p:spPr>
              <a:xfrm>
                <a:off x="5881001" y="1343417"/>
                <a:ext cx="6233" cy="429004"/>
              </a:xfrm>
              <a:custGeom>
                <a:rect b="b" l="l" r="r" t="t"/>
                <a:pathLst>
                  <a:path extrusionOk="0" h="429004" w="6233">
                    <a:moveTo>
                      <a:pt x="0" y="0"/>
                    </a:moveTo>
                    <a:lnTo>
                      <a:pt x="6234" y="0"/>
                    </a:lnTo>
                    <a:lnTo>
                      <a:pt x="6234" y="429005"/>
                    </a:lnTo>
                    <a:lnTo>
                      <a:pt x="0" y="4290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7" name="Google Shape;147;p18"/>
              <p:cNvSpPr/>
              <p:nvPr/>
            </p:nvSpPr>
            <p:spPr>
              <a:xfrm>
                <a:off x="4302905" y="91995"/>
                <a:ext cx="531639" cy="2817257"/>
              </a:xfrm>
              <a:custGeom>
                <a:rect b="b" l="l" r="r" t="t"/>
                <a:pathLst>
                  <a:path extrusionOk="0" h="2817257" w="531639">
                    <a:moveTo>
                      <a:pt x="15572" y="2817257"/>
                    </a:moveTo>
                    <a:lnTo>
                      <a:pt x="0" y="2817180"/>
                    </a:lnTo>
                    <a:cubicBezTo>
                      <a:pt x="1164" y="2605070"/>
                      <a:pt x="1164" y="2401703"/>
                      <a:pt x="1164" y="2186386"/>
                    </a:cubicBezTo>
                    <a:lnTo>
                      <a:pt x="1164" y="2183101"/>
                    </a:lnTo>
                    <a:lnTo>
                      <a:pt x="3492" y="2180799"/>
                    </a:lnTo>
                    <a:cubicBezTo>
                      <a:pt x="77368" y="2108423"/>
                      <a:pt x="151115" y="2034262"/>
                      <a:pt x="222405" y="1962533"/>
                    </a:cubicBezTo>
                    <a:cubicBezTo>
                      <a:pt x="316432" y="1867963"/>
                      <a:pt x="413614" y="1770185"/>
                      <a:pt x="511366" y="1676340"/>
                    </a:cubicBezTo>
                    <a:cubicBezTo>
                      <a:pt x="517884" y="1328480"/>
                      <a:pt x="516229" y="974618"/>
                      <a:pt x="514625" y="632372"/>
                    </a:cubicBezTo>
                    <a:cubicBezTo>
                      <a:pt x="513668" y="425202"/>
                      <a:pt x="512659" y="210972"/>
                      <a:pt x="513461" y="0"/>
                    </a:cubicBezTo>
                    <a:lnTo>
                      <a:pt x="529033" y="52"/>
                    </a:lnTo>
                    <a:cubicBezTo>
                      <a:pt x="528231" y="210972"/>
                      <a:pt x="529214" y="425151"/>
                      <a:pt x="530197" y="632294"/>
                    </a:cubicBezTo>
                    <a:cubicBezTo>
                      <a:pt x="531801" y="975679"/>
                      <a:pt x="533456" y="1330756"/>
                      <a:pt x="526886" y="1679858"/>
                    </a:cubicBezTo>
                    <a:lnTo>
                      <a:pt x="526834" y="1683091"/>
                    </a:lnTo>
                    <a:lnTo>
                      <a:pt x="524506" y="1685341"/>
                    </a:lnTo>
                    <a:cubicBezTo>
                      <a:pt x="426082" y="1779730"/>
                      <a:pt x="328175" y="1878258"/>
                      <a:pt x="233476" y="1973500"/>
                    </a:cubicBezTo>
                    <a:cubicBezTo>
                      <a:pt x="162885" y="2044505"/>
                      <a:pt x="89914" y="2117916"/>
                      <a:pt x="16762" y="2189619"/>
                    </a:cubicBezTo>
                    <a:cubicBezTo>
                      <a:pt x="16762" y="2403721"/>
                      <a:pt x="16762" y="2606130"/>
                      <a:pt x="15598" y="2817206"/>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8" name="Google Shape;148;p18"/>
              <p:cNvSpPr/>
              <p:nvPr/>
            </p:nvSpPr>
            <p:spPr>
              <a:xfrm>
                <a:off x="3636725" y="92280"/>
                <a:ext cx="412423" cy="2683395"/>
              </a:xfrm>
              <a:custGeom>
                <a:rect b="b" l="l" r="r" t="t"/>
                <a:pathLst>
                  <a:path extrusionOk="0" h="2683395" w="412423">
                    <a:moveTo>
                      <a:pt x="190718" y="2683370"/>
                    </a:moveTo>
                    <a:cubicBezTo>
                      <a:pt x="179233" y="2672040"/>
                      <a:pt x="167748" y="2660710"/>
                      <a:pt x="156237" y="2649303"/>
                    </a:cubicBezTo>
                    <a:cubicBezTo>
                      <a:pt x="108486" y="2602095"/>
                      <a:pt x="59132" y="2553284"/>
                      <a:pt x="8019" y="2505016"/>
                    </a:cubicBezTo>
                    <a:cubicBezTo>
                      <a:pt x="4139" y="2501136"/>
                      <a:pt x="0" y="2493299"/>
                      <a:pt x="0" y="2485150"/>
                    </a:cubicBezTo>
                    <a:cubicBezTo>
                      <a:pt x="4009" y="2372525"/>
                      <a:pt x="3440" y="2259202"/>
                      <a:pt x="2871" y="2149603"/>
                    </a:cubicBezTo>
                    <a:cubicBezTo>
                      <a:pt x="2457" y="2067216"/>
                      <a:pt x="2017" y="1982036"/>
                      <a:pt x="3518" y="1897529"/>
                    </a:cubicBezTo>
                    <a:lnTo>
                      <a:pt x="3518" y="1896235"/>
                    </a:lnTo>
                    <a:cubicBezTo>
                      <a:pt x="3518" y="1896235"/>
                      <a:pt x="4501" y="1895330"/>
                      <a:pt x="4501" y="1895330"/>
                    </a:cubicBezTo>
                    <a:cubicBezTo>
                      <a:pt x="95915" y="1808598"/>
                      <a:pt x="185725" y="1717210"/>
                      <a:pt x="272561" y="1628822"/>
                    </a:cubicBezTo>
                    <a:cubicBezTo>
                      <a:pt x="315707" y="1584900"/>
                      <a:pt x="360328" y="1539503"/>
                      <a:pt x="404612" y="1495193"/>
                    </a:cubicBezTo>
                    <a:cubicBezTo>
                      <a:pt x="404612" y="1006073"/>
                      <a:pt x="404612" y="500346"/>
                      <a:pt x="406190" y="0"/>
                    </a:cubicBezTo>
                    <a:lnTo>
                      <a:pt x="412424" y="0"/>
                    </a:lnTo>
                    <a:cubicBezTo>
                      <a:pt x="410846" y="500786"/>
                      <a:pt x="410846" y="1006978"/>
                      <a:pt x="410846" y="1496486"/>
                    </a:cubicBezTo>
                    <a:lnTo>
                      <a:pt x="410846" y="1497780"/>
                    </a:lnTo>
                    <a:lnTo>
                      <a:pt x="409941" y="1498685"/>
                    </a:lnTo>
                    <a:cubicBezTo>
                      <a:pt x="365372" y="1543254"/>
                      <a:pt x="320441" y="1588961"/>
                      <a:pt x="277010" y="1633193"/>
                    </a:cubicBezTo>
                    <a:cubicBezTo>
                      <a:pt x="190433" y="1721297"/>
                      <a:pt x="100907" y="1812400"/>
                      <a:pt x="9752" y="1898951"/>
                    </a:cubicBezTo>
                    <a:cubicBezTo>
                      <a:pt x="8277" y="1982942"/>
                      <a:pt x="8717" y="2067656"/>
                      <a:pt x="9131" y="2149577"/>
                    </a:cubicBezTo>
                    <a:cubicBezTo>
                      <a:pt x="9700" y="2259254"/>
                      <a:pt x="10269" y="2372629"/>
                      <a:pt x="6260" y="2485280"/>
                    </a:cubicBezTo>
                    <a:cubicBezTo>
                      <a:pt x="6260" y="2491255"/>
                      <a:pt x="9338" y="2497515"/>
                      <a:pt x="12390" y="2500567"/>
                    </a:cubicBezTo>
                    <a:cubicBezTo>
                      <a:pt x="63478" y="2548835"/>
                      <a:pt x="112884" y="2597672"/>
                      <a:pt x="160634" y="2644905"/>
                    </a:cubicBezTo>
                    <a:cubicBezTo>
                      <a:pt x="172145" y="2656287"/>
                      <a:pt x="183630" y="2667642"/>
                      <a:pt x="195115" y="2678972"/>
                    </a:cubicBezTo>
                    <a:lnTo>
                      <a:pt x="190744" y="268339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49" name="Google Shape;149;p18"/>
              <p:cNvSpPr/>
              <p:nvPr/>
            </p:nvSpPr>
            <p:spPr>
              <a:xfrm>
                <a:off x="3884816" y="91944"/>
                <a:ext cx="7514" cy="1376126"/>
              </a:xfrm>
              <a:custGeom>
                <a:rect b="b" l="l" r="r" t="t"/>
                <a:pathLst>
                  <a:path extrusionOk="0" h="1376126" w="7514">
                    <a:moveTo>
                      <a:pt x="6234" y="1376127"/>
                    </a:moveTo>
                    <a:lnTo>
                      <a:pt x="0" y="1376127"/>
                    </a:lnTo>
                    <a:cubicBezTo>
                      <a:pt x="1707" y="920893"/>
                      <a:pt x="1707" y="457898"/>
                      <a:pt x="0" y="0"/>
                    </a:cubicBezTo>
                    <a:lnTo>
                      <a:pt x="6234" y="0"/>
                    </a:lnTo>
                    <a:cubicBezTo>
                      <a:pt x="7941" y="457873"/>
                      <a:pt x="7941" y="920893"/>
                      <a:pt x="6234" y="1376127"/>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0" name="Google Shape;150;p18"/>
              <p:cNvSpPr/>
              <p:nvPr/>
            </p:nvSpPr>
            <p:spPr>
              <a:xfrm>
                <a:off x="4170692" y="92513"/>
                <a:ext cx="16483" cy="1667001"/>
              </a:xfrm>
              <a:custGeom>
                <a:rect b="b" l="l" r="r" t="t"/>
                <a:pathLst>
                  <a:path extrusionOk="0" h="1667001" w="16483">
                    <a:moveTo>
                      <a:pt x="912" y="1667002"/>
                    </a:moveTo>
                    <a:cubicBezTo>
                      <a:pt x="-304" y="1115258"/>
                      <a:pt x="-304" y="554383"/>
                      <a:pt x="912" y="0"/>
                    </a:cubicBezTo>
                    <a:lnTo>
                      <a:pt x="16484" y="0"/>
                    </a:lnTo>
                    <a:cubicBezTo>
                      <a:pt x="15268" y="554408"/>
                      <a:pt x="15268" y="1115232"/>
                      <a:pt x="16484" y="1666950"/>
                    </a:cubicBezTo>
                    <a:lnTo>
                      <a:pt x="912" y="166695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1" name="Google Shape;151;p18"/>
              <p:cNvSpPr/>
              <p:nvPr/>
            </p:nvSpPr>
            <p:spPr>
              <a:xfrm>
                <a:off x="0" y="3674426"/>
                <a:ext cx="2524726" cy="877565"/>
              </a:xfrm>
              <a:custGeom>
                <a:rect b="b" l="l" r="r" t="t"/>
                <a:pathLst>
                  <a:path extrusionOk="0" h="877565" w="2524726">
                    <a:moveTo>
                      <a:pt x="2524727" y="861657"/>
                    </a:moveTo>
                    <a:cubicBezTo>
                      <a:pt x="2121020" y="861993"/>
                      <a:pt x="1712502" y="861993"/>
                      <a:pt x="1317409" y="861993"/>
                    </a:cubicBezTo>
                    <a:cubicBezTo>
                      <a:pt x="1172191" y="720242"/>
                      <a:pt x="1027232" y="574378"/>
                      <a:pt x="887007" y="433299"/>
                    </a:cubicBezTo>
                    <a:cubicBezTo>
                      <a:pt x="746006" y="291444"/>
                      <a:pt x="600219" y="144752"/>
                      <a:pt x="454174" y="2225"/>
                    </a:cubicBezTo>
                    <a:lnTo>
                      <a:pt x="451897" y="0"/>
                    </a:lnTo>
                    <a:lnTo>
                      <a:pt x="448716" y="0"/>
                    </a:lnTo>
                    <a:cubicBezTo>
                      <a:pt x="301222" y="0"/>
                      <a:pt x="150805" y="0"/>
                      <a:pt x="0" y="104"/>
                    </a:cubicBezTo>
                    <a:lnTo>
                      <a:pt x="0" y="15675"/>
                    </a:lnTo>
                    <a:cubicBezTo>
                      <a:pt x="149718" y="15572"/>
                      <a:pt x="299075" y="15572"/>
                      <a:pt x="445534" y="15572"/>
                    </a:cubicBezTo>
                    <a:cubicBezTo>
                      <a:pt x="590752" y="157323"/>
                      <a:pt x="735711" y="303188"/>
                      <a:pt x="875936" y="444266"/>
                    </a:cubicBezTo>
                    <a:cubicBezTo>
                      <a:pt x="1016937" y="586121"/>
                      <a:pt x="1162724" y="732813"/>
                      <a:pt x="1308769" y="875341"/>
                    </a:cubicBezTo>
                    <a:lnTo>
                      <a:pt x="1311045" y="877565"/>
                    </a:lnTo>
                    <a:lnTo>
                      <a:pt x="1314227" y="877565"/>
                    </a:lnTo>
                    <a:cubicBezTo>
                      <a:pt x="1710329" y="877565"/>
                      <a:pt x="2119934" y="877565"/>
                      <a:pt x="2524727" y="877229"/>
                    </a:cubicBezTo>
                    <a:lnTo>
                      <a:pt x="2524727" y="86165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2" name="Google Shape;152;p18"/>
              <p:cNvSpPr/>
              <p:nvPr/>
            </p:nvSpPr>
            <p:spPr>
              <a:xfrm>
                <a:off x="25" y="3487696"/>
                <a:ext cx="2680756" cy="904772"/>
              </a:xfrm>
              <a:custGeom>
                <a:rect b="b" l="l" r="r" t="t"/>
                <a:pathLst>
                  <a:path extrusionOk="0" h="904772" w="2680756">
                    <a:moveTo>
                      <a:pt x="2680731" y="897013"/>
                    </a:moveTo>
                    <a:cubicBezTo>
                      <a:pt x="2257546" y="898565"/>
                      <a:pt x="1826963" y="898565"/>
                      <a:pt x="1410504" y="898565"/>
                    </a:cubicBezTo>
                    <a:cubicBezTo>
                      <a:pt x="1292576" y="779240"/>
                      <a:pt x="1171544" y="659062"/>
                      <a:pt x="1054496" y="542842"/>
                    </a:cubicBezTo>
                    <a:cubicBezTo>
                      <a:pt x="878497" y="368084"/>
                      <a:pt x="696496" y="187377"/>
                      <a:pt x="521299" y="5841"/>
                    </a:cubicBezTo>
                    <a:lnTo>
                      <a:pt x="520419" y="4936"/>
                    </a:lnTo>
                    <a:lnTo>
                      <a:pt x="519177" y="4884"/>
                    </a:lnTo>
                    <a:cubicBezTo>
                      <a:pt x="355336" y="-1272"/>
                      <a:pt x="189864" y="-237"/>
                      <a:pt x="29876" y="746"/>
                    </a:cubicBezTo>
                    <a:cubicBezTo>
                      <a:pt x="19943" y="798"/>
                      <a:pt x="9959" y="875"/>
                      <a:pt x="0" y="927"/>
                    </a:cubicBezTo>
                    <a:lnTo>
                      <a:pt x="0" y="7161"/>
                    </a:lnTo>
                    <a:cubicBezTo>
                      <a:pt x="9985" y="7109"/>
                      <a:pt x="19995" y="7032"/>
                      <a:pt x="29928" y="6980"/>
                    </a:cubicBezTo>
                    <a:cubicBezTo>
                      <a:pt x="189450" y="5997"/>
                      <a:pt x="354404" y="4962"/>
                      <a:pt x="517703" y="11067"/>
                    </a:cubicBezTo>
                    <a:cubicBezTo>
                      <a:pt x="692668" y="192343"/>
                      <a:pt x="874384" y="372766"/>
                      <a:pt x="1050124" y="547239"/>
                    </a:cubicBezTo>
                    <a:cubicBezTo>
                      <a:pt x="1167457" y="663744"/>
                      <a:pt x="1288800" y="784233"/>
                      <a:pt x="1407012" y="903842"/>
                    </a:cubicBezTo>
                    <a:lnTo>
                      <a:pt x="1407917" y="904773"/>
                    </a:lnTo>
                    <a:lnTo>
                      <a:pt x="1409211" y="904773"/>
                    </a:lnTo>
                    <a:cubicBezTo>
                      <a:pt x="1826084" y="904773"/>
                      <a:pt x="2257132" y="904773"/>
                      <a:pt x="2680757" y="903221"/>
                    </a:cubicBezTo>
                    <a:lnTo>
                      <a:pt x="2680757" y="89698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3" name="Google Shape;153;p18"/>
              <p:cNvSpPr/>
              <p:nvPr/>
            </p:nvSpPr>
            <p:spPr>
              <a:xfrm>
                <a:off x="0" y="1721955"/>
                <a:ext cx="2856316" cy="2494643"/>
              </a:xfrm>
              <a:custGeom>
                <a:rect b="b" l="l" r="r" t="t"/>
                <a:pathLst>
                  <a:path extrusionOk="0" h="2494643" w="2856316">
                    <a:moveTo>
                      <a:pt x="2856317" y="2487194"/>
                    </a:moveTo>
                    <a:cubicBezTo>
                      <a:pt x="2556647" y="2488410"/>
                      <a:pt x="2254804" y="2488410"/>
                      <a:pt x="1962869" y="2488410"/>
                    </a:cubicBezTo>
                    <a:cubicBezTo>
                      <a:pt x="1738343" y="2267376"/>
                      <a:pt x="1521888" y="2050946"/>
                      <a:pt x="1292757" y="1821790"/>
                    </a:cubicBezTo>
                    <a:lnTo>
                      <a:pt x="1291800" y="1820833"/>
                    </a:lnTo>
                    <a:cubicBezTo>
                      <a:pt x="1288748" y="1817781"/>
                      <a:pt x="1285670" y="1811521"/>
                      <a:pt x="1285670" y="1805442"/>
                    </a:cubicBezTo>
                    <a:lnTo>
                      <a:pt x="1285670" y="1287092"/>
                    </a:lnTo>
                    <a:lnTo>
                      <a:pt x="1284920" y="1286213"/>
                    </a:lnTo>
                    <a:cubicBezTo>
                      <a:pt x="1239109" y="1233341"/>
                      <a:pt x="1188979" y="1183236"/>
                      <a:pt x="1140504" y="1134761"/>
                    </a:cubicBezTo>
                    <a:lnTo>
                      <a:pt x="1140245" y="1134529"/>
                    </a:lnTo>
                    <a:cubicBezTo>
                      <a:pt x="1131502" y="1127544"/>
                      <a:pt x="1123483" y="1120405"/>
                      <a:pt x="1115749" y="1113525"/>
                    </a:cubicBezTo>
                    <a:cubicBezTo>
                      <a:pt x="1107963" y="1106618"/>
                      <a:pt x="1099944" y="1099453"/>
                      <a:pt x="1091124" y="1092417"/>
                    </a:cubicBezTo>
                    <a:cubicBezTo>
                      <a:pt x="918772" y="923195"/>
                      <a:pt x="749627" y="751567"/>
                      <a:pt x="586096" y="585630"/>
                    </a:cubicBezTo>
                    <a:cubicBezTo>
                      <a:pt x="395843" y="392584"/>
                      <a:pt x="199538" y="193382"/>
                      <a:pt x="0" y="0"/>
                    </a:cubicBezTo>
                    <a:lnTo>
                      <a:pt x="0" y="8665"/>
                    </a:lnTo>
                    <a:cubicBezTo>
                      <a:pt x="197986" y="200677"/>
                      <a:pt x="392817" y="398352"/>
                      <a:pt x="581646" y="589976"/>
                    </a:cubicBezTo>
                    <a:cubicBezTo>
                      <a:pt x="745255" y="755990"/>
                      <a:pt x="914426" y="927644"/>
                      <a:pt x="1086856" y="1096944"/>
                    </a:cubicBezTo>
                    <a:lnTo>
                      <a:pt x="1087088" y="1097151"/>
                    </a:lnTo>
                    <a:cubicBezTo>
                      <a:pt x="1095832" y="1104135"/>
                      <a:pt x="1103850" y="1111274"/>
                      <a:pt x="1111585" y="1118155"/>
                    </a:cubicBezTo>
                    <a:cubicBezTo>
                      <a:pt x="1119345" y="1125061"/>
                      <a:pt x="1127389" y="1132201"/>
                      <a:pt x="1136210" y="1139262"/>
                    </a:cubicBezTo>
                    <a:cubicBezTo>
                      <a:pt x="1184297" y="1187349"/>
                      <a:pt x="1233987" y="1237066"/>
                      <a:pt x="1279436" y="1289395"/>
                    </a:cubicBezTo>
                    <a:lnTo>
                      <a:pt x="1279436" y="1805442"/>
                    </a:lnTo>
                    <a:cubicBezTo>
                      <a:pt x="1279436" y="1813590"/>
                      <a:pt x="1283549" y="1821402"/>
                      <a:pt x="1287377" y="1825230"/>
                    </a:cubicBezTo>
                    <a:lnTo>
                      <a:pt x="1288334" y="1826188"/>
                    </a:lnTo>
                    <a:cubicBezTo>
                      <a:pt x="1517801" y="2055654"/>
                      <a:pt x="1734541" y="2272368"/>
                      <a:pt x="1959403" y="2493738"/>
                    </a:cubicBezTo>
                    <a:lnTo>
                      <a:pt x="1960308" y="2494644"/>
                    </a:lnTo>
                    <a:lnTo>
                      <a:pt x="1961576" y="2494644"/>
                    </a:lnTo>
                    <a:cubicBezTo>
                      <a:pt x="2253899" y="2494644"/>
                      <a:pt x="2556181" y="2494644"/>
                      <a:pt x="2856317" y="2493428"/>
                    </a:cubicBezTo>
                    <a:lnTo>
                      <a:pt x="2856317" y="248719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4" name="Google Shape;154;p18"/>
              <p:cNvSpPr/>
              <p:nvPr/>
            </p:nvSpPr>
            <p:spPr>
              <a:xfrm>
                <a:off x="0" y="2892439"/>
                <a:ext cx="520393" cy="16270"/>
              </a:xfrm>
              <a:custGeom>
                <a:rect b="b" l="l" r="r" t="t"/>
                <a:pathLst>
                  <a:path extrusionOk="0" h="16270" w="520393">
                    <a:moveTo>
                      <a:pt x="520341" y="0"/>
                    </a:moveTo>
                    <a:cubicBezTo>
                      <a:pt x="344756" y="569"/>
                      <a:pt x="172559" y="776"/>
                      <a:pt x="0" y="647"/>
                    </a:cubicBezTo>
                    <a:lnTo>
                      <a:pt x="0" y="16219"/>
                    </a:lnTo>
                    <a:cubicBezTo>
                      <a:pt x="32955" y="16219"/>
                      <a:pt x="65909" y="16270"/>
                      <a:pt x="98864" y="16270"/>
                    </a:cubicBezTo>
                    <a:cubicBezTo>
                      <a:pt x="238468" y="16270"/>
                      <a:pt x="378331" y="16038"/>
                      <a:pt x="520393" y="15572"/>
                    </a:cubicBezTo>
                    <a:lnTo>
                      <a:pt x="520341"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5" name="Google Shape;155;p18"/>
              <p:cNvSpPr/>
              <p:nvPr/>
            </p:nvSpPr>
            <p:spPr>
              <a:xfrm>
                <a:off x="0" y="414661"/>
                <a:ext cx="3005543" cy="3659436"/>
              </a:xfrm>
              <a:custGeom>
                <a:rect b="b" l="l" r="r" t="t"/>
                <a:pathLst>
                  <a:path extrusionOk="0" h="3659436" w="3005543">
                    <a:moveTo>
                      <a:pt x="2895893" y="3539000"/>
                    </a:moveTo>
                    <a:cubicBezTo>
                      <a:pt x="2842866" y="3486748"/>
                      <a:pt x="2788079" y="3432764"/>
                      <a:pt x="2736397" y="3377072"/>
                    </a:cubicBezTo>
                    <a:lnTo>
                      <a:pt x="2736397" y="3155236"/>
                    </a:lnTo>
                    <a:lnTo>
                      <a:pt x="2734121" y="3152960"/>
                    </a:lnTo>
                    <a:cubicBezTo>
                      <a:pt x="2665444" y="3084283"/>
                      <a:pt x="2595655" y="3014701"/>
                      <a:pt x="2528141" y="2947420"/>
                    </a:cubicBezTo>
                    <a:cubicBezTo>
                      <a:pt x="2326249" y="2746175"/>
                      <a:pt x="2117502" y="2538100"/>
                      <a:pt x="1914420" y="2329741"/>
                    </a:cubicBezTo>
                    <a:lnTo>
                      <a:pt x="1912583" y="2327853"/>
                    </a:lnTo>
                    <a:lnTo>
                      <a:pt x="1909997" y="2327465"/>
                    </a:lnTo>
                    <a:cubicBezTo>
                      <a:pt x="1867135" y="2321024"/>
                      <a:pt x="1825049" y="2322317"/>
                      <a:pt x="1784335" y="2323585"/>
                    </a:cubicBezTo>
                    <a:cubicBezTo>
                      <a:pt x="1757381" y="2324413"/>
                      <a:pt x="1729522" y="2325266"/>
                      <a:pt x="1701638" y="2323869"/>
                    </a:cubicBezTo>
                    <a:lnTo>
                      <a:pt x="1701250" y="2323869"/>
                    </a:lnTo>
                    <a:cubicBezTo>
                      <a:pt x="1696206" y="2323869"/>
                      <a:pt x="1691136" y="2321076"/>
                      <a:pt x="1689170" y="2319110"/>
                    </a:cubicBezTo>
                    <a:cubicBezTo>
                      <a:pt x="1605981" y="2235921"/>
                      <a:pt x="1522327" y="2152500"/>
                      <a:pt x="1441441" y="2071821"/>
                    </a:cubicBezTo>
                    <a:cubicBezTo>
                      <a:pt x="1193480" y="1824532"/>
                      <a:pt x="959228" y="1590901"/>
                      <a:pt x="720397" y="1346871"/>
                    </a:cubicBezTo>
                    <a:lnTo>
                      <a:pt x="720397" y="734340"/>
                    </a:lnTo>
                    <a:cubicBezTo>
                      <a:pt x="720397" y="725183"/>
                      <a:pt x="716077" y="716233"/>
                      <a:pt x="707541" y="707696"/>
                    </a:cubicBezTo>
                    <a:cubicBezTo>
                      <a:pt x="544450" y="546209"/>
                      <a:pt x="383686" y="384824"/>
                      <a:pt x="228199" y="228742"/>
                    </a:cubicBezTo>
                    <a:cubicBezTo>
                      <a:pt x="153029" y="153340"/>
                      <a:pt x="76825" y="76851"/>
                      <a:pt x="0" y="0"/>
                    </a:cubicBezTo>
                    <a:lnTo>
                      <a:pt x="0" y="22039"/>
                    </a:lnTo>
                    <a:cubicBezTo>
                      <a:pt x="73074" y="95191"/>
                      <a:pt x="145606" y="167955"/>
                      <a:pt x="217128" y="239762"/>
                    </a:cubicBezTo>
                    <a:cubicBezTo>
                      <a:pt x="372615" y="395843"/>
                      <a:pt x="533430" y="557280"/>
                      <a:pt x="696522" y="718742"/>
                    </a:cubicBezTo>
                    <a:cubicBezTo>
                      <a:pt x="702006" y="724226"/>
                      <a:pt x="704799" y="729477"/>
                      <a:pt x="704799" y="734340"/>
                    </a:cubicBezTo>
                    <a:lnTo>
                      <a:pt x="704799" y="1353234"/>
                    </a:lnTo>
                    <a:lnTo>
                      <a:pt x="707024" y="1355511"/>
                    </a:lnTo>
                    <a:cubicBezTo>
                      <a:pt x="946682" y="1600446"/>
                      <a:pt x="1181658" y="1834775"/>
                      <a:pt x="1430422" y="2082866"/>
                    </a:cubicBezTo>
                    <a:cubicBezTo>
                      <a:pt x="1511308" y="2163546"/>
                      <a:pt x="1594962" y="2246967"/>
                      <a:pt x="1678150" y="2330155"/>
                    </a:cubicBezTo>
                    <a:cubicBezTo>
                      <a:pt x="1682755" y="2334760"/>
                      <a:pt x="1691601" y="2339415"/>
                      <a:pt x="1701043" y="2339467"/>
                    </a:cubicBezTo>
                    <a:cubicBezTo>
                      <a:pt x="1729496" y="2340864"/>
                      <a:pt x="1757614" y="2340011"/>
                      <a:pt x="1784826" y="2339183"/>
                    </a:cubicBezTo>
                    <a:cubicBezTo>
                      <a:pt x="1825800" y="2337915"/>
                      <a:pt x="1864574" y="2336725"/>
                      <a:pt x="1905108" y="2342520"/>
                    </a:cubicBezTo>
                    <a:cubicBezTo>
                      <a:pt x="2107699" y="2550335"/>
                      <a:pt x="2315825" y="2757789"/>
                      <a:pt x="2517148" y="2958466"/>
                    </a:cubicBezTo>
                    <a:cubicBezTo>
                      <a:pt x="2583911" y="3024996"/>
                      <a:pt x="2652898" y="3093776"/>
                      <a:pt x="2720825" y="3161703"/>
                    </a:cubicBezTo>
                    <a:lnTo>
                      <a:pt x="2720825" y="3383176"/>
                    </a:lnTo>
                    <a:lnTo>
                      <a:pt x="2722895" y="3385427"/>
                    </a:lnTo>
                    <a:cubicBezTo>
                      <a:pt x="2775430" y="3442153"/>
                      <a:pt x="2831122" y="3497043"/>
                      <a:pt x="2884978" y="3550097"/>
                    </a:cubicBezTo>
                    <a:cubicBezTo>
                      <a:pt x="2921217" y="3585819"/>
                      <a:pt x="2958699" y="3622731"/>
                      <a:pt x="2994369" y="3659437"/>
                    </a:cubicBezTo>
                    <a:lnTo>
                      <a:pt x="3005544" y="3648572"/>
                    </a:lnTo>
                    <a:cubicBezTo>
                      <a:pt x="2969769" y="3611764"/>
                      <a:pt x="2932236" y="3574774"/>
                      <a:pt x="2895919" y="353900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6" name="Google Shape;156;p18"/>
              <p:cNvSpPr/>
              <p:nvPr/>
            </p:nvSpPr>
            <p:spPr>
              <a:xfrm>
                <a:off x="834729" y="89590"/>
                <a:ext cx="2273997" cy="3873357"/>
              </a:xfrm>
              <a:custGeom>
                <a:rect b="b" l="l" r="r" t="t"/>
                <a:pathLst>
                  <a:path extrusionOk="0" h="3873357" w="2273997">
                    <a:moveTo>
                      <a:pt x="2267816" y="3873357"/>
                    </a:moveTo>
                    <a:cubicBezTo>
                      <a:pt x="2267220" y="3600098"/>
                      <a:pt x="2267220" y="3321509"/>
                      <a:pt x="2267220" y="3052053"/>
                    </a:cubicBezTo>
                    <a:cubicBezTo>
                      <a:pt x="2035297" y="2813817"/>
                      <a:pt x="1795664" y="2575478"/>
                      <a:pt x="1563896" y="2344951"/>
                    </a:cubicBezTo>
                    <a:cubicBezTo>
                      <a:pt x="1409185" y="2191068"/>
                      <a:pt x="1249223" y="2031960"/>
                      <a:pt x="1092986" y="1874326"/>
                    </a:cubicBezTo>
                    <a:lnTo>
                      <a:pt x="1092055" y="1873395"/>
                    </a:lnTo>
                    <a:lnTo>
                      <a:pt x="1092055" y="1872076"/>
                    </a:lnTo>
                    <a:cubicBezTo>
                      <a:pt x="1093581" y="1762011"/>
                      <a:pt x="1093141" y="1650783"/>
                      <a:pt x="1092727" y="1543228"/>
                    </a:cubicBezTo>
                    <a:cubicBezTo>
                      <a:pt x="1092158" y="1399976"/>
                      <a:pt x="1091589" y="1251836"/>
                      <a:pt x="1095599" y="1105040"/>
                    </a:cubicBezTo>
                    <a:cubicBezTo>
                      <a:pt x="1095599" y="1099039"/>
                      <a:pt x="1092417" y="1092727"/>
                      <a:pt x="1086106" y="1086364"/>
                    </a:cubicBezTo>
                    <a:cubicBezTo>
                      <a:pt x="1057884" y="1065179"/>
                      <a:pt x="1036648" y="1043942"/>
                      <a:pt x="1012074" y="1019368"/>
                    </a:cubicBezTo>
                    <a:cubicBezTo>
                      <a:pt x="878212" y="885507"/>
                      <a:pt x="745255" y="751463"/>
                      <a:pt x="616670" y="621844"/>
                    </a:cubicBezTo>
                    <a:cubicBezTo>
                      <a:pt x="415787" y="419331"/>
                      <a:pt x="208049" y="209911"/>
                      <a:pt x="0" y="4423"/>
                    </a:cubicBezTo>
                    <a:lnTo>
                      <a:pt x="4372" y="0"/>
                    </a:lnTo>
                    <a:cubicBezTo>
                      <a:pt x="212420" y="205514"/>
                      <a:pt x="420184" y="414933"/>
                      <a:pt x="621068" y="617446"/>
                    </a:cubicBezTo>
                    <a:cubicBezTo>
                      <a:pt x="749653" y="747066"/>
                      <a:pt x="882584" y="881083"/>
                      <a:pt x="1016446" y="1014945"/>
                    </a:cubicBezTo>
                    <a:cubicBezTo>
                      <a:pt x="1040916" y="1039415"/>
                      <a:pt x="1062023" y="1060523"/>
                      <a:pt x="1089986" y="1081501"/>
                    </a:cubicBezTo>
                    <a:lnTo>
                      <a:pt x="1090322" y="1081786"/>
                    </a:lnTo>
                    <a:cubicBezTo>
                      <a:pt x="1097927" y="1089391"/>
                      <a:pt x="1101781" y="1097228"/>
                      <a:pt x="1101781" y="1105092"/>
                    </a:cubicBezTo>
                    <a:cubicBezTo>
                      <a:pt x="1097772" y="1251861"/>
                      <a:pt x="1098341" y="1399950"/>
                      <a:pt x="1098910" y="1543176"/>
                    </a:cubicBezTo>
                    <a:cubicBezTo>
                      <a:pt x="1099324" y="1650343"/>
                      <a:pt x="1099763" y="1761132"/>
                      <a:pt x="1098289" y="1870834"/>
                    </a:cubicBezTo>
                    <a:cubicBezTo>
                      <a:pt x="1254190" y="2028131"/>
                      <a:pt x="1413841" y="2186929"/>
                      <a:pt x="1568241" y="2340502"/>
                    </a:cubicBezTo>
                    <a:cubicBezTo>
                      <a:pt x="1800320" y="2571339"/>
                      <a:pt x="2040289" y="2810015"/>
                      <a:pt x="2272523" y="3048586"/>
                    </a:cubicBezTo>
                    <a:lnTo>
                      <a:pt x="2273403" y="3049492"/>
                    </a:lnTo>
                    <a:lnTo>
                      <a:pt x="2273403" y="3050759"/>
                    </a:lnTo>
                    <a:cubicBezTo>
                      <a:pt x="2273403" y="3320604"/>
                      <a:pt x="2273403" y="3599606"/>
                      <a:pt x="2273998" y="3873305"/>
                    </a:cubicBezTo>
                    <a:lnTo>
                      <a:pt x="2267764" y="38733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7" name="Google Shape;157;p18"/>
              <p:cNvSpPr/>
              <p:nvPr/>
            </p:nvSpPr>
            <p:spPr>
              <a:xfrm>
                <a:off x="0" y="4175186"/>
                <a:ext cx="888507" cy="359965"/>
              </a:xfrm>
              <a:custGeom>
                <a:rect b="b" l="l" r="r" t="t"/>
                <a:pathLst>
                  <a:path extrusionOk="0" h="359965" w="888507">
                    <a:moveTo>
                      <a:pt x="704282" y="170179"/>
                    </a:moveTo>
                    <a:cubicBezTo>
                      <a:pt x="651255" y="117799"/>
                      <a:pt x="596442" y="63633"/>
                      <a:pt x="542380" y="7941"/>
                    </a:cubicBezTo>
                    <a:cubicBezTo>
                      <a:pt x="538629" y="4190"/>
                      <a:pt x="530869" y="0"/>
                      <a:pt x="526032" y="0"/>
                    </a:cubicBezTo>
                    <a:cubicBezTo>
                      <a:pt x="356603" y="4242"/>
                      <a:pt x="183139" y="3363"/>
                      <a:pt x="15417" y="2509"/>
                    </a:cubicBezTo>
                    <a:cubicBezTo>
                      <a:pt x="10295" y="2509"/>
                      <a:pt x="5148" y="2458"/>
                      <a:pt x="0" y="2432"/>
                    </a:cubicBezTo>
                    <a:lnTo>
                      <a:pt x="0" y="8665"/>
                    </a:lnTo>
                    <a:cubicBezTo>
                      <a:pt x="5122" y="8691"/>
                      <a:pt x="10269" y="8717"/>
                      <a:pt x="15391" y="8743"/>
                    </a:cubicBezTo>
                    <a:cubicBezTo>
                      <a:pt x="183165" y="9597"/>
                      <a:pt x="356655" y="10476"/>
                      <a:pt x="526110" y="6234"/>
                    </a:cubicBezTo>
                    <a:cubicBezTo>
                      <a:pt x="528567" y="6234"/>
                      <a:pt x="534879" y="9261"/>
                      <a:pt x="537957" y="12313"/>
                    </a:cubicBezTo>
                    <a:cubicBezTo>
                      <a:pt x="592019" y="68030"/>
                      <a:pt x="646857" y="122196"/>
                      <a:pt x="699910" y="174603"/>
                    </a:cubicBezTo>
                    <a:cubicBezTo>
                      <a:pt x="760517" y="234485"/>
                      <a:pt x="823193" y="296385"/>
                      <a:pt x="884006" y="359966"/>
                    </a:cubicBezTo>
                    <a:lnTo>
                      <a:pt x="888507" y="355646"/>
                    </a:lnTo>
                    <a:cubicBezTo>
                      <a:pt x="827616" y="292013"/>
                      <a:pt x="764914" y="230088"/>
                      <a:pt x="704282" y="17017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8" name="Google Shape;158;p18"/>
              <p:cNvSpPr/>
              <p:nvPr/>
            </p:nvSpPr>
            <p:spPr>
              <a:xfrm>
                <a:off x="0" y="898530"/>
                <a:ext cx="2657166" cy="3122384"/>
              </a:xfrm>
              <a:custGeom>
                <a:rect b="b" l="l" r="r" t="t"/>
                <a:pathLst>
                  <a:path extrusionOk="0" h="3122384" w="2657166">
                    <a:moveTo>
                      <a:pt x="2211115" y="3106606"/>
                    </a:moveTo>
                    <a:cubicBezTo>
                      <a:pt x="2153302" y="3048819"/>
                      <a:pt x="2094144" y="2990437"/>
                      <a:pt x="2036900" y="2933969"/>
                    </a:cubicBezTo>
                    <a:cubicBezTo>
                      <a:pt x="1920344" y="2818939"/>
                      <a:pt x="1799803" y="2700002"/>
                      <a:pt x="1682574" y="2578117"/>
                    </a:cubicBezTo>
                    <a:cubicBezTo>
                      <a:pt x="1677142" y="2570486"/>
                      <a:pt x="1678383" y="2558949"/>
                      <a:pt x="1679676" y="2546766"/>
                    </a:cubicBezTo>
                    <a:cubicBezTo>
                      <a:pt x="1680246" y="2541437"/>
                      <a:pt x="1680841" y="2535902"/>
                      <a:pt x="1680866" y="2530573"/>
                    </a:cubicBezTo>
                    <a:cubicBezTo>
                      <a:pt x="1686143" y="2427493"/>
                      <a:pt x="1685471" y="2322809"/>
                      <a:pt x="1684824" y="2221565"/>
                    </a:cubicBezTo>
                    <a:cubicBezTo>
                      <a:pt x="1684617" y="2187861"/>
                      <a:pt x="1684384" y="2152992"/>
                      <a:pt x="1684384" y="2118718"/>
                    </a:cubicBezTo>
                    <a:cubicBezTo>
                      <a:pt x="1684384" y="2104931"/>
                      <a:pt x="1672434" y="2092980"/>
                      <a:pt x="1664493" y="2085039"/>
                    </a:cubicBezTo>
                    <a:cubicBezTo>
                      <a:pt x="1214846" y="1638910"/>
                      <a:pt x="793342" y="1217407"/>
                      <a:pt x="347187" y="771252"/>
                    </a:cubicBezTo>
                    <a:cubicBezTo>
                      <a:pt x="341109" y="686046"/>
                      <a:pt x="342376" y="600400"/>
                      <a:pt x="343618" y="517574"/>
                    </a:cubicBezTo>
                    <a:cubicBezTo>
                      <a:pt x="344446" y="461339"/>
                      <a:pt x="345299" y="403190"/>
                      <a:pt x="343902" y="345273"/>
                    </a:cubicBezTo>
                    <a:lnTo>
                      <a:pt x="343825" y="342118"/>
                    </a:lnTo>
                    <a:lnTo>
                      <a:pt x="341574" y="339893"/>
                    </a:lnTo>
                    <a:cubicBezTo>
                      <a:pt x="226492" y="226647"/>
                      <a:pt x="111358" y="111461"/>
                      <a:pt x="0" y="0"/>
                    </a:cubicBezTo>
                    <a:lnTo>
                      <a:pt x="0" y="22039"/>
                    </a:lnTo>
                    <a:cubicBezTo>
                      <a:pt x="107245" y="129361"/>
                      <a:pt x="217801" y="239917"/>
                      <a:pt x="328408" y="348791"/>
                    </a:cubicBezTo>
                    <a:cubicBezTo>
                      <a:pt x="329701" y="405337"/>
                      <a:pt x="328874" y="462270"/>
                      <a:pt x="328046" y="517315"/>
                    </a:cubicBezTo>
                    <a:cubicBezTo>
                      <a:pt x="326804" y="601435"/>
                      <a:pt x="325511" y="688400"/>
                      <a:pt x="331874" y="775261"/>
                    </a:cubicBezTo>
                    <a:lnTo>
                      <a:pt x="332081" y="778158"/>
                    </a:lnTo>
                    <a:lnTo>
                      <a:pt x="335056" y="781133"/>
                    </a:lnTo>
                    <a:cubicBezTo>
                      <a:pt x="781650" y="1227728"/>
                      <a:pt x="1203490" y="1649567"/>
                      <a:pt x="1653499" y="2096058"/>
                    </a:cubicBezTo>
                    <a:cubicBezTo>
                      <a:pt x="1659216" y="2101775"/>
                      <a:pt x="1668812" y="2111372"/>
                      <a:pt x="1668812" y="2118692"/>
                    </a:cubicBezTo>
                    <a:cubicBezTo>
                      <a:pt x="1668812" y="2153017"/>
                      <a:pt x="1669045" y="2187912"/>
                      <a:pt x="1669252" y="2221643"/>
                    </a:cubicBezTo>
                    <a:cubicBezTo>
                      <a:pt x="1669899" y="2322731"/>
                      <a:pt x="1670571" y="2427260"/>
                      <a:pt x="1665294" y="2529926"/>
                    </a:cubicBezTo>
                    <a:lnTo>
                      <a:pt x="1665294" y="2530314"/>
                    </a:lnTo>
                    <a:cubicBezTo>
                      <a:pt x="1665294" y="2534893"/>
                      <a:pt x="1664751" y="2539807"/>
                      <a:pt x="1664182" y="2545059"/>
                    </a:cubicBezTo>
                    <a:cubicBezTo>
                      <a:pt x="1662656" y="2559208"/>
                      <a:pt x="1660949" y="2575246"/>
                      <a:pt x="1670339" y="2587765"/>
                    </a:cubicBezTo>
                    <a:lnTo>
                      <a:pt x="1670959" y="2588489"/>
                    </a:lnTo>
                    <a:cubicBezTo>
                      <a:pt x="1788448" y="2710659"/>
                      <a:pt x="1909169" y="2829803"/>
                      <a:pt x="2025933" y="2945015"/>
                    </a:cubicBezTo>
                    <a:cubicBezTo>
                      <a:pt x="2083901" y="3002233"/>
                      <a:pt x="2143861" y="3061365"/>
                      <a:pt x="2202346" y="3119876"/>
                    </a:cubicBezTo>
                    <a:lnTo>
                      <a:pt x="2204622" y="3122152"/>
                    </a:lnTo>
                    <a:lnTo>
                      <a:pt x="2207856" y="3122152"/>
                    </a:lnTo>
                    <a:cubicBezTo>
                      <a:pt x="2361635" y="3122152"/>
                      <a:pt x="2506905" y="3122152"/>
                      <a:pt x="2657166" y="3122385"/>
                    </a:cubicBezTo>
                    <a:lnTo>
                      <a:pt x="2657166" y="3106813"/>
                    </a:lnTo>
                    <a:cubicBezTo>
                      <a:pt x="2507965" y="3106580"/>
                      <a:pt x="2363679" y="3106580"/>
                      <a:pt x="2211063" y="310658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59" name="Google Shape;159;p18"/>
              <p:cNvSpPr/>
              <p:nvPr/>
            </p:nvSpPr>
            <p:spPr>
              <a:xfrm>
                <a:off x="2606891" y="91659"/>
                <a:ext cx="956060" cy="2959474"/>
              </a:xfrm>
              <a:custGeom>
                <a:rect b="b" l="l" r="r" t="t"/>
                <a:pathLst>
                  <a:path extrusionOk="0" h="2959474" w="956060">
                    <a:moveTo>
                      <a:pt x="945145" y="2959474"/>
                    </a:moveTo>
                    <a:cubicBezTo>
                      <a:pt x="795064" y="2811981"/>
                      <a:pt x="644570" y="2660426"/>
                      <a:pt x="499042" y="2513889"/>
                    </a:cubicBezTo>
                    <a:cubicBezTo>
                      <a:pt x="338796" y="2352504"/>
                      <a:pt x="173091" y="2185636"/>
                      <a:pt x="7206" y="2023449"/>
                    </a:cubicBezTo>
                    <a:lnTo>
                      <a:pt x="4904" y="2021199"/>
                    </a:lnTo>
                    <a:lnTo>
                      <a:pt x="4852" y="2017992"/>
                    </a:lnTo>
                    <a:cubicBezTo>
                      <a:pt x="-1382" y="1620622"/>
                      <a:pt x="-244" y="1215648"/>
                      <a:pt x="894" y="824021"/>
                    </a:cubicBezTo>
                    <a:cubicBezTo>
                      <a:pt x="1670" y="553632"/>
                      <a:pt x="2472" y="274061"/>
                      <a:pt x="817" y="103"/>
                    </a:cubicBezTo>
                    <a:lnTo>
                      <a:pt x="16389" y="0"/>
                    </a:lnTo>
                    <a:cubicBezTo>
                      <a:pt x="18044" y="274010"/>
                      <a:pt x="17242" y="553658"/>
                      <a:pt x="16466" y="824072"/>
                    </a:cubicBezTo>
                    <a:cubicBezTo>
                      <a:pt x="15354" y="1214561"/>
                      <a:pt x="14190" y="1618320"/>
                      <a:pt x="20372" y="2014525"/>
                    </a:cubicBezTo>
                    <a:cubicBezTo>
                      <a:pt x="185585" y="2176117"/>
                      <a:pt x="350539" y="2342209"/>
                      <a:pt x="510087" y="2502895"/>
                    </a:cubicBezTo>
                    <a:cubicBezTo>
                      <a:pt x="655589" y="2649432"/>
                      <a:pt x="806058" y="2800935"/>
                      <a:pt x="956061" y="2948352"/>
                    </a:cubicBezTo>
                    <a:lnTo>
                      <a:pt x="945145" y="2959449"/>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0" name="Google Shape;160;p18"/>
              <p:cNvSpPr/>
              <p:nvPr/>
            </p:nvSpPr>
            <p:spPr>
              <a:xfrm>
                <a:off x="138673" y="89745"/>
                <a:ext cx="2763065" cy="3084127"/>
              </a:xfrm>
              <a:custGeom>
                <a:rect b="b" l="l" r="r" t="t"/>
                <a:pathLst>
                  <a:path extrusionOk="0" h="3084127" w="2763065">
                    <a:moveTo>
                      <a:pt x="2758669" y="3084128"/>
                    </a:moveTo>
                    <a:cubicBezTo>
                      <a:pt x="2606519" y="2930141"/>
                      <a:pt x="2449738" y="2774525"/>
                      <a:pt x="2298106" y="2624031"/>
                    </a:cubicBezTo>
                    <a:cubicBezTo>
                      <a:pt x="2068562" y="2396168"/>
                      <a:pt x="1831180" y="2160545"/>
                      <a:pt x="1602515" y="1923422"/>
                    </a:cubicBezTo>
                    <a:lnTo>
                      <a:pt x="1601584" y="1922465"/>
                    </a:lnTo>
                    <a:lnTo>
                      <a:pt x="1601636" y="1921145"/>
                    </a:lnTo>
                    <a:cubicBezTo>
                      <a:pt x="1607973" y="1762942"/>
                      <a:pt x="1606680" y="1603213"/>
                      <a:pt x="1605438" y="1448736"/>
                    </a:cubicBezTo>
                    <a:cubicBezTo>
                      <a:pt x="1604610" y="1345940"/>
                      <a:pt x="1603757" y="1239652"/>
                      <a:pt x="1605128" y="1134451"/>
                    </a:cubicBezTo>
                    <a:cubicBezTo>
                      <a:pt x="1380369" y="912020"/>
                      <a:pt x="1153205" y="684054"/>
                      <a:pt x="933490" y="463589"/>
                    </a:cubicBezTo>
                    <a:cubicBezTo>
                      <a:pt x="823426" y="353137"/>
                      <a:pt x="709611" y="238934"/>
                      <a:pt x="597218" y="126516"/>
                    </a:cubicBezTo>
                    <a:lnTo>
                      <a:pt x="122351" y="126516"/>
                    </a:lnTo>
                    <a:lnTo>
                      <a:pt x="121446" y="125688"/>
                    </a:lnTo>
                    <a:cubicBezTo>
                      <a:pt x="93716" y="100287"/>
                      <a:pt x="67125" y="72971"/>
                      <a:pt x="41413" y="46535"/>
                    </a:cubicBezTo>
                    <a:cubicBezTo>
                      <a:pt x="27911" y="32644"/>
                      <a:pt x="13942" y="18288"/>
                      <a:pt x="0" y="4423"/>
                    </a:cubicBezTo>
                    <a:lnTo>
                      <a:pt x="4397" y="0"/>
                    </a:lnTo>
                    <a:cubicBezTo>
                      <a:pt x="18366" y="13916"/>
                      <a:pt x="32360" y="28273"/>
                      <a:pt x="45888" y="42163"/>
                    </a:cubicBezTo>
                    <a:cubicBezTo>
                      <a:pt x="71264" y="68237"/>
                      <a:pt x="97519" y="95191"/>
                      <a:pt x="124783" y="120256"/>
                    </a:cubicBezTo>
                    <a:lnTo>
                      <a:pt x="599831" y="120256"/>
                    </a:lnTo>
                    <a:lnTo>
                      <a:pt x="600736" y="121161"/>
                    </a:lnTo>
                    <a:cubicBezTo>
                      <a:pt x="713439" y="233864"/>
                      <a:pt x="827564" y="348403"/>
                      <a:pt x="937939" y="459140"/>
                    </a:cubicBezTo>
                    <a:cubicBezTo>
                      <a:pt x="1157938" y="679915"/>
                      <a:pt x="1385439" y="908192"/>
                      <a:pt x="1610482" y="1130907"/>
                    </a:cubicBezTo>
                    <a:lnTo>
                      <a:pt x="1611413" y="1131838"/>
                    </a:lnTo>
                    <a:lnTo>
                      <a:pt x="1611413" y="1133158"/>
                    </a:lnTo>
                    <a:cubicBezTo>
                      <a:pt x="1609991" y="1238721"/>
                      <a:pt x="1610844" y="1345448"/>
                      <a:pt x="1611672" y="1448632"/>
                    </a:cubicBezTo>
                    <a:cubicBezTo>
                      <a:pt x="1612914" y="1602748"/>
                      <a:pt x="1614207" y="1762089"/>
                      <a:pt x="1607921" y="1920007"/>
                    </a:cubicBezTo>
                    <a:cubicBezTo>
                      <a:pt x="1836250" y="2156768"/>
                      <a:pt x="2073269" y="2392029"/>
                      <a:pt x="2302477" y="2619556"/>
                    </a:cubicBezTo>
                    <a:cubicBezTo>
                      <a:pt x="2454110" y="2770076"/>
                      <a:pt x="2610890" y="2925692"/>
                      <a:pt x="2763066" y="3079704"/>
                    </a:cubicBezTo>
                    <a:lnTo>
                      <a:pt x="2758643" y="308407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1" name="Google Shape;161;p18"/>
              <p:cNvSpPr/>
              <p:nvPr/>
            </p:nvSpPr>
            <p:spPr>
              <a:xfrm>
                <a:off x="2368748" y="92150"/>
                <a:ext cx="7262" cy="375020"/>
              </a:xfrm>
              <a:custGeom>
                <a:rect b="b" l="l" r="r" t="t"/>
                <a:pathLst>
                  <a:path extrusionOk="0" h="375020" w="7262">
                    <a:moveTo>
                      <a:pt x="6234" y="375020"/>
                    </a:moveTo>
                    <a:lnTo>
                      <a:pt x="0" y="374943"/>
                    </a:lnTo>
                    <a:cubicBezTo>
                      <a:pt x="1371" y="250859"/>
                      <a:pt x="1371" y="124731"/>
                      <a:pt x="0" y="78"/>
                    </a:cubicBezTo>
                    <a:lnTo>
                      <a:pt x="6234" y="0"/>
                    </a:lnTo>
                    <a:cubicBezTo>
                      <a:pt x="7605" y="124705"/>
                      <a:pt x="7605" y="250884"/>
                      <a:pt x="6234" y="37502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2" name="Google Shape;162;p18"/>
              <p:cNvSpPr/>
              <p:nvPr/>
            </p:nvSpPr>
            <p:spPr>
              <a:xfrm>
                <a:off x="2764204" y="92047"/>
                <a:ext cx="912123" cy="2839140"/>
              </a:xfrm>
              <a:custGeom>
                <a:rect b="b" l="l" r="r" t="t"/>
                <a:pathLst>
                  <a:path extrusionOk="0" h="2839140" w="912123">
                    <a:moveTo>
                      <a:pt x="907675" y="2839141"/>
                    </a:moveTo>
                    <a:cubicBezTo>
                      <a:pt x="607203" y="2538023"/>
                      <a:pt x="300756" y="2231576"/>
                      <a:pt x="4397" y="1935191"/>
                    </a:cubicBezTo>
                    <a:lnTo>
                      <a:pt x="0" y="1930794"/>
                    </a:lnTo>
                    <a:lnTo>
                      <a:pt x="0" y="1929500"/>
                    </a:lnTo>
                    <a:cubicBezTo>
                      <a:pt x="0" y="1298138"/>
                      <a:pt x="0" y="645305"/>
                      <a:pt x="1707" y="0"/>
                    </a:cubicBezTo>
                    <a:lnTo>
                      <a:pt x="7941" y="0"/>
                    </a:lnTo>
                    <a:cubicBezTo>
                      <a:pt x="6234" y="644865"/>
                      <a:pt x="6234" y="1297258"/>
                      <a:pt x="6234" y="1928207"/>
                    </a:cubicBezTo>
                    <a:lnTo>
                      <a:pt x="8821" y="1930794"/>
                    </a:lnTo>
                    <a:cubicBezTo>
                      <a:pt x="305179" y="2227153"/>
                      <a:pt x="611652" y="2533625"/>
                      <a:pt x="912124" y="2834743"/>
                    </a:cubicBezTo>
                    <a:lnTo>
                      <a:pt x="907701" y="2839141"/>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3" name="Google Shape;163;p18"/>
              <p:cNvSpPr/>
              <p:nvPr/>
            </p:nvSpPr>
            <p:spPr>
              <a:xfrm>
                <a:off x="2917854" y="92150"/>
                <a:ext cx="522100" cy="2413162"/>
              </a:xfrm>
              <a:custGeom>
                <a:rect b="b" l="l" r="r" t="t"/>
                <a:pathLst>
                  <a:path extrusionOk="0" h="2413162" w="522100">
                    <a:moveTo>
                      <a:pt x="511288" y="2413162"/>
                    </a:moveTo>
                    <a:cubicBezTo>
                      <a:pt x="418451" y="2323662"/>
                      <a:pt x="325692" y="2229274"/>
                      <a:pt x="235959" y="2137989"/>
                    </a:cubicBezTo>
                    <a:cubicBezTo>
                      <a:pt x="159910" y="2060620"/>
                      <a:pt x="81248" y="1980614"/>
                      <a:pt x="2328" y="1903297"/>
                    </a:cubicBezTo>
                    <a:lnTo>
                      <a:pt x="0" y="1900995"/>
                    </a:lnTo>
                    <a:lnTo>
                      <a:pt x="0" y="1897710"/>
                    </a:lnTo>
                    <a:cubicBezTo>
                      <a:pt x="0" y="1264407"/>
                      <a:pt x="0" y="634622"/>
                      <a:pt x="78" y="0"/>
                    </a:cubicBezTo>
                    <a:lnTo>
                      <a:pt x="15649" y="0"/>
                    </a:lnTo>
                    <a:cubicBezTo>
                      <a:pt x="15572" y="633536"/>
                      <a:pt x="15572" y="1262234"/>
                      <a:pt x="15572" y="1894451"/>
                    </a:cubicBezTo>
                    <a:cubicBezTo>
                      <a:pt x="93820" y="1971146"/>
                      <a:pt x="171705" y="2050403"/>
                      <a:pt x="247056" y="2127047"/>
                    </a:cubicBezTo>
                    <a:cubicBezTo>
                      <a:pt x="336711" y="2218254"/>
                      <a:pt x="429419" y="2312566"/>
                      <a:pt x="522100" y="2401910"/>
                    </a:cubicBezTo>
                    <a:lnTo>
                      <a:pt x="511288" y="241313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4" name="Google Shape;164;p18"/>
              <p:cNvSpPr/>
              <p:nvPr/>
            </p:nvSpPr>
            <p:spPr>
              <a:xfrm>
                <a:off x="3183612" y="91530"/>
                <a:ext cx="520393" cy="1826834"/>
              </a:xfrm>
              <a:custGeom>
                <a:rect b="b" l="l" r="r" t="t"/>
                <a:pathLst>
                  <a:path extrusionOk="0" h="1826834" w="520393">
                    <a:moveTo>
                      <a:pt x="4501" y="1826834"/>
                    </a:moveTo>
                    <a:lnTo>
                      <a:pt x="0" y="1822514"/>
                    </a:lnTo>
                    <a:cubicBezTo>
                      <a:pt x="33989" y="1787076"/>
                      <a:pt x="69660" y="1752259"/>
                      <a:pt x="104141" y="1718606"/>
                    </a:cubicBezTo>
                    <a:cubicBezTo>
                      <a:pt x="155176" y="1668787"/>
                      <a:pt x="207945" y="1617285"/>
                      <a:pt x="256084" y="1562938"/>
                    </a:cubicBezTo>
                    <a:cubicBezTo>
                      <a:pt x="256084" y="1435362"/>
                      <a:pt x="255696" y="1306131"/>
                      <a:pt x="255308" y="1181141"/>
                    </a:cubicBezTo>
                    <a:cubicBezTo>
                      <a:pt x="254532" y="931162"/>
                      <a:pt x="253756" y="672647"/>
                      <a:pt x="256084" y="417106"/>
                    </a:cubicBezTo>
                    <a:cubicBezTo>
                      <a:pt x="256084" y="408803"/>
                      <a:pt x="263689" y="401198"/>
                      <a:pt x="271061" y="393826"/>
                    </a:cubicBezTo>
                    <a:cubicBezTo>
                      <a:pt x="327399" y="339841"/>
                      <a:pt x="381435" y="285003"/>
                      <a:pt x="433713" y="231950"/>
                    </a:cubicBezTo>
                    <a:cubicBezTo>
                      <a:pt x="459554" y="205721"/>
                      <a:pt x="486249" y="178638"/>
                      <a:pt x="512918" y="151943"/>
                    </a:cubicBezTo>
                    <a:cubicBezTo>
                      <a:pt x="512918" y="99924"/>
                      <a:pt x="512918" y="50751"/>
                      <a:pt x="514159" y="0"/>
                    </a:cubicBezTo>
                    <a:lnTo>
                      <a:pt x="520393" y="155"/>
                    </a:lnTo>
                    <a:cubicBezTo>
                      <a:pt x="519151" y="51243"/>
                      <a:pt x="519151" y="100804"/>
                      <a:pt x="519151" y="153236"/>
                    </a:cubicBezTo>
                    <a:lnTo>
                      <a:pt x="519151" y="154530"/>
                    </a:lnTo>
                    <a:lnTo>
                      <a:pt x="518246" y="155435"/>
                    </a:lnTo>
                    <a:cubicBezTo>
                      <a:pt x="491293" y="182389"/>
                      <a:pt x="464288" y="209808"/>
                      <a:pt x="438162" y="236321"/>
                    </a:cubicBezTo>
                    <a:cubicBezTo>
                      <a:pt x="385859" y="289400"/>
                      <a:pt x="331771" y="344265"/>
                      <a:pt x="275432" y="398249"/>
                    </a:cubicBezTo>
                    <a:cubicBezTo>
                      <a:pt x="269017" y="404690"/>
                      <a:pt x="262318" y="411364"/>
                      <a:pt x="262318" y="417106"/>
                    </a:cubicBezTo>
                    <a:cubicBezTo>
                      <a:pt x="259964" y="672647"/>
                      <a:pt x="260766" y="931136"/>
                      <a:pt x="261542" y="1181089"/>
                    </a:cubicBezTo>
                    <a:cubicBezTo>
                      <a:pt x="261930" y="1306467"/>
                      <a:pt x="262318" y="1436112"/>
                      <a:pt x="262318" y="1564077"/>
                    </a:cubicBezTo>
                    <a:lnTo>
                      <a:pt x="262318" y="1565267"/>
                    </a:lnTo>
                    <a:lnTo>
                      <a:pt x="261542" y="1566146"/>
                    </a:lnTo>
                    <a:cubicBezTo>
                      <a:pt x="213041" y="1620984"/>
                      <a:pt x="159884" y="1672848"/>
                      <a:pt x="108486" y="1723030"/>
                    </a:cubicBezTo>
                    <a:cubicBezTo>
                      <a:pt x="74031" y="1756657"/>
                      <a:pt x="38412" y="1791448"/>
                      <a:pt x="4475" y="1826808"/>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5" name="Google Shape;165;p18"/>
              <p:cNvSpPr/>
              <p:nvPr/>
            </p:nvSpPr>
            <p:spPr>
              <a:xfrm>
                <a:off x="1823109" y="92383"/>
                <a:ext cx="31842" cy="477453"/>
              </a:xfrm>
              <a:custGeom>
                <a:rect b="b" l="l" r="r" t="t"/>
                <a:pathLst>
                  <a:path extrusionOk="0" h="477453" w="31842">
                    <a:moveTo>
                      <a:pt x="698" y="477454"/>
                    </a:moveTo>
                    <a:cubicBezTo>
                      <a:pt x="-233" y="316690"/>
                      <a:pt x="-233" y="160531"/>
                      <a:pt x="698" y="0"/>
                    </a:cubicBezTo>
                    <a:lnTo>
                      <a:pt x="31842" y="181"/>
                    </a:lnTo>
                    <a:cubicBezTo>
                      <a:pt x="30911" y="160583"/>
                      <a:pt x="30911" y="316638"/>
                      <a:pt x="31842" y="477273"/>
                    </a:cubicBezTo>
                    <a:lnTo>
                      <a:pt x="698" y="47745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6" name="Google Shape;166;p18"/>
              <p:cNvSpPr/>
              <p:nvPr/>
            </p:nvSpPr>
            <p:spPr>
              <a:xfrm>
                <a:off x="4979742" y="92047"/>
                <a:ext cx="6971" cy="564625"/>
              </a:xfrm>
              <a:custGeom>
                <a:rect b="b" l="l" r="r" t="t"/>
                <a:pathLst>
                  <a:path extrusionOk="0" h="564625" w="6971">
                    <a:moveTo>
                      <a:pt x="6234" y="564626"/>
                    </a:moveTo>
                    <a:lnTo>
                      <a:pt x="0" y="564626"/>
                    </a:lnTo>
                    <a:cubicBezTo>
                      <a:pt x="983" y="377892"/>
                      <a:pt x="983" y="187950"/>
                      <a:pt x="0" y="0"/>
                    </a:cubicBezTo>
                    <a:lnTo>
                      <a:pt x="6234" y="0"/>
                    </a:lnTo>
                    <a:cubicBezTo>
                      <a:pt x="7217" y="187924"/>
                      <a:pt x="7217" y="377892"/>
                      <a:pt x="6234" y="564626"/>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7" name="Google Shape;167;p18"/>
              <p:cNvSpPr/>
              <p:nvPr/>
            </p:nvSpPr>
            <p:spPr>
              <a:xfrm>
                <a:off x="5302640" y="90081"/>
                <a:ext cx="246823" cy="246849"/>
              </a:xfrm>
              <a:custGeom>
                <a:rect b="b" l="l" r="r" t="t"/>
                <a:pathLst>
                  <a:path extrusionOk="0" h="246849" w="246823">
                    <a:moveTo>
                      <a:pt x="4397" y="246823"/>
                    </a:moveTo>
                    <a:lnTo>
                      <a:pt x="0" y="242400"/>
                    </a:lnTo>
                    <a:cubicBezTo>
                      <a:pt x="79722" y="163454"/>
                      <a:pt x="161281" y="81895"/>
                      <a:pt x="242400" y="0"/>
                    </a:cubicBezTo>
                    <a:lnTo>
                      <a:pt x="246823" y="4397"/>
                    </a:lnTo>
                    <a:cubicBezTo>
                      <a:pt x="165679" y="86292"/>
                      <a:pt x="84120" y="167877"/>
                      <a:pt x="4371" y="2468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8" name="Google Shape;168;p18"/>
              <p:cNvSpPr/>
              <p:nvPr/>
            </p:nvSpPr>
            <p:spPr>
              <a:xfrm>
                <a:off x="5235412" y="91944"/>
                <a:ext cx="15571" cy="20822"/>
              </a:xfrm>
              <a:custGeom>
                <a:rect b="b" l="l" r="r" t="t"/>
                <a:pathLst>
                  <a:path extrusionOk="0" h="20822" w="15571">
                    <a:moveTo>
                      <a:pt x="0" y="0"/>
                    </a:moveTo>
                    <a:lnTo>
                      <a:pt x="15572" y="0"/>
                    </a:lnTo>
                    <a:lnTo>
                      <a:pt x="15572" y="20823"/>
                    </a:lnTo>
                    <a:lnTo>
                      <a:pt x="0" y="2082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69" name="Google Shape;169;p18"/>
              <p:cNvSpPr/>
              <p:nvPr/>
            </p:nvSpPr>
            <p:spPr>
              <a:xfrm>
                <a:off x="0" y="2750625"/>
                <a:ext cx="374994" cy="7304"/>
              </a:xfrm>
              <a:custGeom>
                <a:rect b="b" l="l" r="r" t="t"/>
                <a:pathLst>
                  <a:path extrusionOk="0" h="7304" w="374994">
                    <a:moveTo>
                      <a:pt x="0" y="10"/>
                    </a:moveTo>
                    <a:lnTo>
                      <a:pt x="0" y="6244"/>
                    </a:lnTo>
                    <a:cubicBezTo>
                      <a:pt x="125067" y="6193"/>
                      <a:pt x="250393" y="6529"/>
                      <a:pt x="374943" y="7305"/>
                    </a:cubicBezTo>
                    <a:lnTo>
                      <a:pt x="374995" y="1071"/>
                    </a:lnTo>
                    <a:cubicBezTo>
                      <a:pt x="250419" y="295"/>
                      <a:pt x="125093" y="-67"/>
                      <a:pt x="0" y="1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0" name="Google Shape;170;p18"/>
              <p:cNvSpPr/>
              <p:nvPr/>
            </p:nvSpPr>
            <p:spPr>
              <a:xfrm>
                <a:off x="0" y="2015262"/>
                <a:ext cx="967272" cy="971152"/>
              </a:xfrm>
              <a:custGeom>
                <a:rect b="b" l="l" r="r" t="t"/>
                <a:pathLst>
                  <a:path extrusionOk="0" h="971152" w="967272">
                    <a:moveTo>
                      <a:pt x="0" y="0"/>
                    </a:moveTo>
                    <a:lnTo>
                      <a:pt x="0" y="8821"/>
                    </a:lnTo>
                    <a:cubicBezTo>
                      <a:pt x="316639" y="325459"/>
                      <a:pt x="641451" y="650220"/>
                      <a:pt x="962875" y="971152"/>
                    </a:cubicBezTo>
                    <a:lnTo>
                      <a:pt x="967272" y="966729"/>
                    </a:lnTo>
                    <a:cubicBezTo>
                      <a:pt x="644348" y="644322"/>
                      <a:pt x="318035" y="318035"/>
                      <a:pt x="0" y="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1" name="Google Shape;171;p18"/>
              <p:cNvSpPr/>
              <p:nvPr/>
            </p:nvSpPr>
            <p:spPr>
              <a:xfrm>
                <a:off x="0" y="2376986"/>
                <a:ext cx="231768" cy="234691"/>
              </a:xfrm>
              <a:custGeom>
                <a:rect b="b" l="l" r="r" t="t"/>
                <a:pathLst>
                  <a:path extrusionOk="0" h="234691" w="231768">
                    <a:moveTo>
                      <a:pt x="0" y="0"/>
                    </a:moveTo>
                    <a:lnTo>
                      <a:pt x="0" y="8821"/>
                    </a:lnTo>
                    <a:cubicBezTo>
                      <a:pt x="72764" y="81585"/>
                      <a:pt x="148296" y="156625"/>
                      <a:pt x="227397" y="234692"/>
                    </a:cubicBezTo>
                    <a:lnTo>
                      <a:pt x="231769" y="230268"/>
                    </a:lnTo>
                    <a:cubicBezTo>
                      <a:pt x="151089" y="150650"/>
                      <a:pt x="74109" y="74161"/>
                      <a:pt x="0" y="26"/>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2" name="Google Shape;172;p18"/>
              <p:cNvSpPr/>
              <p:nvPr/>
            </p:nvSpPr>
            <p:spPr>
              <a:xfrm>
                <a:off x="0" y="1345072"/>
                <a:ext cx="5923" cy="11847"/>
              </a:xfrm>
              <a:custGeom>
                <a:rect b="b" l="l" r="r" t="t"/>
                <a:pathLst>
                  <a:path extrusionOk="0" h="11847" w="5923">
                    <a:moveTo>
                      <a:pt x="0" y="0"/>
                    </a:moveTo>
                    <a:lnTo>
                      <a:pt x="0" y="11847"/>
                    </a:lnTo>
                    <a:lnTo>
                      <a:pt x="5924" y="5794"/>
                    </a:lnTo>
                    <a:cubicBezTo>
                      <a:pt x="3958" y="3854"/>
                      <a:pt x="1966" y="1940"/>
                      <a:pt x="0" y="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3" name="Google Shape;173;p18"/>
              <p:cNvSpPr/>
              <p:nvPr/>
            </p:nvSpPr>
            <p:spPr>
              <a:xfrm>
                <a:off x="1490717" y="89822"/>
                <a:ext cx="53906" cy="53467"/>
              </a:xfrm>
              <a:custGeom>
                <a:rect b="b" l="l" r="r" t="t"/>
                <a:pathLst>
                  <a:path extrusionOk="0" h="53467" w="53906">
                    <a:moveTo>
                      <a:pt x="49665" y="53467"/>
                    </a:moveTo>
                    <a:cubicBezTo>
                      <a:pt x="46043" y="50130"/>
                      <a:pt x="42422" y="46871"/>
                      <a:pt x="38801" y="43612"/>
                    </a:cubicBezTo>
                    <a:cubicBezTo>
                      <a:pt x="25453" y="31635"/>
                      <a:pt x="11640" y="19271"/>
                      <a:pt x="0" y="3751"/>
                    </a:cubicBezTo>
                    <a:lnTo>
                      <a:pt x="4992" y="0"/>
                    </a:lnTo>
                    <a:cubicBezTo>
                      <a:pt x="16270" y="15029"/>
                      <a:pt x="29230" y="26643"/>
                      <a:pt x="42965" y="38956"/>
                    </a:cubicBezTo>
                    <a:cubicBezTo>
                      <a:pt x="46612" y="42215"/>
                      <a:pt x="50260" y="45500"/>
                      <a:pt x="53907" y="48863"/>
                    </a:cubicBezTo>
                    <a:lnTo>
                      <a:pt x="49691" y="53441"/>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4" name="Google Shape;174;p18"/>
              <p:cNvSpPr/>
              <p:nvPr/>
            </p:nvSpPr>
            <p:spPr>
              <a:xfrm>
                <a:off x="1145780" y="89615"/>
                <a:ext cx="142423" cy="142087"/>
              </a:xfrm>
              <a:custGeom>
                <a:rect b="b" l="l" r="r" t="t"/>
                <a:pathLst>
                  <a:path extrusionOk="0" h="142087" w="142423">
                    <a:moveTo>
                      <a:pt x="137716" y="142088"/>
                    </a:moveTo>
                    <a:cubicBezTo>
                      <a:pt x="111539" y="112056"/>
                      <a:pt x="83137" y="84896"/>
                      <a:pt x="53027" y="56131"/>
                    </a:cubicBezTo>
                    <a:cubicBezTo>
                      <a:pt x="35541" y="39447"/>
                      <a:pt x="17486" y="22168"/>
                      <a:pt x="0" y="4372"/>
                    </a:cubicBezTo>
                    <a:lnTo>
                      <a:pt x="4449" y="0"/>
                    </a:lnTo>
                    <a:cubicBezTo>
                      <a:pt x="21858" y="17719"/>
                      <a:pt x="39913" y="34946"/>
                      <a:pt x="57347" y="51631"/>
                    </a:cubicBezTo>
                    <a:cubicBezTo>
                      <a:pt x="87534" y="80472"/>
                      <a:pt x="116065" y="107736"/>
                      <a:pt x="142424" y="138001"/>
                    </a:cubicBezTo>
                    <a:lnTo>
                      <a:pt x="137716" y="142088"/>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5" name="Google Shape;175;p18"/>
              <p:cNvSpPr/>
              <p:nvPr/>
            </p:nvSpPr>
            <p:spPr>
              <a:xfrm>
                <a:off x="0" y="3850063"/>
                <a:ext cx="1170406" cy="761422"/>
              </a:xfrm>
              <a:custGeom>
                <a:rect b="b" l="l" r="r" t="t"/>
                <a:pathLst>
                  <a:path extrusionOk="0" h="761422" w="1170406">
                    <a:moveTo>
                      <a:pt x="420262" y="284"/>
                    </a:moveTo>
                    <a:lnTo>
                      <a:pt x="417028" y="284"/>
                    </a:lnTo>
                    <a:cubicBezTo>
                      <a:pt x="279881" y="284"/>
                      <a:pt x="140096" y="284"/>
                      <a:pt x="0" y="0"/>
                    </a:cubicBezTo>
                    <a:lnTo>
                      <a:pt x="0" y="15572"/>
                    </a:lnTo>
                    <a:cubicBezTo>
                      <a:pt x="139010" y="15857"/>
                      <a:pt x="277709" y="15857"/>
                      <a:pt x="413821" y="15857"/>
                    </a:cubicBezTo>
                    <a:lnTo>
                      <a:pt x="1159387" y="761422"/>
                    </a:lnTo>
                    <a:lnTo>
                      <a:pt x="1170406" y="750403"/>
                    </a:lnTo>
                    <a:lnTo>
                      <a:pt x="420262" y="259"/>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176" name="Google Shape;176;p18"/>
            <p:cNvGrpSpPr/>
            <p:nvPr/>
          </p:nvGrpSpPr>
          <p:grpSpPr>
            <a:xfrm>
              <a:off x="2235585" y="841312"/>
              <a:ext cx="3188992" cy="2995739"/>
              <a:chOff x="2235585" y="841312"/>
              <a:chExt cx="3188992" cy="2995739"/>
            </a:xfrm>
          </p:grpSpPr>
          <p:sp>
            <p:nvSpPr>
              <p:cNvPr id="177" name="Google Shape;177;p18"/>
              <p:cNvSpPr/>
              <p:nvPr/>
            </p:nvSpPr>
            <p:spPr>
              <a:xfrm rot="-2700000">
                <a:off x="3167746" y="3547335"/>
                <a:ext cx="785424" cy="6236"/>
              </a:xfrm>
              <a:custGeom>
                <a:rect b="b" l="l" r="r" t="t"/>
                <a:pathLst>
                  <a:path extrusionOk="0" h="6233" w="784987">
                    <a:moveTo>
                      <a:pt x="0" y="0"/>
                    </a:moveTo>
                    <a:lnTo>
                      <a:pt x="784987" y="0"/>
                    </a:lnTo>
                    <a:lnTo>
                      <a:pt x="784987" y="6234"/>
                    </a:lnTo>
                    <a:lnTo>
                      <a:pt x="0" y="623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8" name="Google Shape;178;p18"/>
              <p:cNvSpPr/>
              <p:nvPr/>
            </p:nvSpPr>
            <p:spPr>
              <a:xfrm>
                <a:off x="2235585" y="841312"/>
                <a:ext cx="1111972" cy="2660839"/>
              </a:xfrm>
              <a:custGeom>
                <a:rect b="b" l="l" r="r" t="t"/>
                <a:pathLst>
                  <a:path extrusionOk="0" h="2660839" w="1111972">
                    <a:moveTo>
                      <a:pt x="1111973" y="2660839"/>
                    </a:moveTo>
                    <a:lnTo>
                      <a:pt x="1105739" y="2660839"/>
                    </a:lnTo>
                    <a:lnTo>
                      <a:pt x="1105739" y="2265643"/>
                    </a:lnTo>
                    <a:lnTo>
                      <a:pt x="0" y="1159878"/>
                    </a:lnTo>
                    <a:lnTo>
                      <a:pt x="0" y="0"/>
                    </a:lnTo>
                    <a:lnTo>
                      <a:pt x="6234" y="0"/>
                    </a:lnTo>
                    <a:lnTo>
                      <a:pt x="6234" y="1157318"/>
                    </a:lnTo>
                    <a:lnTo>
                      <a:pt x="1111973" y="2263056"/>
                    </a:lnTo>
                    <a:lnTo>
                      <a:pt x="1111973" y="2660839"/>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79" name="Google Shape;179;p18"/>
              <p:cNvSpPr/>
              <p:nvPr/>
            </p:nvSpPr>
            <p:spPr>
              <a:xfrm>
                <a:off x="4476628" y="2398249"/>
                <a:ext cx="15571" cy="1438802"/>
              </a:xfrm>
              <a:custGeom>
                <a:rect b="b" l="l" r="r" t="t"/>
                <a:pathLst>
                  <a:path extrusionOk="0" h="1438802" w="15571">
                    <a:moveTo>
                      <a:pt x="0" y="0"/>
                    </a:moveTo>
                    <a:lnTo>
                      <a:pt x="15572" y="0"/>
                    </a:lnTo>
                    <a:lnTo>
                      <a:pt x="15572" y="1438803"/>
                    </a:lnTo>
                    <a:lnTo>
                      <a:pt x="0" y="143880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0" name="Google Shape;180;p18"/>
              <p:cNvSpPr/>
              <p:nvPr/>
            </p:nvSpPr>
            <p:spPr>
              <a:xfrm>
                <a:off x="4813261" y="2448948"/>
                <a:ext cx="342505" cy="721147"/>
              </a:xfrm>
              <a:custGeom>
                <a:rect b="b" l="l" r="r" t="t"/>
                <a:pathLst>
                  <a:path extrusionOk="0" h="721147" w="342505">
                    <a:moveTo>
                      <a:pt x="338108" y="721147"/>
                    </a:moveTo>
                    <a:lnTo>
                      <a:pt x="0" y="383065"/>
                    </a:lnTo>
                    <a:lnTo>
                      <a:pt x="0" y="0"/>
                    </a:lnTo>
                    <a:lnTo>
                      <a:pt x="6234" y="0"/>
                    </a:lnTo>
                    <a:lnTo>
                      <a:pt x="6234" y="380478"/>
                    </a:lnTo>
                    <a:lnTo>
                      <a:pt x="342506" y="716750"/>
                    </a:lnTo>
                    <a:lnTo>
                      <a:pt x="338108" y="72114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1" name="Google Shape;181;p18"/>
              <p:cNvSpPr/>
              <p:nvPr/>
            </p:nvSpPr>
            <p:spPr>
              <a:xfrm>
                <a:off x="4976534" y="2577740"/>
                <a:ext cx="448043" cy="658704"/>
              </a:xfrm>
              <a:custGeom>
                <a:rect b="b" l="l" r="r" t="t"/>
                <a:pathLst>
                  <a:path extrusionOk="0" h="658704" w="448043">
                    <a:moveTo>
                      <a:pt x="437024" y="658705"/>
                    </a:moveTo>
                    <a:lnTo>
                      <a:pt x="0" y="221681"/>
                    </a:lnTo>
                    <a:lnTo>
                      <a:pt x="0" y="0"/>
                    </a:lnTo>
                    <a:lnTo>
                      <a:pt x="15572" y="0"/>
                    </a:lnTo>
                    <a:lnTo>
                      <a:pt x="15572" y="215240"/>
                    </a:lnTo>
                    <a:lnTo>
                      <a:pt x="448043" y="647685"/>
                    </a:lnTo>
                    <a:lnTo>
                      <a:pt x="437024" y="65870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2" name="Google Shape;182;p18"/>
              <p:cNvSpPr/>
              <p:nvPr/>
            </p:nvSpPr>
            <p:spPr>
              <a:xfrm rot="-2700000">
                <a:off x="4883256" y="2951472"/>
                <a:ext cx="15580" cy="299214"/>
              </a:xfrm>
              <a:custGeom>
                <a:rect b="b" l="l" r="r" t="t"/>
                <a:pathLst>
                  <a:path extrusionOk="0" h="299048" w="15571">
                    <a:moveTo>
                      <a:pt x="0" y="0"/>
                    </a:moveTo>
                    <a:lnTo>
                      <a:pt x="15572" y="0"/>
                    </a:lnTo>
                    <a:lnTo>
                      <a:pt x="15572" y="299049"/>
                    </a:lnTo>
                    <a:lnTo>
                      <a:pt x="0" y="299049"/>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183" name="Google Shape;183;p18"/>
            <p:cNvGrpSpPr/>
            <p:nvPr/>
          </p:nvGrpSpPr>
          <p:grpSpPr>
            <a:xfrm>
              <a:off x="0" y="4203"/>
              <a:ext cx="6272835" cy="4639977"/>
              <a:chOff x="0" y="4203"/>
              <a:chExt cx="6272835" cy="4639977"/>
            </a:xfrm>
          </p:grpSpPr>
          <p:sp>
            <p:nvSpPr>
              <p:cNvPr id="184" name="Google Shape;184;p18"/>
              <p:cNvSpPr/>
              <p:nvPr/>
            </p:nvSpPr>
            <p:spPr>
              <a:xfrm>
                <a:off x="6200253" y="2088543"/>
                <a:ext cx="72582" cy="72582"/>
              </a:xfrm>
              <a:custGeom>
                <a:rect b="b" l="l" r="r" t="t"/>
                <a:pathLst>
                  <a:path extrusionOk="0" h="72582" w="72582">
                    <a:moveTo>
                      <a:pt x="10631" y="10631"/>
                    </a:moveTo>
                    <a:cubicBezTo>
                      <a:pt x="24806" y="-3544"/>
                      <a:pt x="47776" y="-3544"/>
                      <a:pt x="61951" y="10631"/>
                    </a:cubicBezTo>
                    <a:cubicBezTo>
                      <a:pt x="76126" y="24807"/>
                      <a:pt x="76126" y="47776"/>
                      <a:pt x="61951" y="61952"/>
                    </a:cubicBezTo>
                    <a:cubicBezTo>
                      <a:pt x="47776"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5" name="Google Shape;185;p18"/>
              <p:cNvSpPr/>
              <p:nvPr/>
            </p:nvSpPr>
            <p:spPr>
              <a:xfrm>
                <a:off x="6200253" y="1659538"/>
                <a:ext cx="72582" cy="72582"/>
              </a:xfrm>
              <a:custGeom>
                <a:rect b="b" l="l" r="r" t="t"/>
                <a:pathLst>
                  <a:path extrusionOk="0" h="72582" w="72582">
                    <a:moveTo>
                      <a:pt x="10631" y="10631"/>
                    </a:moveTo>
                    <a:cubicBezTo>
                      <a:pt x="24806" y="-3544"/>
                      <a:pt x="47776" y="-3544"/>
                      <a:pt x="61951" y="10631"/>
                    </a:cubicBezTo>
                    <a:cubicBezTo>
                      <a:pt x="76126" y="24807"/>
                      <a:pt x="76126" y="47776"/>
                      <a:pt x="61951" y="61952"/>
                    </a:cubicBezTo>
                    <a:cubicBezTo>
                      <a:pt x="47776"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6" name="Google Shape;186;p18"/>
              <p:cNvSpPr/>
              <p:nvPr/>
            </p:nvSpPr>
            <p:spPr>
              <a:xfrm>
                <a:off x="6112149" y="1571435"/>
                <a:ext cx="72582" cy="72582"/>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7" name="Google Shape;187;p18"/>
              <p:cNvSpPr/>
              <p:nvPr/>
            </p:nvSpPr>
            <p:spPr>
              <a:xfrm>
                <a:off x="6024046" y="1483332"/>
                <a:ext cx="72583" cy="72582"/>
              </a:xfrm>
              <a:custGeom>
                <a:rect b="b" l="l" r="r" t="t"/>
                <a:pathLst>
                  <a:path extrusionOk="0" h="72582" w="72583">
                    <a:moveTo>
                      <a:pt x="10631" y="10631"/>
                    </a:moveTo>
                    <a:cubicBezTo>
                      <a:pt x="24806" y="-3544"/>
                      <a:pt x="47777" y="-3544"/>
                      <a:pt x="61952" y="10631"/>
                    </a:cubicBezTo>
                    <a:cubicBezTo>
                      <a:pt x="76127" y="24806"/>
                      <a:pt x="76127" y="47776"/>
                      <a:pt x="61952" y="61952"/>
                    </a:cubicBezTo>
                    <a:cubicBezTo>
                      <a:pt x="47777"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8" name="Google Shape;188;p18"/>
              <p:cNvSpPr/>
              <p:nvPr/>
            </p:nvSpPr>
            <p:spPr>
              <a:xfrm>
                <a:off x="5935943" y="1395229"/>
                <a:ext cx="72583" cy="72582"/>
              </a:xfrm>
              <a:custGeom>
                <a:rect b="b" l="l" r="r" t="t"/>
                <a:pathLst>
                  <a:path extrusionOk="0" h="72582" w="72583">
                    <a:moveTo>
                      <a:pt x="10631" y="10631"/>
                    </a:moveTo>
                    <a:cubicBezTo>
                      <a:pt x="24806" y="-3544"/>
                      <a:pt x="47777" y="-3544"/>
                      <a:pt x="61952" y="10631"/>
                    </a:cubicBezTo>
                    <a:cubicBezTo>
                      <a:pt x="76127" y="24806"/>
                      <a:pt x="76127" y="47776"/>
                      <a:pt x="61952" y="61952"/>
                    </a:cubicBezTo>
                    <a:cubicBezTo>
                      <a:pt x="47777"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89" name="Google Shape;189;p18"/>
              <p:cNvSpPr/>
              <p:nvPr/>
            </p:nvSpPr>
            <p:spPr>
              <a:xfrm>
                <a:off x="5847840" y="1307125"/>
                <a:ext cx="72582" cy="72582"/>
              </a:xfrm>
              <a:custGeom>
                <a:rect b="b" l="l" r="r" t="t"/>
                <a:pathLst>
                  <a:path extrusionOk="0" h="72582" w="72582">
                    <a:moveTo>
                      <a:pt x="10631" y="10631"/>
                    </a:moveTo>
                    <a:cubicBezTo>
                      <a:pt x="24806" y="-3544"/>
                      <a:pt x="47776" y="-3544"/>
                      <a:pt x="61951" y="10631"/>
                    </a:cubicBezTo>
                    <a:cubicBezTo>
                      <a:pt x="76126" y="24806"/>
                      <a:pt x="76126" y="47776"/>
                      <a:pt x="61951"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0" name="Google Shape;190;p18"/>
              <p:cNvSpPr/>
              <p:nvPr/>
            </p:nvSpPr>
            <p:spPr>
              <a:xfrm>
                <a:off x="6112149" y="2000440"/>
                <a:ext cx="72583" cy="72582"/>
              </a:xfrm>
              <a:custGeom>
                <a:rect b="b" l="l" r="r" t="t"/>
                <a:pathLst>
                  <a:path extrusionOk="0" h="72582" w="72583">
                    <a:moveTo>
                      <a:pt x="10631" y="10631"/>
                    </a:moveTo>
                    <a:cubicBezTo>
                      <a:pt x="24806" y="-3544"/>
                      <a:pt x="47776" y="-3544"/>
                      <a:pt x="61952" y="10631"/>
                    </a:cubicBezTo>
                    <a:cubicBezTo>
                      <a:pt x="76127" y="24807"/>
                      <a:pt x="76127" y="47776"/>
                      <a:pt x="61952" y="61952"/>
                    </a:cubicBezTo>
                    <a:cubicBezTo>
                      <a:pt x="47776"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1" name="Google Shape;191;p18"/>
              <p:cNvSpPr/>
              <p:nvPr/>
            </p:nvSpPr>
            <p:spPr>
              <a:xfrm>
                <a:off x="6024046" y="1912337"/>
                <a:ext cx="72583" cy="72582"/>
              </a:xfrm>
              <a:custGeom>
                <a:rect b="b" l="l" r="r" t="t"/>
                <a:pathLst>
                  <a:path extrusionOk="0" h="72582" w="72583">
                    <a:moveTo>
                      <a:pt x="10631" y="10631"/>
                    </a:moveTo>
                    <a:cubicBezTo>
                      <a:pt x="24806" y="-3544"/>
                      <a:pt x="47777" y="-3544"/>
                      <a:pt x="61952" y="10631"/>
                    </a:cubicBezTo>
                    <a:cubicBezTo>
                      <a:pt x="76127" y="24807"/>
                      <a:pt x="76127" y="47776"/>
                      <a:pt x="61952" y="61952"/>
                    </a:cubicBezTo>
                    <a:cubicBezTo>
                      <a:pt x="47777"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2" name="Google Shape;192;p18"/>
              <p:cNvSpPr/>
              <p:nvPr/>
            </p:nvSpPr>
            <p:spPr>
              <a:xfrm>
                <a:off x="5935943" y="1824233"/>
                <a:ext cx="72583" cy="72582"/>
              </a:xfrm>
              <a:custGeom>
                <a:rect b="b" l="l" r="r" t="t"/>
                <a:pathLst>
                  <a:path extrusionOk="0" h="72582" w="72583">
                    <a:moveTo>
                      <a:pt x="10631" y="10631"/>
                    </a:moveTo>
                    <a:cubicBezTo>
                      <a:pt x="24806" y="-3544"/>
                      <a:pt x="47777" y="-3544"/>
                      <a:pt x="61952" y="10631"/>
                    </a:cubicBezTo>
                    <a:cubicBezTo>
                      <a:pt x="76127" y="24807"/>
                      <a:pt x="76127" y="47777"/>
                      <a:pt x="61952" y="61952"/>
                    </a:cubicBezTo>
                    <a:cubicBezTo>
                      <a:pt x="47777" y="76127"/>
                      <a:pt x="24806" y="76127"/>
                      <a:pt x="10631" y="61952"/>
                    </a:cubicBezTo>
                    <a:cubicBezTo>
                      <a:pt x="-3544" y="47777"/>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3" name="Google Shape;193;p18"/>
              <p:cNvSpPr/>
              <p:nvPr/>
            </p:nvSpPr>
            <p:spPr>
              <a:xfrm>
                <a:off x="5847840" y="1736130"/>
                <a:ext cx="72582" cy="72582"/>
              </a:xfrm>
              <a:custGeom>
                <a:rect b="b" l="l" r="r" t="t"/>
                <a:pathLst>
                  <a:path extrusionOk="0" h="72582" w="72582">
                    <a:moveTo>
                      <a:pt x="10631" y="10631"/>
                    </a:moveTo>
                    <a:cubicBezTo>
                      <a:pt x="24806" y="-3544"/>
                      <a:pt x="47776" y="-3544"/>
                      <a:pt x="61951" y="10631"/>
                    </a:cubicBezTo>
                    <a:cubicBezTo>
                      <a:pt x="76126" y="24807"/>
                      <a:pt x="76126" y="47777"/>
                      <a:pt x="61951" y="61952"/>
                    </a:cubicBezTo>
                    <a:cubicBezTo>
                      <a:pt x="47776" y="76127"/>
                      <a:pt x="24806" y="76127"/>
                      <a:pt x="10631" y="61952"/>
                    </a:cubicBezTo>
                    <a:cubicBezTo>
                      <a:pt x="-3544" y="47777"/>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4" name="Google Shape;194;p18"/>
              <p:cNvSpPr/>
              <p:nvPr/>
            </p:nvSpPr>
            <p:spPr>
              <a:xfrm>
                <a:off x="5986616" y="1157433"/>
                <a:ext cx="72583" cy="72582"/>
              </a:xfrm>
              <a:custGeom>
                <a:rect b="b" l="l" r="r" t="t"/>
                <a:pathLst>
                  <a:path extrusionOk="0" h="72582" w="72583">
                    <a:moveTo>
                      <a:pt x="10631" y="10631"/>
                    </a:moveTo>
                    <a:cubicBezTo>
                      <a:pt x="24806" y="-3544"/>
                      <a:pt x="47777" y="-3544"/>
                      <a:pt x="61952" y="10631"/>
                    </a:cubicBezTo>
                    <a:cubicBezTo>
                      <a:pt x="76127" y="24807"/>
                      <a:pt x="76127" y="47776"/>
                      <a:pt x="61952" y="61952"/>
                    </a:cubicBezTo>
                    <a:cubicBezTo>
                      <a:pt x="47777"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5" name="Google Shape;195;p18"/>
              <p:cNvSpPr/>
              <p:nvPr/>
            </p:nvSpPr>
            <p:spPr>
              <a:xfrm>
                <a:off x="4425967" y="3779174"/>
                <a:ext cx="116324" cy="116324"/>
              </a:xfrm>
              <a:custGeom>
                <a:rect b="b" l="l" r="r" t="t"/>
                <a:pathLst>
                  <a:path extrusionOk="0" h="116324" w="116324">
                    <a:moveTo>
                      <a:pt x="17034" y="17033"/>
                    </a:moveTo>
                    <a:cubicBezTo>
                      <a:pt x="39745" y="-5678"/>
                      <a:pt x="76579" y="-5678"/>
                      <a:pt x="99291" y="17033"/>
                    </a:cubicBezTo>
                    <a:cubicBezTo>
                      <a:pt x="122002" y="39745"/>
                      <a:pt x="122002" y="76579"/>
                      <a:pt x="99291" y="99291"/>
                    </a:cubicBezTo>
                    <a:cubicBezTo>
                      <a:pt x="76579" y="122002"/>
                      <a:pt x="39745" y="122002"/>
                      <a:pt x="17034" y="99291"/>
                    </a:cubicBezTo>
                    <a:cubicBezTo>
                      <a:pt x="-5678" y="76579"/>
                      <a:pt x="-5678" y="39745"/>
                      <a:pt x="17034" y="17033"/>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6" name="Google Shape;196;p18"/>
              <p:cNvSpPr/>
              <p:nvPr/>
            </p:nvSpPr>
            <p:spPr>
              <a:xfrm>
                <a:off x="4429951" y="2300304"/>
                <a:ext cx="116324" cy="116324"/>
              </a:xfrm>
              <a:custGeom>
                <a:rect b="b" l="l" r="r" t="t"/>
                <a:pathLst>
                  <a:path extrusionOk="0" h="116324" w="116324">
                    <a:moveTo>
                      <a:pt x="17034" y="17033"/>
                    </a:moveTo>
                    <a:cubicBezTo>
                      <a:pt x="39745" y="-5678"/>
                      <a:pt x="76579" y="-5678"/>
                      <a:pt x="99291" y="17033"/>
                    </a:cubicBezTo>
                    <a:cubicBezTo>
                      <a:pt x="122002" y="39745"/>
                      <a:pt x="122002" y="76579"/>
                      <a:pt x="99291" y="99291"/>
                    </a:cubicBezTo>
                    <a:cubicBezTo>
                      <a:pt x="76579" y="122002"/>
                      <a:pt x="39745" y="122002"/>
                      <a:pt x="17034" y="99291"/>
                    </a:cubicBezTo>
                    <a:cubicBezTo>
                      <a:pt x="-5678" y="76579"/>
                      <a:pt x="-5678" y="39745"/>
                      <a:pt x="17034" y="17033"/>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7" name="Google Shape;197;p18"/>
              <p:cNvSpPr/>
              <p:nvPr/>
            </p:nvSpPr>
            <p:spPr>
              <a:xfrm>
                <a:off x="4929417" y="3139456"/>
                <a:ext cx="116324" cy="116324"/>
              </a:xfrm>
              <a:custGeom>
                <a:rect b="b" l="l" r="r" t="t"/>
                <a:pathLst>
                  <a:path extrusionOk="0" h="116324" w="116324">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8" name="Google Shape;198;p18"/>
              <p:cNvSpPr/>
              <p:nvPr/>
            </p:nvSpPr>
            <p:spPr>
              <a:xfrm>
                <a:off x="4740575" y="2950614"/>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5"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199" name="Google Shape;199;p18"/>
              <p:cNvSpPr/>
              <p:nvPr/>
            </p:nvSpPr>
            <p:spPr>
              <a:xfrm>
                <a:off x="4926158" y="2519578"/>
                <a:ext cx="116324" cy="116324"/>
              </a:xfrm>
              <a:custGeom>
                <a:rect b="b" l="l" r="r" t="t"/>
                <a:pathLst>
                  <a:path extrusionOk="0" h="116324" w="116324">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0" name="Google Shape;200;p18"/>
              <p:cNvSpPr/>
              <p:nvPr/>
            </p:nvSpPr>
            <p:spPr>
              <a:xfrm>
                <a:off x="5354374" y="3166242"/>
                <a:ext cx="116298" cy="116298"/>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1" name="Google Shape;201;p18"/>
              <p:cNvSpPr/>
              <p:nvPr/>
            </p:nvSpPr>
            <p:spPr>
              <a:xfrm rot="-2279289">
                <a:off x="4252545" y="2851277"/>
                <a:ext cx="116204" cy="116204"/>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2" name="Google Shape;202;p18"/>
              <p:cNvSpPr/>
              <p:nvPr/>
            </p:nvSpPr>
            <p:spPr>
              <a:xfrm rot="-1470904">
                <a:off x="1746093" y="476438"/>
                <a:ext cx="186479" cy="186479"/>
              </a:xfrm>
              <a:custGeom>
                <a:rect b="b" l="l" r="r" t="t"/>
                <a:pathLst>
                  <a:path extrusionOk="0" h="186449" w="186449">
                    <a:moveTo>
                      <a:pt x="186450" y="93225"/>
                    </a:moveTo>
                    <a:cubicBezTo>
                      <a:pt x="186450" y="144712"/>
                      <a:pt x="144711" y="186450"/>
                      <a:pt x="93225" y="186450"/>
                    </a:cubicBezTo>
                    <a:cubicBezTo>
                      <a:pt x="41738" y="186450"/>
                      <a:pt x="0" y="144712"/>
                      <a:pt x="0" y="93225"/>
                    </a:cubicBezTo>
                    <a:cubicBezTo>
                      <a:pt x="0" y="41738"/>
                      <a:pt x="41738" y="0"/>
                      <a:pt x="93225" y="0"/>
                    </a:cubicBezTo>
                    <a:cubicBezTo>
                      <a:pt x="144712" y="0"/>
                      <a:pt x="186450" y="41738"/>
                      <a:pt x="186450" y="93225"/>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3" name="Google Shape;203;p18"/>
              <p:cNvSpPr/>
              <p:nvPr/>
            </p:nvSpPr>
            <p:spPr>
              <a:xfrm rot="-3168918">
                <a:off x="5185097" y="54611"/>
                <a:ext cx="116416" cy="116416"/>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4"/>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4" name="Google Shape;204;p18"/>
              <p:cNvSpPr/>
              <p:nvPr/>
            </p:nvSpPr>
            <p:spPr>
              <a:xfrm>
                <a:off x="3499332" y="2987410"/>
                <a:ext cx="116324" cy="116324"/>
              </a:xfrm>
              <a:custGeom>
                <a:rect b="b" l="l" r="r" t="t"/>
                <a:pathLst>
                  <a:path extrusionOk="0" h="116324" w="116324">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5" name="Google Shape;205;p18"/>
              <p:cNvSpPr/>
              <p:nvPr/>
            </p:nvSpPr>
            <p:spPr>
              <a:xfrm>
                <a:off x="2941768" y="4010503"/>
                <a:ext cx="116324" cy="116324"/>
              </a:xfrm>
              <a:custGeom>
                <a:rect b="b" l="l" r="r" t="t"/>
                <a:pathLst>
                  <a:path extrusionOk="0" h="116324" w="116324">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6" name="Google Shape;206;p18"/>
              <p:cNvSpPr/>
              <p:nvPr/>
            </p:nvSpPr>
            <p:spPr>
              <a:xfrm rot="-3956138">
                <a:off x="468811" y="2835763"/>
                <a:ext cx="116223" cy="116223"/>
              </a:xfrm>
              <a:custGeom>
                <a:rect b="b" l="l" r="r" t="t"/>
                <a:pathLst>
                  <a:path extrusionOk="0" h="116298" w="116298">
                    <a:moveTo>
                      <a:pt x="116298" y="58149"/>
                    </a:moveTo>
                    <a:cubicBezTo>
                      <a:pt x="116298" y="90264"/>
                      <a:pt x="90264" y="116298"/>
                      <a:pt x="58149" y="116298"/>
                    </a:cubicBezTo>
                    <a:cubicBezTo>
                      <a:pt x="26034" y="116298"/>
                      <a:pt x="0" y="90264"/>
                      <a:pt x="0" y="58149"/>
                    </a:cubicBezTo>
                    <a:cubicBezTo>
                      <a:pt x="0" y="26034"/>
                      <a:pt x="26034" y="0"/>
                      <a:pt x="58149" y="0"/>
                    </a:cubicBezTo>
                    <a:cubicBezTo>
                      <a:pt x="90264" y="0"/>
                      <a:pt x="116298" y="26035"/>
                      <a:pt x="116298" y="58149"/>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7" name="Google Shape;207;p18"/>
              <p:cNvSpPr/>
              <p:nvPr/>
            </p:nvSpPr>
            <p:spPr>
              <a:xfrm>
                <a:off x="0" y="2507408"/>
                <a:ext cx="19025" cy="85852"/>
              </a:xfrm>
              <a:custGeom>
                <a:rect b="b" l="l" r="r" t="t"/>
                <a:pathLst>
                  <a:path extrusionOk="0" h="85852" w="19025">
                    <a:moveTo>
                      <a:pt x="1992" y="1811"/>
                    </a:moveTo>
                    <a:cubicBezTo>
                      <a:pt x="1345" y="1164"/>
                      <a:pt x="673" y="621"/>
                      <a:pt x="0" y="0"/>
                    </a:cubicBezTo>
                    <a:lnTo>
                      <a:pt x="0" y="85853"/>
                    </a:lnTo>
                    <a:cubicBezTo>
                      <a:pt x="673" y="85258"/>
                      <a:pt x="1345" y="84689"/>
                      <a:pt x="1992" y="84042"/>
                    </a:cubicBezTo>
                    <a:cubicBezTo>
                      <a:pt x="24703" y="61331"/>
                      <a:pt x="24703" y="24496"/>
                      <a:pt x="1992" y="1785"/>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8" name="Google Shape;208;p18"/>
              <p:cNvSpPr/>
              <p:nvPr/>
            </p:nvSpPr>
            <p:spPr>
              <a:xfrm>
                <a:off x="3246469" y="3791836"/>
                <a:ext cx="72582" cy="72582"/>
              </a:xfrm>
              <a:custGeom>
                <a:rect b="b" l="l" r="r" t="t"/>
                <a:pathLst>
                  <a:path extrusionOk="0" h="72582" w="72582">
                    <a:moveTo>
                      <a:pt x="10632" y="10631"/>
                    </a:moveTo>
                    <a:cubicBezTo>
                      <a:pt x="24807" y="-3544"/>
                      <a:pt x="47777" y="-3544"/>
                      <a:pt x="61952" y="10631"/>
                    </a:cubicBezTo>
                    <a:cubicBezTo>
                      <a:pt x="76127" y="24806"/>
                      <a:pt x="76127" y="47776"/>
                      <a:pt x="61952" y="61951"/>
                    </a:cubicBezTo>
                    <a:cubicBezTo>
                      <a:pt x="47777" y="76127"/>
                      <a:pt x="24807" y="76127"/>
                      <a:pt x="10632" y="61951"/>
                    </a:cubicBezTo>
                    <a:cubicBezTo>
                      <a:pt x="-3544" y="47776"/>
                      <a:pt x="-3544" y="24806"/>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9" name="Google Shape;209;p18"/>
              <p:cNvSpPr/>
              <p:nvPr/>
            </p:nvSpPr>
            <p:spPr>
              <a:xfrm>
                <a:off x="3308162" y="3465860"/>
                <a:ext cx="72582" cy="72582"/>
              </a:xfrm>
              <a:custGeom>
                <a:rect b="b" l="l" r="r" t="t"/>
                <a:pathLst>
                  <a:path extrusionOk="0" h="72582" w="72582">
                    <a:moveTo>
                      <a:pt x="72583" y="36292"/>
                    </a:moveTo>
                    <a:cubicBezTo>
                      <a:pt x="72583" y="56335"/>
                      <a:pt x="56334" y="72583"/>
                      <a:pt x="36291" y="72583"/>
                    </a:cubicBezTo>
                    <a:cubicBezTo>
                      <a:pt x="16248" y="72583"/>
                      <a:pt x="0" y="56335"/>
                      <a:pt x="0" y="36292"/>
                    </a:cubicBezTo>
                    <a:cubicBezTo>
                      <a:pt x="0" y="16248"/>
                      <a:pt x="16248" y="0"/>
                      <a:pt x="36291" y="0"/>
                    </a:cubicBezTo>
                    <a:cubicBezTo>
                      <a:pt x="56334"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0" name="Google Shape;210;p18"/>
              <p:cNvSpPr/>
              <p:nvPr/>
            </p:nvSpPr>
            <p:spPr>
              <a:xfrm>
                <a:off x="3801550" y="3236781"/>
                <a:ext cx="72582" cy="72582"/>
              </a:xfrm>
              <a:custGeom>
                <a:rect b="b" l="l" r="r" t="t"/>
                <a:pathLst>
                  <a:path extrusionOk="0" h="72582" w="72582">
                    <a:moveTo>
                      <a:pt x="10631" y="10632"/>
                    </a:moveTo>
                    <a:cubicBezTo>
                      <a:pt x="24806" y="-3544"/>
                      <a:pt x="47776" y="-3544"/>
                      <a:pt x="61951" y="10632"/>
                    </a:cubicBezTo>
                    <a:cubicBezTo>
                      <a:pt x="76127" y="24807"/>
                      <a:pt x="76127" y="47777"/>
                      <a:pt x="61951" y="61952"/>
                    </a:cubicBezTo>
                    <a:cubicBezTo>
                      <a:pt x="47776" y="76127"/>
                      <a:pt x="24806" y="76127"/>
                      <a:pt x="10631" y="61952"/>
                    </a:cubicBezTo>
                    <a:cubicBezTo>
                      <a:pt x="-3544" y="47777"/>
                      <a:pt x="-3544" y="24807"/>
                      <a:pt x="10631" y="1063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1" name="Google Shape;211;p18"/>
              <p:cNvSpPr/>
              <p:nvPr/>
            </p:nvSpPr>
            <p:spPr>
              <a:xfrm rot="-3902098">
                <a:off x="928768" y="2947880"/>
                <a:ext cx="72657" cy="72657"/>
              </a:xfrm>
              <a:custGeom>
                <a:rect b="b" l="l" r="r" t="t"/>
                <a:pathLst>
                  <a:path extrusionOk="0" h="72582" w="72582">
                    <a:moveTo>
                      <a:pt x="72583" y="36292"/>
                    </a:moveTo>
                    <a:cubicBezTo>
                      <a:pt x="72583" y="56335"/>
                      <a:pt x="56335" y="72583"/>
                      <a:pt x="36291" y="72583"/>
                    </a:cubicBezTo>
                    <a:cubicBezTo>
                      <a:pt x="16248" y="72583"/>
                      <a:pt x="0" y="56335"/>
                      <a:pt x="0" y="36292"/>
                    </a:cubicBezTo>
                    <a:cubicBezTo>
                      <a:pt x="0" y="16248"/>
                      <a:pt x="16248" y="0"/>
                      <a:pt x="36291"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2" name="Google Shape;212;p18"/>
              <p:cNvSpPr/>
              <p:nvPr/>
            </p:nvSpPr>
            <p:spPr>
              <a:xfrm>
                <a:off x="338677" y="2718535"/>
                <a:ext cx="72582" cy="72582"/>
              </a:xfrm>
              <a:custGeom>
                <a:rect b="b" l="l" r="r" t="t"/>
                <a:pathLst>
                  <a:path extrusionOk="0" h="72582" w="72582">
                    <a:moveTo>
                      <a:pt x="72583" y="36291"/>
                    </a:moveTo>
                    <a:cubicBezTo>
                      <a:pt x="72583" y="56335"/>
                      <a:pt x="56335" y="72583"/>
                      <a:pt x="36291" y="72583"/>
                    </a:cubicBezTo>
                    <a:cubicBezTo>
                      <a:pt x="16248" y="72583"/>
                      <a:pt x="0" y="56335"/>
                      <a:pt x="0" y="36291"/>
                    </a:cubicBezTo>
                    <a:cubicBezTo>
                      <a:pt x="0" y="16248"/>
                      <a:pt x="16248" y="0"/>
                      <a:pt x="36291"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3" name="Google Shape;213;p18"/>
              <p:cNvSpPr/>
              <p:nvPr/>
            </p:nvSpPr>
            <p:spPr>
              <a:xfrm>
                <a:off x="193278" y="2573136"/>
                <a:ext cx="72582" cy="72582"/>
              </a:xfrm>
              <a:custGeom>
                <a:rect b="b" l="l" r="r" t="t"/>
                <a:pathLst>
                  <a:path extrusionOk="0" h="72582" w="72582">
                    <a:moveTo>
                      <a:pt x="72583" y="36291"/>
                    </a:moveTo>
                    <a:cubicBezTo>
                      <a:pt x="72583" y="56335"/>
                      <a:pt x="56335" y="72583"/>
                      <a:pt x="36291" y="72583"/>
                    </a:cubicBezTo>
                    <a:cubicBezTo>
                      <a:pt x="16248" y="72583"/>
                      <a:pt x="0" y="56335"/>
                      <a:pt x="0" y="36291"/>
                    </a:cubicBezTo>
                    <a:cubicBezTo>
                      <a:pt x="0" y="16248"/>
                      <a:pt x="16248" y="0"/>
                      <a:pt x="36291"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4" name="Google Shape;214;p18"/>
              <p:cNvSpPr/>
              <p:nvPr/>
            </p:nvSpPr>
            <p:spPr>
              <a:xfrm>
                <a:off x="0" y="1311782"/>
                <a:ext cx="21883" cy="66581"/>
              </a:xfrm>
              <a:custGeom>
                <a:rect b="b" l="l" r="r" t="t"/>
                <a:pathLst>
                  <a:path extrusionOk="0" h="66581" w="21883">
                    <a:moveTo>
                      <a:pt x="11252" y="7631"/>
                    </a:moveTo>
                    <a:cubicBezTo>
                      <a:pt x="7915" y="4294"/>
                      <a:pt x="4087" y="1759"/>
                      <a:pt x="0" y="0"/>
                    </a:cubicBezTo>
                    <a:lnTo>
                      <a:pt x="0" y="66582"/>
                    </a:lnTo>
                    <a:cubicBezTo>
                      <a:pt x="4087" y="64823"/>
                      <a:pt x="7915" y="62288"/>
                      <a:pt x="11252" y="58951"/>
                    </a:cubicBezTo>
                    <a:cubicBezTo>
                      <a:pt x="25427" y="44776"/>
                      <a:pt x="25427" y="21806"/>
                      <a:pt x="11252" y="7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5" name="Google Shape;215;p18"/>
              <p:cNvSpPr/>
              <p:nvPr/>
            </p:nvSpPr>
            <p:spPr>
              <a:xfrm>
                <a:off x="2488435" y="4507577"/>
                <a:ext cx="72582" cy="72583"/>
              </a:xfrm>
              <a:custGeom>
                <a:rect b="b" l="l" r="r" t="t"/>
                <a:pathLst>
                  <a:path extrusionOk="0" h="72583" w="72582">
                    <a:moveTo>
                      <a:pt x="10631" y="10631"/>
                    </a:moveTo>
                    <a:cubicBezTo>
                      <a:pt x="24806" y="-3544"/>
                      <a:pt x="47776" y="-3544"/>
                      <a:pt x="61952" y="10631"/>
                    </a:cubicBezTo>
                    <a:cubicBezTo>
                      <a:pt x="76127" y="24807"/>
                      <a:pt x="76127" y="47776"/>
                      <a:pt x="61952" y="61952"/>
                    </a:cubicBezTo>
                    <a:cubicBezTo>
                      <a:pt x="47776" y="76127"/>
                      <a:pt x="24806"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6" name="Google Shape;216;p18"/>
              <p:cNvSpPr/>
              <p:nvPr/>
            </p:nvSpPr>
            <p:spPr>
              <a:xfrm>
                <a:off x="2644465" y="4351547"/>
                <a:ext cx="72582" cy="72582"/>
              </a:xfrm>
              <a:custGeom>
                <a:rect b="b" l="l" r="r" t="t"/>
                <a:pathLst>
                  <a:path extrusionOk="0" h="72582" w="72582">
                    <a:moveTo>
                      <a:pt x="10631" y="10631"/>
                    </a:moveTo>
                    <a:cubicBezTo>
                      <a:pt x="24807" y="-3544"/>
                      <a:pt x="47777" y="-3544"/>
                      <a:pt x="61952" y="10631"/>
                    </a:cubicBezTo>
                    <a:cubicBezTo>
                      <a:pt x="76127" y="24806"/>
                      <a:pt x="76127" y="47776"/>
                      <a:pt x="61952" y="61951"/>
                    </a:cubicBezTo>
                    <a:cubicBezTo>
                      <a:pt x="47777"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7" name="Google Shape;217;p18"/>
              <p:cNvSpPr/>
              <p:nvPr/>
            </p:nvSpPr>
            <p:spPr>
              <a:xfrm>
                <a:off x="2820025" y="4175988"/>
                <a:ext cx="72582" cy="72582"/>
              </a:xfrm>
              <a:custGeom>
                <a:rect b="b" l="l" r="r" t="t"/>
                <a:pathLst>
                  <a:path extrusionOk="0" h="72582" w="72582">
                    <a:moveTo>
                      <a:pt x="10632" y="10631"/>
                    </a:moveTo>
                    <a:cubicBezTo>
                      <a:pt x="24807" y="-3544"/>
                      <a:pt x="47777" y="-3544"/>
                      <a:pt x="61952" y="10631"/>
                    </a:cubicBezTo>
                    <a:cubicBezTo>
                      <a:pt x="76127" y="24806"/>
                      <a:pt x="76127" y="47776"/>
                      <a:pt x="61952" y="61951"/>
                    </a:cubicBezTo>
                    <a:cubicBezTo>
                      <a:pt x="47777" y="76127"/>
                      <a:pt x="24807" y="76127"/>
                      <a:pt x="10632" y="61951"/>
                    </a:cubicBezTo>
                    <a:cubicBezTo>
                      <a:pt x="-3544" y="47776"/>
                      <a:pt x="-3544" y="24806"/>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8" name="Google Shape;218;p18"/>
              <p:cNvSpPr/>
              <p:nvPr/>
            </p:nvSpPr>
            <p:spPr>
              <a:xfrm>
                <a:off x="2620926" y="3976863"/>
                <a:ext cx="72583" cy="72582"/>
              </a:xfrm>
              <a:custGeom>
                <a:rect b="b" l="l" r="r" t="t"/>
                <a:pathLst>
                  <a:path extrusionOk="0" h="72582" w="72583">
                    <a:moveTo>
                      <a:pt x="10631" y="10631"/>
                    </a:moveTo>
                    <a:cubicBezTo>
                      <a:pt x="24807" y="-3544"/>
                      <a:pt x="47776" y="-3544"/>
                      <a:pt x="61952" y="10631"/>
                    </a:cubicBezTo>
                    <a:cubicBezTo>
                      <a:pt x="76127" y="24806"/>
                      <a:pt x="76127" y="47776"/>
                      <a:pt x="61952" y="61951"/>
                    </a:cubicBezTo>
                    <a:cubicBezTo>
                      <a:pt x="47776"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19" name="Google Shape;219;p18"/>
              <p:cNvSpPr/>
              <p:nvPr/>
            </p:nvSpPr>
            <p:spPr>
              <a:xfrm>
                <a:off x="3069357" y="3926655"/>
                <a:ext cx="72583" cy="72582"/>
              </a:xfrm>
              <a:custGeom>
                <a:rect b="b" l="l" r="r" t="t"/>
                <a:pathLst>
                  <a:path extrusionOk="0" h="72582" w="72583">
                    <a:moveTo>
                      <a:pt x="10631" y="10631"/>
                    </a:moveTo>
                    <a:cubicBezTo>
                      <a:pt x="24807" y="-3544"/>
                      <a:pt x="47777" y="-3544"/>
                      <a:pt x="61952" y="10631"/>
                    </a:cubicBezTo>
                    <a:cubicBezTo>
                      <a:pt x="76127" y="24806"/>
                      <a:pt x="76127" y="47776"/>
                      <a:pt x="61952" y="61951"/>
                    </a:cubicBezTo>
                    <a:cubicBezTo>
                      <a:pt x="47777"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0" name="Google Shape;220;p18"/>
              <p:cNvSpPr/>
              <p:nvPr/>
            </p:nvSpPr>
            <p:spPr>
              <a:xfrm>
                <a:off x="2202397" y="804994"/>
                <a:ext cx="72582" cy="72582"/>
              </a:xfrm>
              <a:custGeom>
                <a:rect b="b" l="l" r="r" t="t"/>
                <a:pathLst>
                  <a:path extrusionOk="0" h="72582" w="72582">
                    <a:moveTo>
                      <a:pt x="10631" y="10631"/>
                    </a:moveTo>
                    <a:cubicBezTo>
                      <a:pt x="24807" y="-3544"/>
                      <a:pt x="47777" y="-3544"/>
                      <a:pt x="61952" y="10631"/>
                    </a:cubicBezTo>
                    <a:cubicBezTo>
                      <a:pt x="76127" y="24807"/>
                      <a:pt x="76127" y="47776"/>
                      <a:pt x="61952" y="61952"/>
                    </a:cubicBezTo>
                    <a:cubicBezTo>
                      <a:pt x="47777" y="76127"/>
                      <a:pt x="24807"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1" name="Google Shape;221;p18"/>
              <p:cNvSpPr/>
              <p:nvPr/>
            </p:nvSpPr>
            <p:spPr>
              <a:xfrm>
                <a:off x="2863274" y="3135382"/>
                <a:ext cx="72582" cy="72582"/>
              </a:xfrm>
              <a:custGeom>
                <a:rect b="b" l="l" r="r" t="t"/>
                <a:pathLst>
                  <a:path extrusionOk="0" h="72582" w="72582">
                    <a:moveTo>
                      <a:pt x="10631" y="10631"/>
                    </a:moveTo>
                    <a:cubicBezTo>
                      <a:pt x="24806" y="-3544"/>
                      <a:pt x="47776" y="-3544"/>
                      <a:pt x="61951" y="10631"/>
                    </a:cubicBezTo>
                    <a:cubicBezTo>
                      <a:pt x="76127" y="24806"/>
                      <a:pt x="76127" y="47776"/>
                      <a:pt x="61951" y="61951"/>
                    </a:cubicBezTo>
                    <a:cubicBezTo>
                      <a:pt x="47776" y="76127"/>
                      <a:pt x="24806"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2" name="Google Shape;222;p18"/>
              <p:cNvSpPr/>
              <p:nvPr/>
            </p:nvSpPr>
            <p:spPr>
              <a:xfrm>
                <a:off x="3637785" y="2892698"/>
                <a:ext cx="72583" cy="72582"/>
              </a:xfrm>
              <a:custGeom>
                <a:rect b="b" l="l" r="r" t="t"/>
                <a:pathLst>
                  <a:path extrusionOk="0" h="72582" w="72583">
                    <a:moveTo>
                      <a:pt x="10631" y="10631"/>
                    </a:moveTo>
                    <a:cubicBezTo>
                      <a:pt x="24807" y="-3544"/>
                      <a:pt x="47777" y="-3544"/>
                      <a:pt x="61952" y="10631"/>
                    </a:cubicBezTo>
                    <a:cubicBezTo>
                      <a:pt x="76127" y="24806"/>
                      <a:pt x="76127" y="47776"/>
                      <a:pt x="61952" y="61951"/>
                    </a:cubicBezTo>
                    <a:cubicBezTo>
                      <a:pt x="47777"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3" name="Google Shape;223;p18"/>
              <p:cNvSpPr/>
              <p:nvPr/>
            </p:nvSpPr>
            <p:spPr>
              <a:xfrm>
                <a:off x="3793324" y="2737133"/>
                <a:ext cx="72583" cy="72582"/>
              </a:xfrm>
              <a:custGeom>
                <a:rect b="b" l="l" r="r" t="t"/>
                <a:pathLst>
                  <a:path extrusionOk="0" h="72582" w="72583">
                    <a:moveTo>
                      <a:pt x="10631" y="10631"/>
                    </a:moveTo>
                    <a:cubicBezTo>
                      <a:pt x="24807" y="-3544"/>
                      <a:pt x="47776" y="-3544"/>
                      <a:pt x="61952" y="10631"/>
                    </a:cubicBezTo>
                    <a:cubicBezTo>
                      <a:pt x="76127" y="24806"/>
                      <a:pt x="76127" y="47776"/>
                      <a:pt x="61952" y="61951"/>
                    </a:cubicBezTo>
                    <a:cubicBezTo>
                      <a:pt x="47776" y="76127"/>
                      <a:pt x="24807"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4" name="Google Shape;224;p18"/>
              <p:cNvSpPr/>
              <p:nvPr/>
            </p:nvSpPr>
            <p:spPr>
              <a:xfrm rot="-2700000">
                <a:off x="4022316" y="2232327"/>
                <a:ext cx="72622" cy="72622"/>
              </a:xfrm>
              <a:custGeom>
                <a:rect b="b" l="l" r="r" t="t"/>
                <a:pathLst>
                  <a:path extrusionOk="0" h="72582" w="72582">
                    <a:moveTo>
                      <a:pt x="72583" y="36291"/>
                    </a:moveTo>
                    <a:cubicBezTo>
                      <a:pt x="72583" y="56335"/>
                      <a:pt x="56335" y="72583"/>
                      <a:pt x="36292" y="72583"/>
                    </a:cubicBezTo>
                    <a:cubicBezTo>
                      <a:pt x="16248" y="72583"/>
                      <a:pt x="0" y="56335"/>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5" name="Google Shape;225;p18"/>
              <p:cNvSpPr/>
              <p:nvPr/>
            </p:nvSpPr>
            <p:spPr>
              <a:xfrm>
                <a:off x="4780100" y="2412657"/>
                <a:ext cx="72582" cy="72582"/>
              </a:xfrm>
              <a:custGeom>
                <a:rect b="b" l="l" r="r" t="t"/>
                <a:pathLst>
                  <a:path extrusionOk="0" h="72582" w="72582">
                    <a:moveTo>
                      <a:pt x="10632" y="10631"/>
                    </a:moveTo>
                    <a:cubicBezTo>
                      <a:pt x="24807" y="-3544"/>
                      <a:pt x="47777" y="-3544"/>
                      <a:pt x="61952" y="10631"/>
                    </a:cubicBezTo>
                    <a:cubicBezTo>
                      <a:pt x="76127" y="24807"/>
                      <a:pt x="76127" y="47776"/>
                      <a:pt x="61952" y="61952"/>
                    </a:cubicBezTo>
                    <a:cubicBezTo>
                      <a:pt x="47777" y="76127"/>
                      <a:pt x="24807" y="76127"/>
                      <a:pt x="10632" y="61952"/>
                    </a:cubicBezTo>
                    <a:cubicBezTo>
                      <a:pt x="-3544" y="47776"/>
                      <a:pt x="-3544" y="24807"/>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6" name="Google Shape;226;p18"/>
              <p:cNvSpPr/>
              <p:nvPr/>
            </p:nvSpPr>
            <p:spPr>
              <a:xfrm>
                <a:off x="5120717" y="3135046"/>
                <a:ext cx="72582" cy="72583"/>
              </a:xfrm>
              <a:custGeom>
                <a:rect b="b" l="l" r="r" t="t"/>
                <a:pathLst>
                  <a:path extrusionOk="0" h="72583" w="72582">
                    <a:moveTo>
                      <a:pt x="10631" y="10631"/>
                    </a:moveTo>
                    <a:cubicBezTo>
                      <a:pt x="24806" y="-3544"/>
                      <a:pt x="47776" y="-3544"/>
                      <a:pt x="61951" y="10631"/>
                    </a:cubicBezTo>
                    <a:cubicBezTo>
                      <a:pt x="76127" y="24806"/>
                      <a:pt x="76127" y="47776"/>
                      <a:pt x="61951"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7" name="Google Shape;227;p18"/>
              <p:cNvSpPr/>
              <p:nvPr/>
            </p:nvSpPr>
            <p:spPr>
              <a:xfrm>
                <a:off x="3398257" y="2463408"/>
                <a:ext cx="72582" cy="72582"/>
              </a:xfrm>
              <a:custGeom>
                <a:rect b="b" l="l" r="r" t="t"/>
                <a:pathLst>
                  <a:path extrusionOk="0" h="72582" w="72582">
                    <a:moveTo>
                      <a:pt x="72583" y="36291"/>
                    </a:moveTo>
                    <a:cubicBezTo>
                      <a:pt x="72583" y="56335"/>
                      <a:pt x="56335" y="72583"/>
                      <a:pt x="36292" y="72583"/>
                    </a:cubicBezTo>
                    <a:cubicBezTo>
                      <a:pt x="16248" y="72583"/>
                      <a:pt x="0" y="56335"/>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8" name="Google Shape;228;p18"/>
              <p:cNvSpPr/>
              <p:nvPr/>
            </p:nvSpPr>
            <p:spPr>
              <a:xfrm>
                <a:off x="4143098" y="1723197"/>
                <a:ext cx="72582" cy="72582"/>
              </a:xfrm>
              <a:custGeom>
                <a:rect b="b" l="l" r="r" t="t"/>
                <a:pathLst>
                  <a:path extrusionOk="0" h="72582" w="72582">
                    <a:moveTo>
                      <a:pt x="10632" y="10631"/>
                    </a:moveTo>
                    <a:cubicBezTo>
                      <a:pt x="24807" y="-3544"/>
                      <a:pt x="47777" y="-3544"/>
                      <a:pt x="61952" y="10631"/>
                    </a:cubicBezTo>
                    <a:cubicBezTo>
                      <a:pt x="76127" y="24807"/>
                      <a:pt x="76127" y="47777"/>
                      <a:pt x="61952" y="61952"/>
                    </a:cubicBezTo>
                    <a:cubicBezTo>
                      <a:pt x="47777" y="76127"/>
                      <a:pt x="24807" y="76127"/>
                      <a:pt x="10632" y="61952"/>
                    </a:cubicBezTo>
                    <a:cubicBezTo>
                      <a:pt x="-3544" y="47777"/>
                      <a:pt x="-3544" y="24807"/>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29" name="Google Shape;229;p18"/>
              <p:cNvSpPr/>
              <p:nvPr/>
            </p:nvSpPr>
            <p:spPr>
              <a:xfrm>
                <a:off x="3851654" y="1431753"/>
                <a:ext cx="72582" cy="72582"/>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0" name="Google Shape;230;p18"/>
              <p:cNvSpPr/>
              <p:nvPr/>
            </p:nvSpPr>
            <p:spPr>
              <a:xfrm>
                <a:off x="2335742" y="446710"/>
                <a:ext cx="72582" cy="72582"/>
              </a:xfrm>
              <a:custGeom>
                <a:rect b="b" l="l" r="r" t="t"/>
                <a:pathLst>
                  <a:path extrusionOk="0" h="72582" w="72582">
                    <a:moveTo>
                      <a:pt x="10631" y="10631"/>
                    </a:moveTo>
                    <a:cubicBezTo>
                      <a:pt x="24807" y="-3544"/>
                      <a:pt x="47776" y="-3544"/>
                      <a:pt x="61952" y="10631"/>
                    </a:cubicBezTo>
                    <a:cubicBezTo>
                      <a:pt x="76127" y="24807"/>
                      <a:pt x="76127" y="47776"/>
                      <a:pt x="61952" y="61952"/>
                    </a:cubicBezTo>
                    <a:cubicBezTo>
                      <a:pt x="47776" y="76127"/>
                      <a:pt x="24807" y="76127"/>
                      <a:pt x="10631" y="61952"/>
                    </a:cubicBezTo>
                    <a:cubicBezTo>
                      <a:pt x="-3544" y="47776"/>
                      <a:pt x="-3544" y="24807"/>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1" name="Google Shape;231;p18"/>
              <p:cNvSpPr/>
              <p:nvPr/>
            </p:nvSpPr>
            <p:spPr>
              <a:xfrm>
                <a:off x="3149571" y="1879925"/>
                <a:ext cx="72583" cy="72582"/>
              </a:xfrm>
              <a:custGeom>
                <a:rect b="b" l="l" r="r" t="t"/>
                <a:pathLst>
                  <a:path extrusionOk="0" h="72582" w="72583">
                    <a:moveTo>
                      <a:pt x="10631" y="10631"/>
                    </a:moveTo>
                    <a:cubicBezTo>
                      <a:pt x="24806" y="-3544"/>
                      <a:pt x="47776" y="-3544"/>
                      <a:pt x="61952" y="10631"/>
                    </a:cubicBezTo>
                    <a:cubicBezTo>
                      <a:pt x="76127" y="24806"/>
                      <a:pt x="76127" y="47776"/>
                      <a:pt x="61952"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2" name="Google Shape;232;p18"/>
              <p:cNvSpPr/>
              <p:nvPr/>
            </p:nvSpPr>
            <p:spPr>
              <a:xfrm>
                <a:off x="4946580" y="620355"/>
                <a:ext cx="72582" cy="72582"/>
              </a:xfrm>
              <a:custGeom>
                <a:rect b="b" l="l" r="r" t="t"/>
                <a:pathLst>
                  <a:path extrusionOk="0" h="72582" w="72582">
                    <a:moveTo>
                      <a:pt x="10632" y="10631"/>
                    </a:moveTo>
                    <a:cubicBezTo>
                      <a:pt x="24807" y="-3544"/>
                      <a:pt x="47777" y="-3544"/>
                      <a:pt x="61952" y="10631"/>
                    </a:cubicBezTo>
                    <a:cubicBezTo>
                      <a:pt x="76127" y="24806"/>
                      <a:pt x="76127" y="47776"/>
                      <a:pt x="61952" y="61952"/>
                    </a:cubicBezTo>
                    <a:cubicBezTo>
                      <a:pt x="47777" y="76127"/>
                      <a:pt x="24807" y="76127"/>
                      <a:pt x="10632" y="61952"/>
                    </a:cubicBezTo>
                    <a:cubicBezTo>
                      <a:pt x="-3544" y="47776"/>
                      <a:pt x="-3544" y="24806"/>
                      <a:pt x="10632"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3" name="Google Shape;233;p18"/>
              <p:cNvSpPr/>
              <p:nvPr/>
            </p:nvSpPr>
            <p:spPr>
              <a:xfrm>
                <a:off x="5268547" y="298388"/>
                <a:ext cx="72582" cy="72582"/>
              </a:xfrm>
              <a:custGeom>
                <a:rect b="b" l="l" r="r" t="t"/>
                <a:pathLst>
                  <a:path extrusionOk="0" h="72582" w="72582">
                    <a:moveTo>
                      <a:pt x="10631" y="10631"/>
                    </a:moveTo>
                    <a:cubicBezTo>
                      <a:pt x="24806" y="-3544"/>
                      <a:pt x="47776" y="-3544"/>
                      <a:pt x="61951" y="10631"/>
                    </a:cubicBezTo>
                    <a:cubicBezTo>
                      <a:pt x="76127" y="24806"/>
                      <a:pt x="76127" y="47776"/>
                      <a:pt x="61951"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4" name="Google Shape;234;p18"/>
              <p:cNvSpPr/>
              <p:nvPr/>
            </p:nvSpPr>
            <p:spPr>
              <a:xfrm rot="-3725269">
                <a:off x="1255878" y="199480"/>
                <a:ext cx="72486" cy="72486"/>
              </a:xfrm>
              <a:custGeom>
                <a:rect b="b" l="l" r="r" t="t"/>
                <a:pathLst>
                  <a:path extrusionOk="0" h="72582" w="72582">
                    <a:moveTo>
                      <a:pt x="72583" y="36291"/>
                    </a:moveTo>
                    <a:cubicBezTo>
                      <a:pt x="72583" y="56335"/>
                      <a:pt x="56335" y="72583"/>
                      <a:pt x="36291" y="72583"/>
                    </a:cubicBezTo>
                    <a:cubicBezTo>
                      <a:pt x="16248" y="72583"/>
                      <a:pt x="0" y="56335"/>
                      <a:pt x="0" y="36291"/>
                    </a:cubicBezTo>
                    <a:cubicBezTo>
                      <a:pt x="0" y="16248"/>
                      <a:pt x="16248" y="0"/>
                      <a:pt x="36291"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5" name="Google Shape;235;p18"/>
              <p:cNvSpPr/>
              <p:nvPr/>
            </p:nvSpPr>
            <p:spPr>
              <a:xfrm>
                <a:off x="1500314" y="98850"/>
                <a:ext cx="72582" cy="72582"/>
              </a:xfrm>
              <a:custGeom>
                <a:rect b="b" l="l" r="r" t="t"/>
                <a:pathLst>
                  <a:path extrusionOk="0" h="72582" w="72582">
                    <a:moveTo>
                      <a:pt x="10631" y="10631"/>
                    </a:moveTo>
                    <a:cubicBezTo>
                      <a:pt x="24806" y="-3544"/>
                      <a:pt x="47776" y="-3544"/>
                      <a:pt x="61952" y="10631"/>
                    </a:cubicBezTo>
                    <a:cubicBezTo>
                      <a:pt x="76127" y="24806"/>
                      <a:pt x="76127" y="47776"/>
                      <a:pt x="61952" y="61952"/>
                    </a:cubicBezTo>
                    <a:cubicBezTo>
                      <a:pt x="47776" y="76127"/>
                      <a:pt x="24806" y="76127"/>
                      <a:pt x="10631" y="61952"/>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6" name="Google Shape;236;p18"/>
              <p:cNvSpPr/>
              <p:nvPr/>
            </p:nvSpPr>
            <p:spPr>
              <a:xfrm>
                <a:off x="1617085" y="4203"/>
                <a:ext cx="72541" cy="50492"/>
              </a:xfrm>
              <a:custGeom>
                <a:rect b="b" l="l" r="r" t="t"/>
                <a:pathLst>
                  <a:path extrusionOk="0" h="50492" w="72541">
                    <a:moveTo>
                      <a:pt x="2890" y="0"/>
                    </a:moveTo>
                    <a:cubicBezTo>
                      <a:pt x="-2723" y="13218"/>
                      <a:pt x="-162" y="29075"/>
                      <a:pt x="10598" y="39861"/>
                    </a:cubicBezTo>
                    <a:cubicBezTo>
                      <a:pt x="24773" y="54036"/>
                      <a:pt x="47743" y="54036"/>
                      <a:pt x="61919" y="39861"/>
                    </a:cubicBezTo>
                    <a:cubicBezTo>
                      <a:pt x="72705" y="29075"/>
                      <a:pt x="75266" y="13218"/>
                      <a:pt x="69653" y="0"/>
                    </a:cubicBezTo>
                    <a:lnTo>
                      <a:pt x="2890"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7" name="Google Shape;237;p18"/>
              <p:cNvSpPr/>
              <p:nvPr/>
            </p:nvSpPr>
            <p:spPr>
              <a:xfrm>
                <a:off x="849965" y="4496713"/>
                <a:ext cx="72582" cy="72582"/>
              </a:xfrm>
              <a:custGeom>
                <a:rect b="b" l="l" r="r" t="t"/>
                <a:pathLst>
                  <a:path extrusionOk="0" h="72582" w="72582">
                    <a:moveTo>
                      <a:pt x="72583" y="36292"/>
                    </a:moveTo>
                    <a:cubicBezTo>
                      <a:pt x="72583" y="56335"/>
                      <a:pt x="56335" y="72583"/>
                      <a:pt x="36291" y="72583"/>
                    </a:cubicBezTo>
                    <a:cubicBezTo>
                      <a:pt x="16248" y="72583"/>
                      <a:pt x="0" y="56335"/>
                      <a:pt x="0" y="36292"/>
                    </a:cubicBezTo>
                    <a:cubicBezTo>
                      <a:pt x="0" y="16248"/>
                      <a:pt x="16248" y="0"/>
                      <a:pt x="36291" y="0"/>
                    </a:cubicBezTo>
                    <a:cubicBezTo>
                      <a:pt x="56335"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38" name="Google Shape;238;p18"/>
              <p:cNvSpPr/>
              <p:nvPr/>
            </p:nvSpPr>
            <p:spPr>
              <a:xfrm>
                <a:off x="1131890" y="4571598"/>
                <a:ext cx="72582" cy="72582"/>
              </a:xfrm>
              <a:custGeom>
                <a:rect b="b" l="l" r="r" t="t"/>
                <a:pathLst>
                  <a:path extrusionOk="0" h="72582" w="72582">
                    <a:moveTo>
                      <a:pt x="72583" y="36291"/>
                    </a:moveTo>
                    <a:cubicBezTo>
                      <a:pt x="72583" y="56335"/>
                      <a:pt x="56335" y="72583"/>
                      <a:pt x="36292" y="72583"/>
                    </a:cubicBezTo>
                    <a:cubicBezTo>
                      <a:pt x="16248" y="72583"/>
                      <a:pt x="0" y="56335"/>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grpSp>
        <p:nvGrpSpPr>
          <p:cNvPr id="239" name="Google Shape;239;p18"/>
          <p:cNvGrpSpPr/>
          <p:nvPr/>
        </p:nvGrpSpPr>
        <p:grpSpPr>
          <a:xfrm>
            <a:off x="6209795" y="-8"/>
            <a:ext cx="2934205" cy="3376047"/>
            <a:chOff x="5232915" y="86149"/>
            <a:chExt cx="3912274" cy="4501396"/>
          </a:xfrm>
        </p:grpSpPr>
        <p:grpSp>
          <p:nvGrpSpPr>
            <p:cNvPr id="240" name="Google Shape;240;p18"/>
            <p:cNvGrpSpPr/>
            <p:nvPr/>
          </p:nvGrpSpPr>
          <p:grpSpPr>
            <a:xfrm>
              <a:off x="5282153" y="86149"/>
              <a:ext cx="3863036" cy="4448717"/>
              <a:chOff x="5282153" y="86149"/>
              <a:chExt cx="3863036" cy="4448717"/>
            </a:xfrm>
          </p:grpSpPr>
          <p:sp>
            <p:nvSpPr>
              <p:cNvPr id="241" name="Google Shape;241;p18"/>
              <p:cNvSpPr/>
              <p:nvPr/>
            </p:nvSpPr>
            <p:spPr>
              <a:xfrm>
                <a:off x="6232871" y="3688264"/>
                <a:ext cx="2710271" cy="846602"/>
              </a:xfrm>
              <a:custGeom>
                <a:rect b="b" l="l" r="r" t="t"/>
                <a:pathLst>
                  <a:path extrusionOk="0" h="846602" w="2710271">
                    <a:moveTo>
                      <a:pt x="2699252" y="846603"/>
                    </a:moveTo>
                    <a:lnTo>
                      <a:pt x="2432821" y="580172"/>
                    </a:lnTo>
                    <a:lnTo>
                      <a:pt x="569153" y="580172"/>
                    </a:lnTo>
                    <a:lnTo>
                      <a:pt x="0" y="11019"/>
                    </a:lnTo>
                    <a:lnTo>
                      <a:pt x="11019" y="0"/>
                    </a:lnTo>
                    <a:lnTo>
                      <a:pt x="575619" y="564600"/>
                    </a:lnTo>
                    <a:lnTo>
                      <a:pt x="2439262" y="564600"/>
                    </a:lnTo>
                    <a:lnTo>
                      <a:pt x="2710271" y="835609"/>
                    </a:lnTo>
                    <a:lnTo>
                      <a:pt x="2699252" y="84660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2" name="Google Shape;242;p18"/>
              <p:cNvSpPr/>
              <p:nvPr/>
            </p:nvSpPr>
            <p:spPr>
              <a:xfrm>
                <a:off x="6359671" y="128442"/>
                <a:ext cx="2785518" cy="3047887"/>
              </a:xfrm>
              <a:custGeom>
                <a:rect b="b" l="l" r="r" t="t"/>
                <a:pathLst>
                  <a:path extrusionOk="0" h="3047887" w="2785518">
                    <a:moveTo>
                      <a:pt x="2785492" y="0"/>
                    </a:moveTo>
                    <a:cubicBezTo>
                      <a:pt x="2700985" y="84585"/>
                      <a:pt x="2616322" y="168498"/>
                      <a:pt x="2534065" y="250005"/>
                    </a:cubicBezTo>
                    <a:cubicBezTo>
                      <a:pt x="2454058" y="329287"/>
                      <a:pt x="2371335" y="411286"/>
                      <a:pt x="2288302" y="494319"/>
                    </a:cubicBezTo>
                    <a:cubicBezTo>
                      <a:pt x="2158061" y="624560"/>
                      <a:pt x="2035038" y="747583"/>
                      <a:pt x="1908238" y="877902"/>
                    </a:cubicBezTo>
                    <a:lnTo>
                      <a:pt x="1906039" y="880178"/>
                    </a:lnTo>
                    <a:lnTo>
                      <a:pt x="1906039" y="1988451"/>
                    </a:lnTo>
                    <a:cubicBezTo>
                      <a:pt x="1736299" y="2161631"/>
                      <a:pt x="1562472" y="2334604"/>
                      <a:pt x="1394311" y="2501912"/>
                    </a:cubicBezTo>
                    <a:cubicBezTo>
                      <a:pt x="1224184" y="2671186"/>
                      <a:pt x="1048236" y="2846203"/>
                      <a:pt x="873944" y="3024038"/>
                    </a:cubicBezTo>
                    <a:cubicBezTo>
                      <a:pt x="868460" y="3029522"/>
                      <a:pt x="863209" y="3032316"/>
                      <a:pt x="858346" y="3032316"/>
                    </a:cubicBezTo>
                    <a:cubicBezTo>
                      <a:pt x="576421" y="3032316"/>
                      <a:pt x="284873" y="3032316"/>
                      <a:pt x="77" y="3030842"/>
                    </a:cubicBezTo>
                    <a:lnTo>
                      <a:pt x="0" y="3046414"/>
                    </a:lnTo>
                    <a:cubicBezTo>
                      <a:pt x="284848" y="3047888"/>
                      <a:pt x="576395" y="3047888"/>
                      <a:pt x="858346" y="3047888"/>
                    </a:cubicBezTo>
                    <a:cubicBezTo>
                      <a:pt x="867503" y="3047888"/>
                      <a:pt x="876453" y="3043568"/>
                      <a:pt x="885015" y="3035006"/>
                    </a:cubicBezTo>
                    <a:cubicBezTo>
                      <a:pt x="1059307" y="2857170"/>
                      <a:pt x="1235203" y="2682180"/>
                      <a:pt x="1405304" y="2512958"/>
                    </a:cubicBezTo>
                    <a:cubicBezTo>
                      <a:pt x="1574242" y="2344899"/>
                      <a:pt x="1748896" y="2171099"/>
                      <a:pt x="1919412" y="1997091"/>
                    </a:cubicBezTo>
                    <a:lnTo>
                      <a:pt x="1921637" y="1994815"/>
                    </a:lnTo>
                    <a:lnTo>
                      <a:pt x="1921637" y="886515"/>
                    </a:lnTo>
                    <a:cubicBezTo>
                      <a:pt x="2047557" y="757128"/>
                      <a:pt x="2169883" y="634803"/>
                      <a:pt x="2299347" y="505364"/>
                    </a:cubicBezTo>
                    <a:cubicBezTo>
                      <a:pt x="2382355" y="422357"/>
                      <a:pt x="2465052" y="340384"/>
                      <a:pt x="2545058" y="261102"/>
                    </a:cubicBezTo>
                    <a:cubicBezTo>
                      <a:pt x="2623746" y="183113"/>
                      <a:pt x="2704632" y="102925"/>
                      <a:pt x="2785518" y="22065"/>
                    </a:cubicBezTo>
                    <a:lnTo>
                      <a:pt x="2785518" y="2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3" name="Google Shape;243;p18"/>
              <p:cNvSpPr/>
              <p:nvPr/>
            </p:nvSpPr>
            <p:spPr>
              <a:xfrm>
                <a:off x="5282153" y="86149"/>
                <a:ext cx="1054185" cy="2104413"/>
              </a:xfrm>
              <a:custGeom>
                <a:rect b="b" l="l" r="r" t="t"/>
                <a:pathLst>
                  <a:path extrusionOk="0" h="2104413" w="1054185">
                    <a:moveTo>
                      <a:pt x="1138" y="2104413"/>
                    </a:moveTo>
                    <a:cubicBezTo>
                      <a:pt x="0" y="1752466"/>
                      <a:pt x="0" y="1392940"/>
                      <a:pt x="0" y="1045261"/>
                    </a:cubicBezTo>
                    <a:lnTo>
                      <a:pt x="0" y="1042002"/>
                    </a:lnTo>
                    <a:lnTo>
                      <a:pt x="2302" y="1039726"/>
                    </a:lnTo>
                    <a:cubicBezTo>
                      <a:pt x="332961" y="712430"/>
                      <a:pt x="673397" y="372330"/>
                      <a:pt x="1043140" y="0"/>
                    </a:cubicBezTo>
                    <a:lnTo>
                      <a:pt x="1054186" y="10968"/>
                    </a:lnTo>
                    <a:cubicBezTo>
                      <a:pt x="685295" y="382470"/>
                      <a:pt x="345532" y="721872"/>
                      <a:pt x="15572" y="1048495"/>
                    </a:cubicBezTo>
                    <a:cubicBezTo>
                      <a:pt x="15572" y="1395165"/>
                      <a:pt x="15572" y="1753527"/>
                      <a:pt x="16710" y="2104362"/>
                    </a:cubicBezTo>
                    <a:lnTo>
                      <a:pt x="1138" y="2104413"/>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4" name="Google Shape;244;p18"/>
              <p:cNvSpPr/>
              <p:nvPr/>
            </p:nvSpPr>
            <p:spPr>
              <a:xfrm>
                <a:off x="7064884" y="3942460"/>
                <a:ext cx="2080279" cy="15571"/>
              </a:xfrm>
              <a:custGeom>
                <a:rect b="b" l="l" r="r" t="t"/>
                <a:pathLst>
                  <a:path extrusionOk="0" h="15571" w="2080279">
                    <a:moveTo>
                      <a:pt x="0" y="0"/>
                    </a:moveTo>
                    <a:lnTo>
                      <a:pt x="2080279" y="0"/>
                    </a:lnTo>
                    <a:lnTo>
                      <a:pt x="2080279" y="15572"/>
                    </a:lnTo>
                    <a:lnTo>
                      <a:pt x="0" y="15572"/>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5" name="Google Shape;245;p18"/>
              <p:cNvSpPr/>
              <p:nvPr/>
            </p:nvSpPr>
            <p:spPr>
              <a:xfrm>
                <a:off x="5512422" y="89460"/>
                <a:ext cx="2443142" cy="2624858"/>
              </a:xfrm>
              <a:custGeom>
                <a:rect b="b" l="l" r="r" t="t"/>
                <a:pathLst>
                  <a:path extrusionOk="0" h="2624858" w="2443142">
                    <a:moveTo>
                      <a:pt x="723967" y="2624806"/>
                    </a:moveTo>
                    <a:cubicBezTo>
                      <a:pt x="577792" y="2620565"/>
                      <a:pt x="430505" y="2621444"/>
                      <a:pt x="288081" y="2622297"/>
                    </a:cubicBezTo>
                    <a:cubicBezTo>
                      <a:pt x="193796" y="2622866"/>
                      <a:pt x="96329" y="2623436"/>
                      <a:pt x="0" y="2622530"/>
                    </a:cubicBezTo>
                    <a:lnTo>
                      <a:pt x="52" y="2616296"/>
                    </a:lnTo>
                    <a:cubicBezTo>
                      <a:pt x="96329" y="2617202"/>
                      <a:pt x="193796" y="2616607"/>
                      <a:pt x="288055" y="2616064"/>
                    </a:cubicBezTo>
                    <a:cubicBezTo>
                      <a:pt x="430531" y="2615210"/>
                      <a:pt x="577895" y="2614330"/>
                      <a:pt x="724070" y="2618573"/>
                    </a:cubicBezTo>
                    <a:cubicBezTo>
                      <a:pt x="729735" y="2618573"/>
                      <a:pt x="736228" y="2612054"/>
                      <a:pt x="739357" y="2608924"/>
                    </a:cubicBezTo>
                    <a:cubicBezTo>
                      <a:pt x="1224364" y="2120399"/>
                      <a:pt x="1692481" y="1652283"/>
                      <a:pt x="2170452" y="1177830"/>
                    </a:cubicBezTo>
                    <a:cubicBezTo>
                      <a:pt x="2176738" y="996812"/>
                      <a:pt x="2175444" y="811268"/>
                      <a:pt x="2174203" y="631777"/>
                    </a:cubicBezTo>
                    <a:cubicBezTo>
                      <a:pt x="2173375" y="511391"/>
                      <a:pt x="2172521" y="386919"/>
                      <a:pt x="2173918" y="264361"/>
                    </a:cubicBezTo>
                    <a:lnTo>
                      <a:pt x="2173918" y="263016"/>
                    </a:lnTo>
                    <a:cubicBezTo>
                      <a:pt x="2173918" y="263016"/>
                      <a:pt x="2174927" y="262111"/>
                      <a:pt x="2174927" y="262111"/>
                    </a:cubicBezTo>
                    <a:cubicBezTo>
                      <a:pt x="2218642" y="221758"/>
                      <a:pt x="2260624" y="178276"/>
                      <a:pt x="2301236" y="136242"/>
                    </a:cubicBezTo>
                    <a:cubicBezTo>
                      <a:pt x="2345417" y="90483"/>
                      <a:pt x="2391124" y="43172"/>
                      <a:pt x="2438978" y="0"/>
                    </a:cubicBezTo>
                    <a:lnTo>
                      <a:pt x="2443142" y="4630"/>
                    </a:lnTo>
                    <a:cubicBezTo>
                      <a:pt x="2395469" y="47647"/>
                      <a:pt x="2349840" y="94880"/>
                      <a:pt x="2305710" y="140587"/>
                    </a:cubicBezTo>
                    <a:cubicBezTo>
                      <a:pt x="2265358" y="182363"/>
                      <a:pt x="2223634" y="225561"/>
                      <a:pt x="2180152" y="265784"/>
                    </a:cubicBezTo>
                    <a:cubicBezTo>
                      <a:pt x="2178755" y="387850"/>
                      <a:pt x="2179609" y="511831"/>
                      <a:pt x="2180462" y="631751"/>
                    </a:cubicBezTo>
                    <a:cubicBezTo>
                      <a:pt x="2181704" y="811708"/>
                      <a:pt x="2182997" y="997769"/>
                      <a:pt x="2176660" y="1179304"/>
                    </a:cubicBezTo>
                    <a:lnTo>
                      <a:pt x="2176608" y="1180546"/>
                    </a:lnTo>
                    <a:lnTo>
                      <a:pt x="2175729" y="1181426"/>
                    </a:lnTo>
                    <a:cubicBezTo>
                      <a:pt x="1697473" y="1656163"/>
                      <a:pt x="1229072" y="2124564"/>
                      <a:pt x="743781" y="2613373"/>
                    </a:cubicBezTo>
                    <a:cubicBezTo>
                      <a:pt x="740056" y="2617098"/>
                      <a:pt x="732296" y="2624858"/>
                      <a:pt x="723967" y="2624858"/>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nvGrpSpPr>
              <p:cNvPr id="246" name="Google Shape;246;p18"/>
              <p:cNvGrpSpPr/>
              <p:nvPr/>
            </p:nvGrpSpPr>
            <p:grpSpPr>
              <a:xfrm>
                <a:off x="7409097" y="888028"/>
                <a:ext cx="1736066" cy="2681609"/>
                <a:chOff x="7409097" y="888028"/>
                <a:chExt cx="1736066" cy="2681609"/>
              </a:xfrm>
            </p:grpSpPr>
            <p:sp>
              <p:nvSpPr>
                <p:cNvPr id="247" name="Google Shape;247;p18"/>
                <p:cNvSpPr/>
                <p:nvPr/>
              </p:nvSpPr>
              <p:spPr>
                <a:xfrm>
                  <a:off x="8809694" y="888028"/>
                  <a:ext cx="335469" cy="339841"/>
                </a:xfrm>
                <a:custGeom>
                  <a:rect b="b" l="l" r="r" t="t"/>
                  <a:pathLst>
                    <a:path extrusionOk="0" h="339841" w="335469">
                      <a:moveTo>
                        <a:pt x="335470" y="331046"/>
                      </a:moveTo>
                      <a:lnTo>
                        <a:pt x="4423" y="0"/>
                      </a:lnTo>
                      <a:lnTo>
                        <a:pt x="0" y="4397"/>
                      </a:lnTo>
                      <a:lnTo>
                        <a:pt x="335470" y="339841"/>
                      </a:lnTo>
                      <a:lnTo>
                        <a:pt x="335470" y="331046"/>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48" name="Google Shape;248;p18"/>
                <p:cNvSpPr/>
                <p:nvPr/>
              </p:nvSpPr>
              <p:spPr>
                <a:xfrm>
                  <a:off x="7409097" y="2404250"/>
                  <a:ext cx="1736066" cy="1165387"/>
                </a:xfrm>
                <a:custGeom>
                  <a:rect b="b" l="l" r="r" t="t"/>
                  <a:pathLst>
                    <a:path extrusionOk="0" h="1165387" w="1736066">
                      <a:moveTo>
                        <a:pt x="1736066" y="0"/>
                      </a:moveTo>
                      <a:lnTo>
                        <a:pt x="1163034" y="573007"/>
                      </a:lnTo>
                      <a:lnTo>
                        <a:pt x="587984" y="573007"/>
                      </a:lnTo>
                      <a:lnTo>
                        <a:pt x="0" y="1160991"/>
                      </a:lnTo>
                      <a:lnTo>
                        <a:pt x="4397" y="1165388"/>
                      </a:lnTo>
                      <a:lnTo>
                        <a:pt x="590571" y="579241"/>
                      </a:lnTo>
                      <a:lnTo>
                        <a:pt x="1165620" y="579241"/>
                      </a:lnTo>
                      <a:lnTo>
                        <a:pt x="1736066" y="8795"/>
                      </a:lnTo>
                      <a:lnTo>
                        <a:pt x="1736066"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sp>
            <p:nvSpPr>
              <p:cNvPr id="249" name="Google Shape;249;p18"/>
              <p:cNvSpPr/>
              <p:nvPr/>
            </p:nvSpPr>
            <p:spPr>
              <a:xfrm>
                <a:off x="6625429" y="89745"/>
                <a:ext cx="1576828" cy="2822611"/>
              </a:xfrm>
              <a:custGeom>
                <a:rect b="b" l="l" r="r" t="t"/>
                <a:pathLst>
                  <a:path extrusionOk="0" h="2822611" w="1576828">
                    <a:moveTo>
                      <a:pt x="4397" y="2822612"/>
                    </a:moveTo>
                    <a:lnTo>
                      <a:pt x="0" y="2818189"/>
                    </a:lnTo>
                    <a:cubicBezTo>
                      <a:pt x="28686" y="2789735"/>
                      <a:pt x="57916" y="2760945"/>
                      <a:pt x="86189" y="2733086"/>
                    </a:cubicBezTo>
                    <a:cubicBezTo>
                      <a:pt x="161436" y="2658977"/>
                      <a:pt x="239244" y="2582333"/>
                      <a:pt x="315888" y="2503128"/>
                    </a:cubicBezTo>
                    <a:cubicBezTo>
                      <a:pt x="319044" y="2499972"/>
                      <a:pt x="325562" y="2493454"/>
                      <a:pt x="325562" y="2487711"/>
                    </a:cubicBezTo>
                    <a:lnTo>
                      <a:pt x="325562" y="2162744"/>
                    </a:lnTo>
                    <a:lnTo>
                      <a:pt x="326468" y="2161838"/>
                    </a:lnTo>
                    <a:cubicBezTo>
                      <a:pt x="426340" y="2061966"/>
                      <a:pt x="527015" y="1961705"/>
                      <a:pt x="624378" y="1864729"/>
                    </a:cubicBezTo>
                    <a:cubicBezTo>
                      <a:pt x="818174" y="1671684"/>
                      <a:pt x="1018593" y="1472068"/>
                      <a:pt x="1220123" y="1268184"/>
                    </a:cubicBezTo>
                    <a:cubicBezTo>
                      <a:pt x="1226537" y="1261769"/>
                      <a:pt x="1229771" y="1255405"/>
                      <a:pt x="1229771" y="1249275"/>
                    </a:cubicBezTo>
                    <a:cubicBezTo>
                      <a:pt x="1225735" y="1078397"/>
                      <a:pt x="1226330" y="903510"/>
                      <a:pt x="1226899" y="734391"/>
                    </a:cubicBezTo>
                    <a:cubicBezTo>
                      <a:pt x="1227314" y="607720"/>
                      <a:pt x="1227753" y="476730"/>
                      <a:pt x="1226253" y="348610"/>
                    </a:cubicBezTo>
                    <a:lnTo>
                      <a:pt x="1226253" y="347317"/>
                    </a:lnTo>
                    <a:cubicBezTo>
                      <a:pt x="1226253" y="347317"/>
                      <a:pt x="1227132" y="346386"/>
                      <a:pt x="1227132" y="346386"/>
                    </a:cubicBezTo>
                    <a:cubicBezTo>
                      <a:pt x="1294826" y="276570"/>
                      <a:pt x="1365262" y="206574"/>
                      <a:pt x="1433370" y="138906"/>
                    </a:cubicBezTo>
                    <a:cubicBezTo>
                      <a:pt x="1478871" y="93690"/>
                      <a:pt x="1525923" y="46923"/>
                      <a:pt x="1572406" y="0"/>
                    </a:cubicBezTo>
                    <a:lnTo>
                      <a:pt x="1576829" y="4397"/>
                    </a:lnTo>
                    <a:cubicBezTo>
                      <a:pt x="1530346" y="51346"/>
                      <a:pt x="1483268" y="98114"/>
                      <a:pt x="1437768" y="143329"/>
                    </a:cubicBezTo>
                    <a:cubicBezTo>
                      <a:pt x="1369970" y="210687"/>
                      <a:pt x="1299897" y="280347"/>
                      <a:pt x="1232513" y="349826"/>
                    </a:cubicBezTo>
                    <a:cubicBezTo>
                      <a:pt x="1234013" y="477583"/>
                      <a:pt x="1233573" y="608160"/>
                      <a:pt x="1233134" y="734417"/>
                    </a:cubicBezTo>
                    <a:cubicBezTo>
                      <a:pt x="1232565" y="903484"/>
                      <a:pt x="1231996" y="1078345"/>
                      <a:pt x="1236005" y="1249197"/>
                    </a:cubicBezTo>
                    <a:cubicBezTo>
                      <a:pt x="1236005" y="1257138"/>
                      <a:pt x="1232150" y="1264976"/>
                      <a:pt x="1224546" y="1272581"/>
                    </a:cubicBezTo>
                    <a:cubicBezTo>
                      <a:pt x="1023016" y="1476465"/>
                      <a:pt x="822598" y="1676081"/>
                      <a:pt x="628776" y="1869127"/>
                    </a:cubicBezTo>
                    <a:cubicBezTo>
                      <a:pt x="531723" y="1965792"/>
                      <a:pt x="431359" y="2065768"/>
                      <a:pt x="331797" y="2165330"/>
                    </a:cubicBezTo>
                    <a:lnTo>
                      <a:pt x="331797" y="2487737"/>
                    </a:lnTo>
                    <a:cubicBezTo>
                      <a:pt x="331797" y="2496066"/>
                      <a:pt x="324062" y="2503801"/>
                      <a:pt x="320337" y="2507525"/>
                    </a:cubicBezTo>
                    <a:cubicBezTo>
                      <a:pt x="243667" y="2586756"/>
                      <a:pt x="165833" y="2663400"/>
                      <a:pt x="90561" y="2737535"/>
                    </a:cubicBezTo>
                    <a:cubicBezTo>
                      <a:pt x="62287" y="2765368"/>
                      <a:pt x="33058" y="2794184"/>
                      <a:pt x="4371" y="282261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sp>
          <p:nvSpPr>
            <p:cNvPr id="250" name="Google Shape;250;p18"/>
            <p:cNvSpPr/>
            <p:nvPr/>
          </p:nvSpPr>
          <p:spPr>
            <a:xfrm>
              <a:off x="5232915" y="2132375"/>
              <a:ext cx="116323" cy="116324"/>
            </a:xfrm>
            <a:custGeom>
              <a:rect b="b" l="l" r="r" t="t"/>
              <a:pathLst>
                <a:path extrusionOk="0" h="116324" w="116323">
                  <a:moveTo>
                    <a:pt x="17033" y="17034"/>
                  </a:moveTo>
                  <a:cubicBezTo>
                    <a:pt x="39745" y="-5678"/>
                    <a:pt x="76580" y="-5678"/>
                    <a:pt x="99290" y="17034"/>
                  </a:cubicBezTo>
                  <a:cubicBezTo>
                    <a:pt x="122002" y="39745"/>
                    <a:pt x="122002" y="76579"/>
                    <a:pt x="99290" y="99291"/>
                  </a:cubicBezTo>
                  <a:cubicBezTo>
                    <a:pt x="76580" y="122002"/>
                    <a:pt x="39745" y="122002"/>
                    <a:pt x="17033" y="99291"/>
                  </a:cubicBezTo>
                  <a:cubicBezTo>
                    <a:pt x="-5678" y="76579"/>
                    <a:pt x="-5678" y="39745"/>
                    <a:pt x="17033"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1" name="Google Shape;251;p18"/>
            <p:cNvSpPr/>
            <p:nvPr/>
          </p:nvSpPr>
          <p:spPr>
            <a:xfrm>
              <a:off x="6301535" y="3108907"/>
              <a:ext cx="116324" cy="116324"/>
            </a:xfrm>
            <a:custGeom>
              <a:rect b="b" l="l" r="r" t="t"/>
              <a:pathLst>
                <a:path extrusionOk="0" h="116324" w="116324">
                  <a:moveTo>
                    <a:pt x="17034" y="17033"/>
                  </a:moveTo>
                  <a:cubicBezTo>
                    <a:pt x="39745" y="-5678"/>
                    <a:pt x="76579" y="-5678"/>
                    <a:pt x="99291" y="17033"/>
                  </a:cubicBezTo>
                  <a:cubicBezTo>
                    <a:pt x="122002" y="39745"/>
                    <a:pt x="122002" y="76579"/>
                    <a:pt x="99291" y="99291"/>
                  </a:cubicBezTo>
                  <a:cubicBezTo>
                    <a:pt x="76579" y="122002"/>
                    <a:pt x="39745" y="122002"/>
                    <a:pt x="17034" y="99291"/>
                  </a:cubicBezTo>
                  <a:cubicBezTo>
                    <a:pt x="-5678" y="76579"/>
                    <a:pt x="-5678" y="39745"/>
                    <a:pt x="17034" y="17033"/>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2" name="Google Shape;252;p18"/>
            <p:cNvSpPr/>
            <p:nvPr/>
          </p:nvSpPr>
          <p:spPr>
            <a:xfrm>
              <a:off x="6180218" y="3635612"/>
              <a:ext cx="116323" cy="116324"/>
            </a:xfrm>
            <a:custGeom>
              <a:rect b="b" l="l" r="r" t="t"/>
              <a:pathLst>
                <a:path extrusionOk="0" h="116324" w="116323">
                  <a:moveTo>
                    <a:pt x="17034" y="17033"/>
                  </a:moveTo>
                  <a:cubicBezTo>
                    <a:pt x="39745" y="-5678"/>
                    <a:pt x="76579" y="-5678"/>
                    <a:pt x="99291" y="17033"/>
                  </a:cubicBezTo>
                  <a:cubicBezTo>
                    <a:pt x="122002" y="39745"/>
                    <a:pt x="122002" y="76579"/>
                    <a:pt x="99291" y="99291"/>
                  </a:cubicBezTo>
                  <a:cubicBezTo>
                    <a:pt x="76579" y="122002"/>
                    <a:pt x="39745" y="122002"/>
                    <a:pt x="17034" y="99291"/>
                  </a:cubicBezTo>
                  <a:cubicBezTo>
                    <a:pt x="-5678" y="76579"/>
                    <a:pt x="-5678" y="39745"/>
                    <a:pt x="17034" y="17033"/>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3" name="Google Shape;253;p18"/>
            <p:cNvSpPr/>
            <p:nvPr/>
          </p:nvSpPr>
          <p:spPr>
            <a:xfrm>
              <a:off x="7006722" y="3892084"/>
              <a:ext cx="116323" cy="116324"/>
            </a:xfrm>
            <a:custGeom>
              <a:rect b="b" l="l" r="r" t="t"/>
              <a:pathLst>
                <a:path extrusionOk="0" h="116324" w="116323">
                  <a:moveTo>
                    <a:pt x="17034" y="17034"/>
                  </a:moveTo>
                  <a:cubicBezTo>
                    <a:pt x="39745" y="-5678"/>
                    <a:pt x="76579" y="-5678"/>
                    <a:pt x="99290" y="17034"/>
                  </a:cubicBezTo>
                  <a:cubicBezTo>
                    <a:pt x="122002" y="39745"/>
                    <a:pt x="122002" y="76579"/>
                    <a:pt x="99290"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4" name="Google Shape;254;p18"/>
            <p:cNvSpPr/>
            <p:nvPr/>
          </p:nvSpPr>
          <p:spPr>
            <a:xfrm>
              <a:off x="8879470" y="4471221"/>
              <a:ext cx="116323" cy="116324"/>
            </a:xfrm>
            <a:custGeom>
              <a:rect b="b" l="l" r="r" t="t"/>
              <a:pathLst>
                <a:path extrusionOk="0" h="116324" w="116323">
                  <a:moveTo>
                    <a:pt x="17034" y="17034"/>
                  </a:moveTo>
                  <a:cubicBezTo>
                    <a:pt x="39745" y="-5678"/>
                    <a:pt x="76579" y="-5678"/>
                    <a:pt x="99291" y="17034"/>
                  </a:cubicBezTo>
                  <a:cubicBezTo>
                    <a:pt x="122002" y="39745"/>
                    <a:pt x="122002" y="76579"/>
                    <a:pt x="99291" y="99291"/>
                  </a:cubicBezTo>
                  <a:cubicBezTo>
                    <a:pt x="76579" y="122002"/>
                    <a:pt x="39745" y="122002"/>
                    <a:pt x="17034" y="99291"/>
                  </a:cubicBezTo>
                  <a:cubicBezTo>
                    <a:pt x="-5678" y="76579"/>
                    <a:pt x="-5678" y="39745"/>
                    <a:pt x="17034" y="17034"/>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5" name="Google Shape;255;p18"/>
            <p:cNvSpPr/>
            <p:nvPr/>
          </p:nvSpPr>
          <p:spPr>
            <a:xfrm rot="-1902086">
              <a:off x="8775428" y="853601"/>
              <a:ext cx="72514" cy="72514"/>
            </a:xfrm>
            <a:custGeom>
              <a:rect b="b" l="l" r="r" t="t"/>
              <a:pathLst>
                <a:path extrusionOk="0" h="72582" w="72582">
                  <a:moveTo>
                    <a:pt x="72583" y="36291"/>
                  </a:moveTo>
                  <a:cubicBezTo>
                    <a:pt x="72583" y="56335"/>
                    <a:pt x="56334" y="72583"/>
                    <a:pt x="36291" y="72583"/>
                  </a:cubicBezTo>
                  <a:cubicBezTo>
                    <a:pt x="16248" y="72583"/>
                    <a:pt x="0" y="56335"/>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6" name="Google Shape;256;p18"/>
            <p:cNvSpPr/>
            <p:nvPr/>
          </p:nvSpPr>
          <p:spPr>
            <a:xfrm rot="-2700000">
              <a:off x="7375016" y="3531119"/>
              <a:ext cx="72622" cy="72622"/>
            </a:xfrm>
            <a:custGeom>
              <a:rect b="b" l="l" r="r" t="t"/>
              <a:pathLst>
                <a:path extrusionOk="0" h="72582" w="72582">
                  <a:moveTo>
                    <a:pt x="72583" y="36292"/>
                  </a:moveTo>
                  <a:cubicBezTo>
                    <a:pt x="72583" y="56335"/>
                    <a:pt x="56334" y="72583"/>
                    <a:pt x="36291" y="72583"/>
                  </a:cubicBezTo>
                  <a:cubicBezTo>
                    <a:pt x="16248" y="72583"/>
                    <a:pt x="0" y="56335"/>
                    <a:pt x="0" y="36292"/>
                  </a:cubicBezTo>
                  <a:cubicBezTo>
                    <a:pt x="0" y="16248"/>
                    <a:pt x="16248" y="0"/>
                    <a:pt x="36291" y="0"/>
                  </a:cubicBezTo>
                  <a:cubicBezTo>
                    <a:pt x="56334" y="0"/>
                    <a:pt x="72583" y="16248"/>
                    <a:pt x="72583" y="3629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7" name="Google Shape;257;p18"/>
            <p:cNvSpPr/>
            <p:nvPr/>
          </p:nvSpPr>
          <p:spPr>
            <a:xfrm rot="-1902086">
              <a:off x="6580823" y="2884005"/>
              <a:ext cx="72514" cy="72514"/>
            </a:xfrm>
            <a:custGeom>
              <a:rect b="b" l="l" r="r" t="t"/>
              <a:pathLst>
                <a:path extrusionOk="0" h="72582" w="72582">
                  <a:moveTo>
                    <a:pt x="72583" y="36291"/>
                  </a:moveTo>
                  <a:cubicBezTo>
                    <a:pt x="72583" y="56334"/>
                    <a:pt x="56334" y="72583"/>
                    <a:pt x="36291" y="72583"/>
                  </a:cubicBezTo>
                  <a:cubicBezTo>
                    <a:pt x="16248" y="72583"/>
                    <a:pt x="0" y="56334"/>
                    <a:pt x="0" y="36291"/>
                  </a:cubicBezTo>
                  <a:cubicBezTo>
                    <a:pt x="0" y="16248"/>
                    <a:pt x="16248" y="0"/>
                    <a:pt x="36291" y="0"/>
                  </a:cubicBezTo>
                  <a:cubicBezTo>
                    <a:pt x="56334"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8" name="Google Shape;258;p18"/>
            <p:cNvSpPr/>
            <p:nvPr/>
          </p:nvSpPr>
          <p:spPr>
            <a:xfrm>
              <a:off x="5476906" y="2673371"/>
              <a:ext cx="72583" cy="72582"/>
            </a:xfrm>
            <a:custGeom>
              <a:rect b="b" l="l" r="r" t="t"/>
              <a:pathLst>
                <a:path extrusionOk="0" h="72582" w="72583">
                  <a:moveTo>
                    <a:pt x="10631" y="10631"/>
                  </a:moveTo>
                  <a:cubicBezTo>
                    <a:pt x="24806" y="-3544"/>
                    <a:pt x="47777" y="-3544"/>
                    <a:pt x="61952" y="10631"/>
                  </a:cubicBezTo>
                  <a:cubicBezTo>
                    <a:pt x="76127" y="24806"/>
                    <a:pt x="76127" y="47776"/>
                    <a:pt x="61952" y="61951"/>
                  </a:cubicBezTo>
                  <a:cubicBezTo>
                    <a:pt x="47777" y="76127"/>
                    <a:pt x="24806"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59" name="Google Shape;259;p18"/>
            <p:cNvSpPr/>
            <p:nvPr/>
          </p:nvSpPr>
          <p:spPr>
            <a:xfrm>
              <a:off x="7903338" y="3491856"/>
              <a:ext cx="72583" cy="72582"/>
            </a:xfrm>
            <a:custGeom>
              <a:rect b="b" l="l" r="r" t="t"/>
              <a:pathLst>
                <a:path extrusionOk="0" h="72582" w="72583">
                  <a:moveTo>
                    <a:pt x="10631" y="10631"/>
                  </a:moveTo>
                  <a:cubicBezTo>
                    <a:pt x="24806" y="-3544"/>
                    <a:pt x="47777" y="-3544"/>
                    <a:pt x="61952" y="10631"/>
                  </a:cubicBezTo>
                  <a:cubicBezTo>
                    <a:pt x="76127" y="24806"/>
                    <a:pt x="76127" y="47776"/>
                    <a:pt x="61952" y="61951"/>
                  </a:cubicBezTo>
                  <a:cubicBezTo>
                    <a:pt x="47777" y="76127"/>
                    <a:pt x="24806" y="76127"/>
                    <a:pt x="10631" y="61951"/>
                  </a:cubicBezTo>
                  <a:cubicBezTo>
                    <a:pt x="-3544" y="47776"/>
                    <a:pt x="-3544" y="24806"/>
                    <a:pt x="10631" y="1063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260" name="Google Shape;260;p18"/>
          <p:cNvGrpSpPr/>
          <p:nvPr/>
        </p:nvGrpSpPr>
        <p:grpSpPr>
          <a:xfrm>
            <a:off x="-8" y="3375684"/>
            <a:ext cx="3181355" cy="1767821"/>
            <a:chOff x="0" y="4495976"/>
            <a:chExt cx="4241806" cy="2357095"/>
          </a:xfrm>
        </p:grpSpPr>
        <p:grpSp>
          <p:nvGrpSpPr>
            <p:cNvPr id="261" name="Google Shape;261;p18"/>
            <p:cNvGrpSpPr/>
            <p:nvPr/>
          </p:nvGrpSpPr>
          <p:grpSpPr>
            <a:xfrm>
              <a:off x="0" y="4548628"/>
              <a:ext cx="3978247" cy="2304443"/>
              <a:chOff x="0" y="4548628"/>
              <a:chExt cx="3978247" cy="2304443"/>
            </a:xfrm>
          </p:grpSpPr>
          <p:sp>
            <p:nvSpPr>
              <p:cNvPr id="262" name="Google Shape;262;p18"/>
              <p:cNvSpPr/>
              <p:nvPr/>
            </p:nvSpPr>
            <p:spPr>
              <a:xfrm>
                <a:off x="547501" y="4548628"/>
                <a:ext cx="2710271" cy="846602"/>
              </a:xfrm>
              <a:custGeom>
                <a:rect b="b" l="l" r="r" t="t"/>
                <a:pathLst>
                  <a:path extrusionOk="0" h="846602" w="2710271">
                    <a:moveTo>
                      <a:pt x="2699252" y="846602"/>
                    </a:moveTo>
                    <a:lnTo>
                      <a:pt x="2134652" y="282028"/>
                    </a:lnTo>
                    <a:lnTo>
                      <a:pt x="271009" y="282028"/>
                    </a:lnTo>
                    <a:lnTo>
                      <a:pt x="0" y="11019"/>
                    </a:lnTo>
                    <a:lnTo>
                      <a:pt x="11019" y="0"/>
                    </a:lnTo>
                    <a:lnTo>
                      <a:pt x="277450" y="266431"/>
                    </a:lnTo>
                    <a:lnTo>
                      <a:pt x="2141119" y="266431"/>
                    </a:lnTo>
                    <a:lnTo>
                      <a:pt x="2710272" y="835609"/>
                    </a:lnTo>
                    <a:lnTo>
                      <a:pt x="2699252" y="846602"/>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3" name="Google Shape;263;p18"/>
              <p:cNvSpPr/>
              <p:nvPr/>
            </p:nvSpPr>
            <p:spPr>
              <a:xfrm>
                <a:off x="1313994" y="5907735"/>
                <a:ext cx="1817004" cy="945336"/>
              </a:xfrm>
              <a:custGeom>
                <a:rect b="b" l="l" r="r" t="t"/>
                <a:pathLst>
                  <a:path extrusionOk="0" h="945336" w="1817004">
                    <a:moveTo>
                      <a:pt x="21780" y="945337"/>
                    </a:moveTo>
                    <a:cubicBezTo>
                      <a:pt x="79826" y="886489"/>
                      <a:pt x="138466" y="827849"/>
                      <a:pt x="199150" y="767165"/>
                    </a:cubicBezTo>
                    <a:cubicBezTo>
                      <a:pt x="243176" y="724898"/>
                      <a:pt x="286141" y="682838"/>
                      <a:pt x="327684" y="642175"/>
                    </a:cubicBezTo>
                    <a:cubicBezTo>
                      <a:pt x="369174" y="601564"/>
                      <a:pt x="412062" y="559556"/>
                      <a:pt x="456114" y="517263"/>
                    </a:cubicBezTo>
                    <a:cubicBezTo>
                      <a:pt x="625388" y="347989"/>
                      <a:pt x="785323" y="188079"/>
                      <a:pt x="946579" y="19865"/>
                    </a:cubicBezTo>
                    <a:cubicBezTo>
                      <a:pt x="1165517" y="14640"/>
                      <a:pt x="1386862" y="15365"/>
                      <a:pt x="1600989" y="16037"/>
                    </a:cubicBezTo>
                    <a:cubicBezTo>
                      <a:pt x="1671658" y="16270"/>
                      <a:pt x="1744758" y="16503"/>
                      <a:pt x="1817005" y="16503"/>
                    </a:cubicBezTo>
                    <a:lnTo>
                      <a:pt x="1817005" y="931"/>
                    </a:lnTo>
                    <a:cubicBezTo>
                      <a:pt x="1744784" y="931"/>
                      <a:pt x="1671709" y="672"/>
                      <a:pt x="1601041" y="465"/>
                    </a:cubicBezTo>
                    <a:cubicBezTo>
                      <a:pt x="1385801" y="-208"/>
                      <a:pt x="1163215" y="-932"/>
                      <a:pt x="943009" y="4371"/>
                    </a:cubicBezTo>
                    <a:lnTo>
                      <a:pt x="939801" y="4449"/>
                    </a:lnTo>
                    <a:lnTo>
                      <a:pt x="937577" y="6776"/>
                    </a:lnTo>
                    <a:cubicBezTo>
                      <a:pt x="775675" y="175714"/>
                      <a:pt x="615118" y="336271"/>
                      <a:pt x="445249" y="506140"/>
                    </a:cubicBezTo>
                    <a:cubicBezTo>
                      <a:pt x="401250" y="548381"/>
                      <a:pt x="358336" y="590415"/>
                      <a:pt x="316820" y="631052"/>
                    </a:cubicBezTo>
                    <a:cubicBezTo>
                      <a:pt x="275303" y="671689"/>
                      <a:pt x="232364" y="713749"/>
                      <a:pt x="188416" y="755938"/>
                    </a:cubicBezTo>
                    <a:lnTo>
                      <a:pt x="188209" y="756145"/>
                    </a:lnTo>
                    <a:cubicBezTo>
                      <a:pt x="123748" y="820606"/>
                      <a:pt x="61615" y="882764"/>
                      <a:pt x="0" y="945337"/>
                    </a:cubicBezTo>
                    <a:lnTo>
                      <a:pt x="21858" y="945337"/>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4" name="Google Shape;264;p18"/>
              <p:cNvSpPr/>
              <p:nvPr/>
            </p:nvSpPr>
            <p:spPr>
              <a:xfrm>
                <a:off x="0" y="5123989"/>
                <a:ext cx="2425759" cy="347911"/>
              </a:xfrm>
              <a:custGeom>
                <a:rect b="b" l="l" r="r" t="t"/>
                <a:pathLst>
                  <a:path extrusionOk="0" h="347911" w="2425759">
                    <a:moveTo>
                      <a:pt x="329081" y="0"/>
                    </a:moveTo>
                    <a:lnTo>
                      <a:pt x="325847" y="0"/>
                    </a:lnTo>
                    <a:lnTo>
                      <a:pt x="323571" y="2276"/>
                    </a:lnTo>
                    <a:cubicBezTo>
                      <a:pt x="215110" y="110737"/>
                      <a:pt x="107529" y="218318"/>
                      <a:pt x="0" y="325873"/>
                    </a:cubicBezTo>
                    <a:lnTo>
                      <a:pt x="0" y="347912"/>
                    </a:lnTo>
                    <a:cubicBezTo>
                      <a:pt x="110452" y="237434"/>
                      <a:pt x="220930" y="126981"/>
                      <a:pt x="332314" y="15598"/>
                    </a:cubicBezTo>
                    <a:cubicBezTo>
                      <a:pt x="1017998" y="15598"/>
                      <a:pt x="1726987" y="15598"/>
                      <a:pt x="2425760" y="17098"/>
                    </a:cubicBezTo>
                    <a:lnTo>
                      <a:pt x="2425760" y="1526"/>
                    </a:lnTo>
                    <a:cubicBezTo>
                      <a:pt x="1725875" y="26"/>
                      <a:pt x="1015799" y="26"/>
                      <a:pt x="329081" y="26"/>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5" name="Google Shape;265;p18"/>
              <p:cNvSpPr/>
              <p:nvPr/>
            </p:nvSpPr>
            <p:spPr>
              <a:xfrm>
                <a:off x="2764876" y="6368654"/>
                <a:ext cx="1213371" cy="484416"/>
              </a:xfrm>
              <a:custGeom>
                <a:rect b="b" l="l" r="r" t="t"/>
                <a:pathLst>
                  <a:path extrusionOk="0" h="484416" w="1213371">
                    <a:moveTo>
                      <a:pt x="8821" y="484417"/>
                    </a:moveTo>
                    <a:cubicBezTo>
                      <a:pt x="163842" y="329654"/>
                      <a:pt x="319536" y="172693"/>
                      <a:pt x="471763" y="15137"/>
                    </a:cubicBezTo>
                    <a:cubicBezTo>
                      <a:pt x="632501" y="3729"/>
                      <a:pt x="797326" y="5799"/>
                      <a:pt x="956744" y="7817"/>
                    </a:cubicBezTo>
                    <a:cubicBezTo>
                      <a:pt x="1040968" y="8877"/>
                      <a:pt x="1128062" y="9990"/>
                      <a:pt x="1213371" y="9058"/>
                    </a:cubicBezTo>
                    <a:lnTo>
                      <a:pt x="1213294" y="2824"/>
                    </a:lnTo>
                    <a:cubicBezTo>
                      <a:pt x="1128062" y="3729"/>
                      <a:pt x="1041019" y="2643"/>
                      <a:pt x="956822" y="1583"/>
                    </a:cubicBezTo>
                    <a:cubicBezTo>
                      <a:pt x="796886" y="-435"/>
                      <a:pt x="631492" y="-2530"/>
                      <a:pt x="470134" y="9006"/>
                    </a:cubicBezTo>
                    <a:lnTo>
                      <a:pt x="468944" y="9084"/>
                    </a:lnTo>
                    <a:lnTo>
                      <a:pt x="468116" y="9938"/>
                    </a:lnTo>
                    <a:cubicBezTo>
                      <a:pt x="314233" y="169227"/>
                      <a:pt x="156754" y="327947"/>
                      <a:pt x="0" y="484391"/>
                    </a:cubicBezTo>
                    <a:lnTo>
                      <a:pt x="8821" y="484391"/>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6" name="Google Shape;266;p18"/>
              <p:cNvSpPr/>
              <p:nvPr/>
            </p:nvSpPr>
            <p:spPr>
              <a:xfrm>
                <a:off x="221887" y="5513857"/>
                <a:ext cx="1859659" cy="1339214"/>
              </a:xfrm>
              <a:custGeom>
                <a:rect b="b" l="l" r="r" t="t"/>
                <a:pathLst>
                  <a:path extrusionOk="0" h="1339214" w="1859659">
                    <a:moveTo>
                      <a:pt x="6260" y="1339214"/>
                    </a:moveTo>
                    <a:cubicBezTo>
                      <a:pt x="6803" y="1319504"/>
                      <a:pt x="7450" y="1299793"/>
                      <a:pt x="8226" y="1280109"/>
                    </a:cubicBezTo>
                    <a:cubicBezTo>
                      <a:pt x="18624" y="1271572"/>
                      <a:pt x="26540" y="1261924"/>
                      <a:pt x="34222" y="1252586"/>
                    </a:cubicBezTo>
                    <a:cubicBezTo>
                      <a:pt x="39344" y="1246352"/>
                      <a:pt x="44181" y="1240454"/>
                      <a:pt x="49561" y="1235074"/>
                    </a:cubicBezTo>
                    <a:cubicBezTo>
                      <a:pt x="269172" y="1022550"/>
                      <a:pt x="470418" y="821305"/>
                      <a:pt x="682890" y="601745"/>
                    </a:cubicBezTo>
                    <a:cubicBezTo>
                      <a:pt x="689227" y="595407"/>
                      <a:pt x="698953" y="592096"/>
                      <a:pt x="705317" y="592096"/>
                    </a:cubicBezTo>
                    <a:lnTo>
                      <a:pt x="1273073" y="592096"/>
                    </a:lnTo>
                    <a:lnTo>
                      <a:pt x="1273978" y="591166"/>
                    </a:lnTo>
                    <a:cubicBezTo>
                      <a:pt x="1391000" y="471996"/>
                      <a:pt x="1511360" y="352103"/>
                      <a:pt x="1627761" y="236140"/>
                    </a:cubicBezTo>
                    <a:cubicBezTo>
                      <a:pt x="1703862" y="160324"/>
                      <a:pt x="1782550" y="81947"/>
                      <a:pt x="1859660" y="4397"/>
                    </a:cubicBezTo>
                    <a:lnTo>
                      <a:pt x="1855236" y="0"/>
                    </a:lnTo>
                    <a:cubicBezTo>
                      <a:pt x="1778127" y="77523"/>
                      <a:pt x="1699439" y="155927"/>
                      <a:pt x="1623364" y="231717"/>
                    </a:cubicBezTo>
                    <a:cubicBezTo>
                      <a:pt x="1507273" y="347369"/>
                      <a:pt x="1387224" y="466978"/>
                      <a:pt x="1270434" y="585863"/>
                    </a:cubicBezTo>
                    <a:lnTo>
                      <a:pt x="705291" y="585863"/>
                    </a:lnTo>
                    <a:cubicBezTo>
                      <a:pt x="697893" y="585863"/>
                      <a:pt x="686330" y="589459"/>
                      <a:pt x="678415" y="597373"/>
                    </a:cubicBezTo>
                    <a:cubicBezTo>
                      <a:pt x="465943" y="816907"/>
                      <a:pt x="264749" y="1018127"/>
                      <a:pt x="45138" y="1230651"/>
                    </a:cubicBezTo>
                    <a:cubicBezTo>
                      <a:pt x="39499" y="1236289"/>
                      <a:pt x="34584" y="1242291"/>
                      <a:pt x="29359" y="1248628"/>
                    </a:cubicBezTo>
                    <a:cubicBezTo>
                      <a:pt x="21625" y="1258044"/>
                      <a:pt x="13606" y="1267796"/>
                      <a:pt x="3182" y="1276151"/>
                    </a:cubicBezTo>
                    <a:lnTo>
                      <a:pt x="2069" y="1277030"/>
                    </a:lnTo>
                    <a:lnTo>
                      <a:pt x="2018" y="1278453"/>
                    </a:lnTo>
                    <a:cubicBezTo>
                      <a:pt x="1242" y="1298681"/>
                      <a:pt x="569" y="1318934"/>
                      <a:pt x="0" y="1339214"/>
                    </a:cubicBezTo>
                    <a:lnTo>
                      <a:pt x="6234" y="133921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7" name="Google Shape;267;p18"/>
              <p:cNvSpPr/>
              <p:nvPr/>
            </p:nvSpPr>
            <p:spPr>
              <a:xfrm>
                <a:off x="0" y="5554106"/>
                <a:ext cx="1552876" cy="759223"/>
              </a:xfrm>
              <a:custGeom>
                <a:rect b="b" l="l" r="r" t="t"/>
                <a:pathLst>
                  <a:path extrusionOk="0" h="759223" w="1552876">
                    <a:moveTo>
                      <a:pt x="750403" y="0"/>
                    </a:moveTo>
                    <a:lnTo>
                      <a:pt x="0" y="750403"/>
                    </a:lnTo>
                    <a:lnTo>
                      <a:pt x="0" y="759224"/>
                    </a:lnTo>
                    <a:lnTo>
                      <a:pt x="752990" y="6234"/>
                    </a:lnTo>
                    <a:lnTo>
                      <a:pt x="1552876" y="6234"/>
                    </a:lnTo>
                    <a:lnTo>
                      <a:pt x="1552876" y="0"/>
                    </a:lnTo>
                    <a:lnTo>
                      <a:pt x="750403" y="0"/>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68" name="Google Shape;268;p18"/>
              <p:cNvSpPr/>
              <p:nvPr/>
            </p:nvSpPr>
            <p:spPr>
              <a:xfrm>
                <a:off x="2509155" y="6171242"/>
                <a:ext cx="356137" cy="681829"/>
              </a:xfrm>
              <a:custGeom>
                <a:rect b="b" l="l" r="r" t="t"/>
                <a:pathLst>
                  <a:path extrusionOk="0" h="681829" w="356137">
                    <a:moveTo>
                      <a:pt x="8769" y="681830"/>
                    </a:moveTo>
                    <a:cubicBezTo>
                      <a:pt x="15236" y="675233"/>
                      <a:pt x="21677" y="668663"/>
                      <a:pt x="28143" y="662068"/>
                    </a:cubicBezTo>
                    <a:lnTo>
                      <a:pt x="29023" y="661162"/>
                    </a:lnTo>
                    <a:lnTo>
                      <a:pt x="29023" y="333918"/>
                    </a:lnTo>
                    <a:cubicBezTo>
                      <a:pt x="78351" y="281356"/>
                      <a:pt x="130965" y="230114"/>
                      <a:pt x="181845" y="180552"/>
                    </a:cubicBezTo>
                    <a:cubicBezTo>
                      <a:pt x="239813" y="124085"/>
                      <a:pt x="299773" y="65703"/>
                      <a:pt x="356137" y="4217"/>
                    </a:cubicBezTo>
                    <a:lnTo>
                      <a:pt x="351533" y="0"/>
                    </a:lnTo>
                    <a:cubicBezTo>
                      <a:pt x="295272" y="61357"/>
                      <a:pt x="235390" y="119687"/>
                      <a:pt x="177500" y="176077"/>
                    </a:cubicBezTo>
                    <a:cubicBezTo>
                      <a:pt x="126283" y="225975"/>
                      <a:pt x="73307" y="277554"/>
                      <a:pt x="23617" y="330529"/>
                    </a:cubicBezTo>
                    <a:lnTo>
                      <a:pt x="22763" y="331435"/>
                    </a:lnTo>
                    <a:lnTo>
                      <a:pt x="22763" y="658601"/>
                    </a:lnTo>
                    <a:cubicBezTo>
                      <a:pt x="15158" y="666361"/>
                      <a:pt x="7579" y="674095"/>
                      <a:pt x="0" y="681804"/>
                    </a:cubicBezTo>
                    <a:lnTo>
                      <a:pt x="8717" y="681804"/>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sp>
          <p:nvSpPr>
            <p:cNvPr id="269" name="Google Shape;269;p18"/>
            <p:cNvSpPr/>
            <p:nvPr/>
          </p:nvSpPr>
          <p:spPr>
            <a:xfrm>
              <a:off x="4157325" y="6834796"/>
              <a:ext cx="84481" cy="18275"/>
            </a:xfrm>
            <a:custGeom>
              <a:rect b="b" l="l" r="r" t="t"/>
              <a:pathLst>
                <a:path extrusionOk="0" h="18275" w="84481">
                  <a:moveTo>
                    <a:pt x="84482" y="18275"/>
                  </a:moveTo>
                  <a:cubicBezTo>
                    <a:pt x="84094" y="17861"/>
                    <a:pt x="83758" y="17447"/>
                    <a:pt x="83370" y="17034"/>
                  </a:cubicBezTo>
                  <a:cubicBezTo>
                    <a:pt x="60658" y="-5678"/>
                    <a:pt x="23824" y="-5678"/>
                    <a:pt x="1112" y="17034"/>
                  </a:cubicBezTo>
                  <a:cubicBezTo>
                    <a:pt x="724" y="17421"/>
                    <a:pt x="388" y="17861"/>
                    <a:pt x="0" y="18275"/>
                  </a:cubicBezTo>
                  <a:lnTo>
                    <a:pt x="84482" y="18275"/>
                  </a:ln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0" name="Google Shape;270;p18"/>
            <p:cNvSpPr/>
            <p:nvPr/>
          </p:nvSpPr>
          <p:spPr>
            <a:xfrm>
              <a:off x="3072784" y="5858263"/>
              <a:ext cx="116324" cy="116324"/>
            </a:xfrm>
            <a:custGeom>
              <a:rect b="b" l="l" r="r" t="t"/>
              <a:pathLst>
                <a:path extrusionOk="0" h="116324" w="116324">
                  <a:moveTo>
                    <a:pt x="99291" y="99291"/>
                  </a:moveTo>
                  <a:cubicBezTo>
                    <a:pt x="76579" y="122002"/>
                    <a:pt x="39745" y="122002"/>
                    <a:pt x="17034" y="99291"/>
                  </a:cubicBezTo>
                  <a:cubicBezTo>
                    <a:pt x="-5678" y="76579"/>
                    <a:pt x="-5678" y="39745"/>
                    <a:pt x="17034" y="17034"/>
                  </a:cubicBezTo>
                  <a:cubicBezTo>
                    <a:pt x="39745" y="-5678"/>
                    <a:pt x="76579" y="-5678"/>
                    <a:pt x="99291" y="17034"/>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1" name="Google Shape;271;p18"/>
            <p:cNvSpPr/>
            <p:nvPr/>
          </p:nvSpPr>
          <p:spPr>
            <a:xfrm>
              <a:off x="3194101" y="5331559"/>
              <a:ext cx="116324" cy="116323"/>
            </a:xfrm>
            <a:custGeom>
              <a:rect b="b" l="l" r="r" t="t"/>
              <a:pathLst>
                <a:path extrusionOk="0" h="116323" w="116324">
                  <a:moveTo>
                    <a:pt x="99291" y="99290"/>
                  </a:moveTo>
                  <a:cubicBezTo>
                    <a:pt x="76579" y="122002"/>
                    <a:pt x="39745" y="122002"/>
                    <a:pt x="17034" y="99290"/>
                  </a:cubicBezTo>
                  <a:cubicBezTo>
                    <a:pt x="-5678" y="76579"/>
                    <a:pt x="-5678" y="39744"/>
                    <a:pt x="17034" y="17034"/>
                  </a:cubicBezTo>
                  <a:cubicBezTo>
                    <a:pt x="39745" y="-5678"/>
                    <a:pt x="76579" y="-5678"/>
                    <a:pt x="99291" y="17034"/>
                  </a:cubicBezTo>
                  <a:cubicBezTo>
                    <a:pt x="122002" y="39744"/>
                    <a:pt x="122002" y="76579"/>
                    <a:pt x="99291" y="99290"/>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2" name="Google Shape;272;p18"/>
            <p:cNvSpPr/>
            <p:nvPr/>
          </p:nvSpPr>
          <p:spPr>
            <a:xfrm>
              <a:off x="2367597" y="5075087"/>
              <a:ext cx="116324" cy="116324"/>
            </a:xfrm>
            <a:custGeom>
              <a:rect b="b" l="l" r="r" t="t"/>
              <a:pathLst>
                <a:path extrusionOk="0" h="116324" w="116324">
                  <a:moveTo>
                    <a:pt x="99291" y="99291"/>
                  </a:moveTo>
                  <a:cubicBezTo>
                    <a:pt x="76579" y="122002"/>
                    <a:pt x="39745" y="122002"/>
                    <a:pt x="17034" y="99291"/>
                  </a:cubicBezTo>
                  <a:cubicBezTo>
                    <a:pt x="-5678" y="76579"/>
                    <a:pt x="-5678" y="39745"/>
                    <a:pt x="17034" y="17033"/>
                  </a:cubicBezTo>
                  <a:cubicBezTo>
                    <a:pt x="39745" y="-5678"/>
                    <a:pt x="76579" y="-5678"/>
                    <a:pt x="99291" y="17033"/>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3" name="Google Shape;273;p18"/>
            <p:cNvSpPr/>
            <p:nvPr/>
          </p:nvSpPr>
          <p:spPr>
            <a:xfrm>
              <a:off x="494849" y="4495976"/>
              <a:ext cx="116324" cy="116324"/>
            </a:xfrm>
            <a:custGeom>
              <a:rect b="b" l="l" r="r" t="t"/>
              <a:pathLst>
                <a:path extrusionOk="0" h="116324" w="116324">
                  <a:moveTo>
                    <a:pt x="99291" y="99291"/>
                  </a:moveTo>
                  <a:cubicBezTo>
                    <a:pt x="76579" y="122002"/>
                    <a:pt x="39745" y="122002"/>
                    <a:pt x="17033" y="99291"/>
                  </a:cubicBezTo>
                  <a:cubicBezTo>
                    <a:pt x="-5678" y="76579"/>
                    <a:pt x="-5678" y="39745"/>
                    <a:pt x="17033" y="17033"/>
                  </a:cubicBezTo>
                  <a:cubicBezTo>
                    <a:pt x="39745" y="-5678"/>
                    <a:pt x="76579" y="-5678"/>
                    <a:pt x="99291" y="17033"/>
                  </a:cubicBezTo>
                  <a:cubicBezTo>
                    <a:pt x="122002" y="39745"/>
                    <a:pt x="122002" y="76579"/>
                    <a:pt x="99291" y="99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4" name="Google Shape;274;p18"/>
            <p:cNvSpPr/>
            <p:nvPr/>
          </p:nvSpPr>
          <p:spPr>
            <a:xfrm>
              <a:off x="2043056" y="5479764"/>
              <a:ext cx="72582" cy="72583"/>
            </a:xfrm>
            <a:custGeom>
              <a:rect b="b" l="l" r="r" t="t"/>
              <a:pathLst>
                <a:path extrusionOk="0" h="72583" w="72582">
                  <a:moveTo>
                    <a:pt x="61952" y="61952"/>
                  </a:moveTo>
                  <a:cubicBezTo>
                    <a:pt x="47776" y="76127"/>
                    <a:pt x="24806" y="76127"/>
                    <a:pt x="10631" y="61952"/>
                  </a:cubicBezTo>
                  <a:cubicBezTo>
                    <a:pt x="-3544" y="47777"/>
                    <a:pt x="-3544" y="24806"/>
                    <a:pt x="10631" y="10631"/>
                  </a:cubicBezTo>
                  <a:cubicBezTo>
                    <a:pt x="24806" y="-3544"/>
                    <a:pt x="47776"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5" name="Google Shape;275;p18"/>
            <p:cNvSpPr/>
            <p:nvPr/>
          </p:nvSpPr>
          <p:spPr>
            <a:xfrm>
              <a:off x="2837174" y="6126647"/>
              <a:ext cx="72583" cy="72583"/>
            </a:xfrm>
            <a:custGeom>
              <a:rect b="b" l="l" r="r" t="t"/>
              <a:pathLst>
                <a:path extrusionOk="0" h="72583" w="72583">
                  <a:moveTo>
                    <a:pt x="61952" y="61952"/>
                  </a:moveTo>
                  <a:cubicBezTo>
                    <a:pt x="47777" y="76127"/>
                    <a:pt x="24807" y="76127"/>
                    <a:pt x="10631" y="61952"/>
                  </a:cubicBezTo>
                  <a:cubicBezTo>
                    <a:pt x="-3544" y="47777"/>
                    <a:pt x="-3544" y="24806"/>
                    <a:pt x="10631" y="10631"/>
                  </a:cubicBezTo>
                  <a:cubicBezTo>
                    <a:pt x="24807" y="-3544"/>
                    <a:pt x="47777" y="-3544"/>
                    <a:pt x="61952" y="10631"/>
                  </a:cubicBezTo>
                  <a:cubicBezTo>
                    <a:pt x="76127" y="24806"/>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6" name="Google Shape;276;p18"/>
            <p:cNvSpPr/>
            <p:nvPr/>
          </p:nvSpPr>
          <p:spPr>
            <a:xfrm rot="-1902086">
              <a:off x="3941301" y="6337292"/>
              <a:ext cx="72514" cy="72514"/>
            </a:xfrm>
            <a:custGeom>
              <a:rect b="b" l="l" r="r" t="t"/>
              <a:pathLst>
                <a:path extrusionOk="0" h="72582" w="72582">
                  <a:moveTo>
                    <a:pt x="72583" y="36291"/>
                  </a:moveTo>
                  <a:cubicBezTo>
                    <a:pt x="72583" y="56334"/>
                    <a:pt x="56335" y="72583"/>
                    <a:pt x="36292" y="72583"/>
                  </a:cubicBezTo>
                  <a:cubicBezTo>
                    <a:pt x="16248" y="72583"/>
                    <a:pt x="0" y="56334"/>
                    <a:pt x="0" y="36291"/>
                  </a:cubicBezTo>
                  <a:cubicBezTo>
                    <a:pt x="0" y="16248"/>
                    <a:pt x="16248" y="0"/>
                    <a:pt x="36292" y="0"/>
                  </a:cubicBezTo>
                  <a:cubicBezTo>
                    <a:pt x="56335" y="0"/>
                    <a:pt x="72583" y="16248"/>
                    <a:pt x="72583" y="36291"/>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77" name="Google Shape;277;p18"/>
            <p:cNvSpPr/>
            <p:nvPr/>
          </p:nvSpPr>
          <p:spPr>
            <a:xfrm>
              <a:off x="1514722" y="5519056"/>
              <a:ext cx="72582" cy="72582"/>
            </a:xfrm>
            <a:custGeom>
              <a:rect b="b" l="l" r="r" t="t"/>
              <a:pathLst>
                <a:path extrusionOk="0" h="72582" w="72582">
                  <a:moveTo>
                    <a:pt x="61952" y="61952"/>
                  </a:moveTo>
                  <a:cubicBezTo>
                    <a:pt x="47776" y="76127"/>
                    <a:pt x="24806" y="76127"/>
                    <a:pt x="10631" y="61952"/>
                  </a:cubicBezTo>
                  <a:cubicBezTo>
                    <a:pt x="-3544" y="47777"/>
                    <a:pt x="-3544" y="24807"/>
                    <a:pt x="10631" y="10632"/>
                  </a:cubicBezTo>
                  <a:cubicBezTo>
                    <a:pt x="24806" y="-3544"/>
                    <a:pt x="47776" y="-3544"/>
                    <a:pt x="61952" y="10632"/>
                  </a:cubicBezTo>
                  <a:cubicBezTo>
                    <a:pt x="76127" y="24807"/>
                    <a:pt x="76127" y="47777"/>
                    <a:pt x="61952" y="61952"/>
                  </a:cubicBezTo>
                  <a:close/>
                </a:path>
              </a:pathLst>
            </a:custGeom>
            <a:gradFill>
              <a:gsLst>
                <a:gs pos="0">
                  <a:srgbClr val="96A8CE"/>
                </a:gs>
                <a:gs pos="100000">
                  <a:srgbClr val="374C75"/>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nvGrpSpPr>
          <p:cNvPr id="278" name="Google Shape;278;p18"/>
          <p:cNvGrpSpPr/>
          <p:nvPr/>
        </p:nvGrpSpPr>
        <p:grpSpPr>
          <a:xfrm rot="899960">
            <a:off x="6220593" y="178811"/>
            <a:ext cx="2344022" cy="4785879"/>
            <a:chOff x="5812139" y="178733"/>
            <a:chExt cx="2344092" cy="4786022"/>
          </a:xfrm>
        </p:grpSpPr>
        <p:sp>
          <p:nvSpPr>
            <p:cNvPr id="279" name="Google Shape;279;p18"/>
            <p:cNvSpPr/>
            <p:nvPr/>
          </p:nvSpPr>
          <p:spPr>
            <a:xfrm>
              <a:off x="5837742" y="178745"/>
              <a:ext cx="2294353" cy="4786010"/>
            </a:xfrm>
            <a:custGeom>
              <a:rect b="b" l="l" r="r" t="t"/>
              <a:pathLst>
                <a:path extrusionOk="0" h="16452" w="7886">
                  <a:moveTo>
                    <a:pt x="994" y="1"/>
                  </a:moveTo>
                  <a:cubicBezTo>
                    <a:pt x="446" y="1"/>
                    <a:pt x="0" y="447"/>
                    <a:pt x="0" y="995"/>
                  </a:cubicBezTo>
                  <a:lnTo>
                    <a:pt x="0" y="2342"/>
                  </a:lnTo>
                  <a:lnTo>
                    <a:pt x="0" y="2724"/>
                  </a:lnTo>
                  <a:lnTo>
                    <a:pt x="0" y="3434"/>
                  </a:lnTo>
                  <a:lnTo>
                    <a:pt x="0" y="4658"/>
                  </a:lnTo>
                  <a:lnTo>
                    <a:pt x="0" y="4957"/>
                  </a:lnTo>
                  <a:lnTo>
                    <a:pt x="0" y="6181"/>
                  </a:lnTo>
                  <a:lnTo>
                    <a:pt x="0" y="15457"/>
                  </a:lnTo>
                  <a:cubicBezTo>
                    <a:pt x="0" y="16006"/>
                    <a:pt x="446" y="16451"/>
                    <a:pt x="994" y="16451"/>
                  </a:cubicBezTo>
                  <a:lnTo>
                    <a:pt x="6886" y="16451"/>
                  </a:lnTo>
                  <a:cubicBezTo>
                    <a:pt x="7439" y="16451"/>
                    <a:pt x="7885" y="16006"/>
                    <a:pt x="7885" y="15457"/>
                  </a:cubicBezTo>
                  <a:lnTo>
                    <a:pt x="7885" y="5079"/>
                  </a:lnTo>
                  <a:lnTo>
                    <a:pt x="7885" y="3860"/>
                  </a:lnTo>
                  <a:lnTo>
                    <a:pt x="7885" y="995"/>
                  </a:lnTo>
                  <a:cubicBezTo>
                    <a:pt x="7885" y="447"/>
                    <a:pt x="7439" y="1"/>
                    <a:pt x="6886" y="1"/>
                  </a:cubicBezTo>
                  <a:lnTo>
                    <a:pt x="5946" y="1"/>
                  </a:lnTo>
                  <a:lnTo>
                    <a:pt x="5946" y="265"/>
                  </a:lnTo>
                  <a:lnTo>
                    <a:pt x="6866" y="265"/>
                  </a:lnTo>
                  <a:cubicBezTo>
                    <a:pt x="7302" y="265"/>
                    <a:pt x="7655" y="618"/>
                    <a:pt x="7655" y="1054"/>
                  </a:cubicBezTo>
                  <a:lnTo>
                    <a:pt x="7655" y="15398"/>
                  </a:lnTo>
                  <a:cubicBezTo>
                    <a:pt x="7655" y="15834"/>
                    <a:pt x="7302" y="16187"/>
                    <a:pt x="6866" y="16187"/>
                  </a:cubicBezTo>
                  <a:lnTo>
                    <a:pt x="1014" y="16187"/>
                  </a:lnTo>
                  <a:cubicBezTo>
                    <a:pt x="578" y="16187"/>
                    <a:pt x="226" y="15834"/>
                    <a:pt x="226" y="15398"/>
                  </a:cubicBezTo>
                  <a:lnTo>
                    <a:pt x="226" y="1054"/>
                  </a:lnTo>
                  <a:cubicBezTo>
                    <a:pt x="226" y="618"/>
                    <a:pt x="578" y="265"/>
                    <a:pt x="1014" y="265"/>
                  </a:cubicBezTo>
                  <a:lnTo>
                    <a:pt x="1935" y="265"/>
                  </a:lnTo>
                  <a:lnTo>
                    <a:pt x="1935"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8"/>
            <p:cNvSpPr/>
            <p:nvPr/>
          </p:nvSpPr>
          <p:spPr>
            <a:xfrm>
              <a:off x="5903203" y="255835"/>
              <a:ext cx="2161684" cy="4631829"/>
            </a:xfrm>
            <a:custGeom>
              <a:rect b="b" l="l" r="r" t="t"/>
              <a:pathLst>
                <a:path extrusionOk="0" h="15922" w="7430">
                  <a:moveTo>
                    <a:pt x="789" y="0"/>
                  </a:moveTo>
                  <a:cubicBezTo>
                    <a:pt x="353" y="0"/>
                    <a:pt x="1" y="353"/>
                    <a:pt x="1" y="789"/>
                  </a:cubicBezTo>
                  <a:lnTo>
                    <a:pt x="1" y="15133"/>
                  </a:lnTo>
                  <a:cubicBezTo>
                    <a:pt x="1" y="15569"/>
                    <a:pt x="353" y="15922"/>
                    <a:pt x="789" y="15922"/>
                  </a:cubicBezTo>
                  <a:lnTo>
                    <a:pt x="6641" y="15922"/>
                  </a:lnTo>
                  <a:cubicBezTo>
                    <a:pt x="7077" y="15922"/>
                    <a:pt x="7430" y="15569"/>
                    <a:pt x="7430" y="15133"/>
                  </a:cubicBezTo>
                  <a:lnTo>
                    <a:pt x="7430" y="789"/>
                  </a:lnTo>
                  <a:cubicBezTo>
                    <a:pt x="7430" y="353"/>
                    <a:pt x="7077" y="0"/>
                    <a:pt x="6641" y="0"/>
                  </a:cubicBezTo>
                  <a:lnTo>
                    <a:pt x="5721" y="0"/>
                  </a:lnTo>
                  <a:lnTo>
                    <a:pt x="5721" y="265"/>
                  </a:lnTo>
                  <a:cubicBezTo>
                    <a:pt x="5721" y="485"/>
                    <a:pt x="5544" y="666"/>
                    <a:pt x="5324" y="666"/>
                  </a:cubicBezTo>
                  <a:lnTo>
                    <a:pt x="2111" y="666"/>
                  </a:lnTo>
                  <a:cubicBezTo>
                    <a:pt x="1891" y="666"/>
                    <a:pt x="1710" y="485"/>
                    <a:pt x="1710" y="265"/>
                  </a:cubicBezTo>
                  <a:lnTo>
                    <a:pt x="1710" y="0"/>
                  </a:lnTo>
                  <a:close/>
                </a:path>
              </a:pathLst>
            </a:custGeom>
            <a:solidFill>
              <a:srgbClr val="FA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8"/>
            <p:cNvSpPr/>
            <p:nvPr/>
          </p:nvSpPr>
          <p:spPr>
            <a:xfrm>
              <a:off x="6395153" y="178733"/>
              <a:ext cx="1177783" cy="271144"/>
            </a:xfrm>
            <a:custGeom>
              <a:rect b="b" l="l" r="r" t="t"/>
              <a:pathLst>
                <a:path extrusionOk="0" h="932" w="4012">
                  <a:moveTo>
                    <a:pt x="2503" y="471"/>
                  </a:moveTo>
                  <a:cubicBezTo>
                    <a:pt x="2547" y="471"/>
                    <a:pt x="2582" y="505"/>
                    <a:pt x="2582" y="549"/>
                  </a:cubicBezTo>
                  <a:cubicBezTo>
                    <a:pt x="2582" y="589"/>
                    <a:pt x="2547" y="623"/>
                    <a:pt x="2503" y="623"/>
                  </a:cubicBezTo>
                  <a:lnTo>
                    <a:pt x="1509" y="623"/>
                  </a:lnTo>
                  <a:cubicBezTo>
                    <a:pt x="1470" y="623"/>
                    <a:pt x="1431" y="589"/>
                    <a:pt x="1431" y="549"/>
                  </a:cubicBezTo>
                  <a:cubicBezTo>
                    <a:pt x="1431" y="505"/>
                    <a:pt x="1470" y="471"/>
                    <a:pt x="1509" y="471"/>
                  </a:cubicBezTo>
                  <a:close/>
                  <a:moveTo>
                    <a:pt x="2924" y="461"/>
                  </a:moveTo>
                  <a:cubicBezTo>
                    <a:pt x="2973" y="461"/>
                    <a:pt x="3013" y="500"/>
                    <a:pt x="3013" y="549"/>
                  </a:cubicBezTo>
                  <a:cubicBezTo>
                    <a:pt x="3013" y="593"/>
                    <a:pt x="2973" y="633"/>
                    <a:pt x="2924" y="633"/>
                  </a:cubicBezTo>
                  <a:cubicBezTo>
                    <a:pt x="2876" y="633"/>
                    <a:pt x="2836" y="593"/>
                    <a:pt x="2836" y="549"/>
                  </a:cubicBezTo>
                  <a:cubicBezTo>
                    <a:pt x="2836" y="500"/>
                    <a:pt x="2876" y="461"/>
                    <a:pt x="2924" y="461"/>
                  </a:cubicBezTo>
                  <a:close/>
                  <a:moveTo>
                    <a:pt x="1" y="1"/>
                  </a:moveTo>
                  <a:lnTo>
                    <a:pt x="1" y="265"/>
                  </a:lnTo>
                  <a:lnTo>
                    <a:pt x="1" y="530"/>
                  </a:lnTo>
                  <a:cubicBezTo>
                    <a:pt x="1" y="750"/>
                    <a:pt x="182" y="931"/>
                    <a:pt x="402" y="931"/>
                  </a:cubicBezTo>
                  <a:lnTo>
                    <a:pt x="3615" y="931"/>
                  </a:lnTo>
                  <a:cubicBezTo>
                    <a:pt x="3835" y="931"/>
                    <a:pt x="4012" y="750"/>
                    <a:pt x="4012" y="530"/>
                  </a:cubicBezTo>
                  <a:lnTo>
                    <a:pt x="4012" y="265"/>
                  </a:lnTo>
                  <a:lnTo>
                    <a:pt x="4012" y="1"/>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8"/>
            <p:cNvSpPr/>
            <p:nvPr/>
          </p:nvSpPr>
          <p:spPr>
            <a:xfrm>
              <a:off x="5854616" y="197363"/>
              <a:ext cx="2260313" cy="4748774"/>
            </a:xfrm>
            <a:custGeom>
              <a:rect b="b" l="l" r="r" t="t"/>
              <a:pathLst>
                <a:path extrusionOk="0" h="16324" w="7769">
                  <a:moveTo>
                    <a:pt x="6755" y="16324"/>
                  </a:moveTo>
                  <a:lnTo>
                    <a:pt x="1010" y="16324"/>
                  </a:lnTo>
                  <a:cubicBezTo>
                    <a:pt x="452" y="16324"/>
                    <a:pt x="1" y="15863"/>
                    <a:pt x="1" y="15300"/>
                  </a:cubicBezTo>
                  <a:lnTo>
                    <a:pt x="1" y="1024"/>
                  </a:lnTo>
                  <a:cubicBezTo>
                    <a:pt x="1" y="461"/>
                    <a:pt x="452" y="1"/>
                    <a:pt x="1010" y="1"/>
                  </a:cubicBezTo>
                  <a:lnTo>
                    <a:pt x="6755" y="1"/>
                  </a:lnTo>
                  <a:cubicBezTo>
                    <a:pt x="7313" y="1"/>
                    <a:pt x="7768" y="461"/>
                    <a:pt x="7768" y="1024"/>
                  </a:cubicBezTo>
                  <a:lnTo>
                    <a:pt x="7768" y="15300"/>
                  </a:lnTo>
                  <a:cubicBezTo>
                    <a:pt x="7768" y="15863"/>
                    <a:pt x="7313" y="16324"/>
                    <a:pt x="6755" y="16324"/>
                  </a:cubicBezTo>
                  <a:close/>
                  <a:moveTo>
                    <a:pt x="1010" y="79"/>
                  </a:moveTo>
                  <a:cubicBezTo>
                    <a:pt x="496" y="79"/>
                    <a:pt x="79" y="500"/>
                    <a:pt x="79" y="1024"/>
                  </a:cubicBezTo>
                  <a:lnTo>
                    <a:pt x="79" y="15300"/>
                  </a:lnTo>
                  <a:cubicBezTo>
                    <a:pt x="79" y="15819"/>
                    <a:pt x="496" y="16245"/>
                    <a:pt x="1010" y="16245"/>
                  </a:cubicBezTo>
                  <a:lnTo>
                    <a:pt x="6755" y="16245"/>
                  </a:lnTo>
                  <a:cubicBezTo>
                    <a:pt x="7269" y="16245"/>
                    <a:pt x="7685" y="15819"/>
                    <a:pt x="7685" y="15300"/>
                  </a:cubicBezTo>
                  <a:lnTo>
                    <a:pt x="7685" y="1024"/>
                  </a:lnTo>
                  <a:cubicBezTo>
                    <a:pt x="7685" y="500"/>
                    <a:pt x="7269" y="79"/>
                    <a:pt x="6755" y="79"/>
                  </a:cubicBezTo>
                  <a:lnTo>
                    <a:pt x="1010" y="79"/>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8"/>
            <p:cNvSpPr/>
            <p:nvPr/>
          </p:nvSpPr>
          <p:spPr>
            <a:xfrm>
              <a:off x="7228085" y="312853"/>
              <a:ext cx="51496" cy="50036"/>
            </a:xfrm>
            <a:custGeom>
              <a:rect b="b" l="l" r="r" t="t"/>
              <a:pathLst>
                <a:path extrusionOk="0" h="172" w="177">
                  <a:moveTo>
                    <a:pt x="88" y="0"/>
                  </a:moveTo>
                  <a:cubicBezTo>
                    <a:pt x="40" y="0"/>
                    <a:pt x="0" y="39"/>
                    <a:pt x="0" y="88"/>
                  </a:cubicBezTo>
                  <a:cubicBezTo>
                    <a:pt x="0" y="132"/>
                    <a:pt x="40" y="172"/>
                    <a:pt x="88" y="172"/>
                  </a:cubicBezTo>
                  <a:cubicBezTo>
                    <a:pt x="137" y="172"/>
                    <a:pt x="177" y="132"/>
                    <a:pt x="177" y="88"/>
                  </a:cubicBezTo>
                  <a:cubicBezTo>
                    <a:pt x="177" y="39"/>
                    <a:pt x="137" y="0"/>
                    <a:pt x="88" y="0"/>
                  </a:cubicBezTo>
                  <a:close/>
                </a:path>
              </a:pathLst>
            </a:custGeom>
            <a:solidFill>
              <a:srgbClr val="7C242A"/>
            </a:solidFill>
            <a:ln cap="flat" cmpd="sng" w="9525">
              <a:solidFill>
                <a:srgbClr val="7C24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8"/>
            <p:cNvSpPr/>
            <p:nvPr/>
          </p:nvSpPr>
          <p:spPr>
            <a:xfrm>
              <a:off x="6816459" y="315471"/>
              <a:ext cx="335163" cy="44509"/>
            </a:xfrm>
            <a:custGeom>
              <a:rect b="b" l="l" r="r" t="t"/>
              <a:pathLst>
                <a:path extrusionOk="0" h="153" w="1152">
                  <a:moveTo>
                    <a:pt x="79" y="1"/>
                  </a:moveTo>
                  <a:cubicBezTo>
                    <a:pt x="40" y="1"/>
                    <a:pt x="1" y="35"/>
                    <a:pt x="1" y="79"/>
                  </a:cubicBezTo>
                  <a:cubicBezTo>
                    <a:pt x="1" y="119"/>
                    <a:pt x="40" y="153"/>
                    <a:pt x="79" y="153"/>
                  </a:cubicBezTo>
                  <a:lnTo>
                    <a:pt x="1073" y="153"/>
                  </a:lnTo>
                  <a:cubicBezTo>
                    <a:pt x="1117" y="153"/>
                    <a:pt x="1152" y="119"/>
                    <a:pt x="1152" y="79"/>
                  </a:cubicBezTo>
                  <a:cubicBezTo>
                    <a:pt x="1152" y="35"/>
                    <a:pt x="1117" y="1"/>
                    <a:pt x="1073" y="1"/>
                  </a:cubicBezTo>
                  <a:close/>
                </a:path>
              </a:pathLst>
            </a:custGeom>
            <a:solidFill>
              <a:srgbClr val="7C242A"/>
            </a:solidFill>
            <a:ln cap="flat" cmpd="sng" w="9525">
              <a:solidFill>
                <a:srgbClr val="7C24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8"/>
            <p:cNvSpPr/>
            <p:nvPr/>
          </p:nvSpPr>
          <p:spPr>
            <a:xfrm>
              <a:off x="6934871" y="664559"/>
              <a:ext cx="98629" cy="121599"/>
            </a:xfrm>
            <a:custGeom>
              <a:rect b="b" l="l" r="r" t="t"/>
              <a:pathLst>
                <a:path extrusionOk="0" h="418" w="339">
                  <a:moveTo>
                    <a:pt x="172" y="65"/>
                  </a:moveTo>
                  <a:cubicBezTo>
                    <a:pt x="230" y="65"/>
                    <a:pt x="279" y="114"/>
                    <a:pt x="279" y="172"/>
                  </a:cubicBezTo>
                  <a:lnTo>
                    <a:pt x="279" y="353"/>
                  </a:lnTo>
                  <a:lnTo>
                    <a:pt x="64" y="353"/>
                  </a:lnTo>
                  <a:lnTo>
                    <a:pt x="64" y="172"/>
                  </a:lnTo>
                  <a:cubicBezTo>
                    <a:pt x="64" y="114"/>
                    <a:pt x="113" y="65"/>
                    <a:pt x="172" y="65"/>
                  </a:cubicBezTo>
                  <a:close/>
                  <a:moveTo>
                    <a:pt x="172" y="1"/>
                  </a:moveTo>
                  <a:cubicBezTo>
                    <a:pt x="79" y="1"/>
                    <a:pt x="0" y="79"/>
                    <a:pt x="0" y="172"/>
                  </a:cubicBezTo>
                  <a:lnTo>
                    <a:pt x="0" y="417"/>
                  </a:lnTo>
                  <a:lnTo>
                    <a:pt x="338" y="417"/>
                  </a:lnTo>
                  <a:lnTo>
                    <a:pt x="338" y="172"/>
                  </a:lnTo>
                  <a:cubicBezTo>
                    <a:pt x="338" y="79"/>
                    <a:pt x="265" y="1"/>
                    <a:pt x="172"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8"/>
            <p:cNvSpPr/>
            <p:nvPr/>
          </p:nvSpPr>
          <p:spPr>
            <a:xfrm>
              <a:off x="6914796" y="735831"/>
              <a:ext cx="138487" cy="81454"/>
            </a:xfrm>
            <a:custGeom>
              <a:rect b="b" l="l" r="r" t="t"/>
              <a:pathLst>
                <a:path extrusionOk="0" h="280" w="476">
                  <a:moveTo>
                    <a:pt x="50" y="1"/>
                  </a:moveTo>
                  <a:cubicBezTo>
                    <a:pt x="20" y="1"/>
                    <a:pt x="1" y="25"/>
                    <a:pt x="1" y="50"/>
                  </a:cubicBezTo>
                  <a:lnTo>
                    <a:pt x="1" y="231"/>
                  </a:lnTo>
                  <a:cubicBezTo>
                    <a:pt x="1" y="260"/>
                    <a:pt x="20" y="280"/>
                    <a:pt x="50" y="280"/>
                  </a:cubicBezTo>
                  <a:lnTo>
                    <a:pt x="427" y="280"/>
                  </a:lnTo>
                  <a:cubicBezTo>
                    <a:pt x="456" y="280"/>
                    <a:pt x="476" y="260"/>
                    <a:pt x="476" y="231"/>
                  </a:cubicBezTo>
                  <a:lnTo>
                    <a:pt x="476" y="50"/>
                  </a:lnTo>
                  <a:cubicBezTo>
                    <a:pt x="476" y="25"/>
                    <a:pt x="456" y="1"/>
                    <a:pt x="427"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8"/>
            <p:cNvSpPr/>
            <p:nvPr/>
          </p:nvSpPr>
          <p:spPr>
            <a:xfrm>
              <a:off x="7712841" y="334089"/>
              <a:ext cx="88446" cy="68654"/>
            </a:xfrm>
            <a:custGeom>
              <a:rect b="b" l="l" r="r" t="t"/>
              <a:pathLst>
                <a:path extrusionOk="0" h="236" w="304">
                  <a:moveTo>
                    <a:pt x="152" y="1"/>
                  </a:moveTo>
                  <a:cubicBezTo>
                    <a:pt x="93" y="1"/>
                    <a:pt x="39" y="25"/>
                    <a:pt x="0" y="59"/>
                  </a:cubicBezTo>
                  <a:lnTo>
                    <a:pt x="25" y="84"/>
                  </a:lnTo>
                  <a:cubicBezTo>
                    <a:pt x="54" y="50"/>
                    <a:pt x="103" y="30"/>
                    <a:pt x="152" y="30"/>
                  </a:cubicBezTo>
                  <a:cubicBezTo>
                    <a:pt x="201" y="30"/>
                    <a:pt x="245" y="50"/>
                    <a:pt x="279" y="84"/>
                  </a:cubicBezTo>
                  <a:lnTo>
                    <a:pt x="304" y="59"/>
                  </a:lnTo>
                  <a:cubicBezTo>
                    <a:pt x="265" y="25"/>
                    <a:pt x="211" y="1"/>
                    <a:pt x="152" y="1"/>
                  </a:cubicBezTo>
                  <a:close/>
                  <a:moveTo>
                    <a:pt x="152" y="59"/>
                  </a:moveTo>
                  <a:cubicBezTo>
                    <a:pt x="108" y="59"/>
                    <a:pt x="74" y="79"/>
                    <a:pt x="44" y="104"/>
                  </a:cubicBezTo>
                  <a:lnTo>
                    <a:pt x="69" y="128"/>
                  </a:lnTo>
                  <a:cubicBezTo>
                    <a:pt x="88" y="104"/>
                    <a:pt x="118" y="94"/>
                    <a:pt x="152" y="94"/>
                  </a:cubicBezTo>
                  <a:cubicBezTo>
                    <a:pt x="186" y="94"/>
                    <a:pt x="216" y="104"/>
                    <a:pt x="235" y="128"/>
                  </a:cubicBezTo>
                  <a:lnTo>
                    <a:pt x="260" y="104"/>
                  </a:lnTo>
                  <a:cubicBezTo>
                    <a:pt x="230" y="79"/>
                    <a:pt x="191" y="59"/>
                    <a:pt x="152" y="59"/>
                  </a:cubicBezTo>
                  <a:close/>
                  <a:moveTo>
                    <a:pt x="152" y="128"/>
                  </a:moveTo>
                  <a:cubicBezTo>
                    <a:pt x="128" y="128"/>
                    <a:pt x="108" y="138"/>
                    <a:pt x="93" y="152"/>
                  </a:cubicBezTo>
                  <a:lnTo>
                    <a:pt x="118" y="177"/>
                  </a:lnTo>
                  <a:cubicBezTo>
                    <a:pt x="123" y="167"/>
                    <a:pt x="137" y="162"/>
                    <a:pt x="152" y="162"/>
                  </a:cubicBezTo>
                  <a:cubicBezTo>
                    <a:pt x="167" y="162"/>
                    <a:pt x="177" y="167"/>
                    <a:pt x="186" y="177"/>
                  </a:cubicBezTo>
                  <a:lnTo>
                    <a:pt x="211" y="152"/>
                  </a:lnTo>
                  <a:cubicBezTo>
                    <a:pt x="196" y="138"/>
                    <a:pt x="172" y="128"/>
                    <a:pt x="152" y="128"/>
                  </a:cubicBezTo>
                  <a:close/>
                  <a:moveTo>
                    <a:pt x="152" y="187"/>
                  </a:moveTo>
                  <a:cubicBezTo>
                    <a:pt x="137" y="187"/>
                    <a:pt x="128" y="197"/>
                    <a:pt x="128" y="211"/>
                  </a:cubicBezTo>
                  <a:cubicBezTo>
                    <a:pt x="128" y="226"/>
                    <a:pt x="137" y="236"/>
                    <a:pt x="152" y="236"/>
                  </a:cubicBezTo>
                  <a:cubicBezTo>
                    <a:pt x="167" y="236"/>
                    <a:pt x="177" y="226"/>
                    <a:pt x="177" y="211"/>
                  </a:cubicBezTo>
                  <a:cubicBezTo>
                    <a:pt x="177" y="197"/>
                    <a:pt x="167" y="187"/>
                    <a:pt x="152" y="187"/>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8"/>
            <p:cNvSpPr/>
            <p:nvPr/>
          </p:nvSpPr>
          <p:spPr>
            <a:xfrm>
              <a:off x="7614503" y="343980"/>
              <a:ext cx="77099" cy="57309"/>
            </a:xfrm>
            <a:custGeom>
              <a:rect b="b" l="l" r="r" t="t"/>
              <a:pathLst>
                <a:path extrusionOk="0" h="197" w="265">
                  <a:moveTo>
                    <a:pt x="0" y="143"/>
                  </a:moveTo>
                  <a:lnTo>
                    <a:pt x="0" y="192"/>
                  </a:lnTo>
                  <a:lnTo>
                    <a:pt x="30" y="192"/>
                  </a:lnTo>
                  <a:lnTo>
                    <a:pt x="30" y="143"/>
                  </a:lnTo>
                  <a:close/>
                  <a:moveTo>
                    <a:pt x="59" y="109"/>
                  </a:moveTo>
                  <a:lnTo>
                    <a:pt x="59" y="192"/>
                  </a:lnTo>
                  <a:lnTo>
                    <a:pt x="88" y="192"/>
                  </a:lnTo>
                  <a:lnTo>
                    <a:pt x="88" y="109"/>
                  </a:lnTo>
                  <a:close/>
                  <a:moveTo>
                    <a:pt x="118" y="70"/>
                  </a:moveTo>
                  <a:lnTo>
                    <a:pt x="118" y="192"/>
                  </a:lnTo>
                  <a:lnTo>
                    <a:pt x="147" y="192"/>
                  </a:lnTo>
                  <a:lnTo>
                    <a:pt x="147" y="70"/>
                  </a:lnTo>
                  <a:close/>
                  <a:moveTo>
                    <a:pt x="177" y="35"/>
                  </a:moveTo>
                  <a:lnTo>
                    <a:pt x="177" y="192"/>
                  </a:lnTo>
                  <a:lnTo>
                    <a:pt x="206" y="192"/>
                  </a:lnTo>
                  <a:lnTo>
                    <a:pt x="206" y="35"/>
                  </a:lnTo>
                  <a:close/>
                  <a:moveTo>
                    <a:pt x="235" y="1"/>
                  </a:moveTo>
                  <a:lnTo>
                    <a:pt x="235" y="197"/>
                  </a:lnTo>
                  <a:lnTo>
                    <a:pt x="265" y="197"/>
                  </a:lnTo>
                  <a:lnTo>
                    <a:pt x="265" y="1"/>
                  </a:ln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8"/>
            <p:cNvSpPr/>
            <p:nvPr/>
          </p:nvSpPr>
          <p:spPr>
            <a:xfrm>
              <a:off x="7823979" y="345434"/>
              <a:ext cx="115503" cy="55854"/>
            </a:xfrm>
            <a:custGeom>
              <a:rect b="b" l="l" r="r" t="t"/>
              <a:pathLst>
                <a:path extrusionOk="0" h="192" w="397">
                  <a:moveTo>
                    <a:pt x="44" y="20"/>
                  </a:moveTo>
                  <a:cubicBezTo>
                    <a:pt x="30" y="20"/>
                    <a:pt x="20" y="35"/>
                    <a:pt x="20" y="50"/>
                  </a:cubicBezTo>
                  <a:lnTo>
                    <a:pt x="20" y="148"/>
                  </a:lnTo>
                  <a:cubicBezTo>
                    <a:pt x="20" y="162"/>
                    <a:pt x="30" y="172"/>
                    <a:pt x="44" y="172"/>
                  </a:cubicBezTo>
                  <a:lnTo>
                    <a:pt x="274" y="172"/>
                  </a:lnTo>
                  <a:lnTo>
                    <a:pt x="274" y="20"/>
                  </a:lnTo>
                  <a:close/>
                  <a:moveTo>
                    <a:pt x="338" y="11"/>
                  </a:moveTo>
                  <a:cubicBezTo>
                    <a:pt x="358" y="11"/>
                    <a:pt x="372" y="25"/>
                    <a:pt x="372" y="45"/>
                  </a:cubicBezTo>
                  <a:lnTo>
                    <a:pt x="372" y="153"/>
                  </a:lnTo>
                  <a:cubicBezTo>
                    <a:pt x="372" y="172"/>
                    <a:pt x="358" y="187"/>
                    <a:pt x="338" y="187"/>
                  </a:cubicBezTo>
                  <a:lnTo>
                    <a:pt x="39" y="187"/>
                  </a:lnTo>
                  <a:cubicBezTo>
                    <a:pt x="25" y="187"/>
                    <a:pt x="5" y="172"/>
                    <a:pt x="5" y="153"/>
                  </a:cubicBezTo>
                  <a:lnTo>
                    <a:pt x="5" y="45"/>
                  </a:lnTo>
                  <a:cubicBezTo>
                    <a:pt x="5" y="25"/>
                    <a:pt x="25" y="11"/>
                    <a:pt x="39" y="11"/>
                  </a:cubicBezTo>
                  <a:close/>
                  <a:moveTo>
                    <a:pt x="39" y="1"/>
                  </a:moveTo>
                  <a:cubicBezTo>
                    <a:pt x="20" y="1"/>
                    <a:pt x="0" y="20"/>
                    <a:pt x="0" y="45"/>
                  </a:cubicBezTo>
                  <a:lnTo>
                    <a:pt x="0" y="153"/>
                  </a:lnTo>
                  <a:cubicBezTo>
                    <a:pt x="0" y="172"/>
                    <a:pt x="20" y="192"/>
                    <a:pt x="39" y="192"/>
                  </a:cubicBezTo>
                  <a:lnTo>
                    <a:pt x="338" y="192"/>
                  </a:lnTo>
                  <a:cubicBezTo>
                    <a:pt x="363" y="192"/>
                    <a:pt x="377" y="172"/>
                    <a:pt x="377" y="153"/>
                  </a:cubicBezTo>
                  <a:lnTo>
                    <a:pt x="377" y="123"/>
                  </a:lnTo>
                  <a:lnTo>
                    <a:pt x="397" y="123"/>
                  </a:lnTo>
                  <a:lnTo>
                    <a:pt x="397" y="74"/>
                  </a:lnTo>
                  <a:lnTo>
                    <a:pt x="377" y="74"/>
                  </a:lnTo>
                  <a:lnTo>
                    <a:pt x="377" y="45"/>
                  </a:lnTo>
                  <a:cubicBezTo>
                    <a:pt x="377" y="20"/>
                    <a:pt x="363" y="1"/>
                    <a:pt x="338"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8"/>
            <p:cNvSpPr/>
            <p:nvPr/>
          </p:nvSpPr>
          <p:spPr>
            <a:xfrm>
              <a:off x="8064585" y="611905"/>
              <a:ext cx="67498" cy="33163"/>
            </a:xfrm>
            <a:custGeom>
              <a:rect b="b" l="l" r="r" t="t"/>
              <a:pathLst>
                <a:path extrusionOk="0" h="114" w="232">
                  <a:moveTo>
                    <a:pt x="1" y="1"/>
                  </a:moveTo>
                  <a:lnTo>
                    <a:pt x="1" y="113"/>
                  </a:lnTo>
                  <a:lnTo>
                    <a:pt x="231" y="113"/>
                  </a:lnTo>
                  <a:lnTo>
                    <a:pt x="231"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8"/>
            <p:cNvSpPr/>
            <p:nvPr/>
          </p:nvSpPr>
          <p:spPr>
            <a:xfrm>
              <a:off x="5837742" y="611905"/>
              <a:ext cx="65752" cy="33163"/>
            </a:xfrm>
            <a:custGeom>
              <a:rect b="b" l="l" r="r" t="t"/>
              <a:pathLst>
                <a:path extrusionOk="0" h="114" w="226">
                  <a:moveTo>
                    <a:pt x="0" y="1"/>
                  </a:moveTo>
                  <a:lnTo>
                    <a:pt x="0" y="113"/>
                  </a:lnTo>
                  <a:lnTo>
                    <a:pt x="226" y="113"/>
                  </a:lnTo>
                  <a:lnTo>
                    <a:pt x="226"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8"/>
            <p:cNvSpPr/>
            <p:nvPr/>
          </p:nvSpPr>
          <p:spPr>
            <a:xfrm>
              <a:off x="8131792" y="1301644"/>
              <a:ext cx="24439" cy="354907"/>
            </a:xfrm>
            <a:custGeom>
              <a:rect b="b" l="l" r="r" t="t"/>
              <a:pathLst>
                <a:path extrusionOk="0" h="1220" w="84">
                  <a:moveTo>
                    <a:pt x="0" y="0"/>
                  </a:moveTo>
                  <a:lnTo>
                    <a:pt x="0" y="1219"/>
                  </a:lnTo>
                  <a:lnTo>
                    <a:pt x="39" y="1219"/>
                  </a:lnTo>
                  <a:cubicBezTo>
                    <a:pt x="64" y="1219"/>
                    <a:pt x="83" y="1200"/>
                    <a:pt x="83" y="1175"/>
                  </a:cubicBezTo>
                  <a:lnTo>
                    <a:pt x="83" y="44"/>
                  </a:lnTo>
                  <a:cubicBezTo>
                    <a:pt x="83" y="20"/>
                    <a:pt x="64" y="0"/>
                    <a:pt x="39" y="0"/>
                  </a:cubicBez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8"/>
            <p:cNvSpPr/>
            <p:nvPr/>
          </p:nvSpPr>
          <p:spPr>
            <a:xfrm>
              <a:off x="5812139" y="1620769"/>
              <a:ext cx="25894" cy="356362"/>
            </a:xfrm>
            <a:custGeom>
              <a:rect b="b" l="l" r="r" t="t"/>
              <a:pathLst>
                <a:path extrusionOk="0" h="1225" w="89">
                  <a:moveTo>
                    <a:pt x="44" y="0"/>
                  </a:moveTo>
                  <a:cubicBezTo>
                    <a:pt x="20" y="0"/>
                    <a:pt x="0" y="20"/>
                    <a:pt x="0" y="49"/>
                  </a:cubicBezTo>
                  <a:lnTo>
                    <a:pt x="0" y="1180"/>
                  </a:lnTo>
                  <a:cubicBezTo>
                    <a:pt x="0" y="1205"/>
                    <a:pt x="20" y="1224"/>
                    <a:pt x="44" y="1224"/>
                  </a:cubicBezTo>
                  <a:lnTo>
                    <a:pt x="88" y="1224"/>
                  </a:lnTo>
                  <a:lnTo>
                    <a:pt x="88"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8"/>
            <p:cNvSpPr/>
            <p:nvPr/>
          </p:nvSpPr>
          <p:spPr>
            <a:xfrm>
              <a:off x="5812139" y="1177427"/>
              <a:ext cx="25894" cy="356653"/>
            </a:xfrm>
            <a:custGeom>
              <a:rect b="b" l="l" r="r" t="t"/>
              <a:pathLst>
                <a:path extrusionOk="0" h="1226" w="89">
                  <a:moveTo>
                    <a:pt x="44" y="1"/>
                  </a:moveTo>
                  <a:cubicBezTo>
                    <a:pt x="20" y="1"/>
                    <a:pt x="0" y="21"/>
                    <a:pt x="0" y="45"/>
                  </a:cubicBezTo>
                  <a:lnTo>
                    <a:pt x="0" y="1181"/>
                  </a:lnTo>
                  <a:cubicBezTo>
                    <a:pt x="0" y="1206"/>
                    <a:pt x="20" y="1225"/>
                    <a:pt x="44" y="1225"/>
                  </a:cubicBezTo>
                  <a:lnTo>
                    <a:pt x="88" y="1225"/>
                  </a:lnTo>
                  <a:lnTo>
                    <a:pt x="88" y="1"/>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8"/>
            <p:cNvSpPr/>
            <p:nvPr/>
          </p:nvSpPr>
          <p:spPr>
            <a:xfrm>
              <a:off x="5812139" y="859757"/>
              <a:ext cx="25894" cy="111418"/>
            </a:xfrm>
            <a:custGeom>
              <a:rect b="b" l="l" r="r" t="t"/>
              <a:pathLst>
                <a:path extrusionOk="0" h="383" w="89">
                  <a:moveTo>
                    <a:pt x="44" y="1"/>
                  </a:moveTo>
                  <a:cubicBezTo>
                    <a:pt x="20" y="1"/>
                    <a:pt x="0" y="20"/>
                    <a:pt x="0" y="45"/>
                  </a:cubicBezTo>
                  <a:lnTo>
                    <a:pt x="0" y="339"/>
                  </a:lnTo>
                  <a:cubicBezTo>
                    <a:pt x="0" y="363"/>
                    <a:pt x="20" y="383"/>
                    <a:pt x="44" y="383"/>
                  </a:cubicBezTo>
                  <a:lnTo>
                    <a:pt x="88" y="383"/>
                  </a:lnTo>
                  <a:lnTo>
                    <a:pt x="88"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8"/>
            <p:cNvSpPr/>
            <p:nvPr/>
          </p:nvSpPr>
          <p:spPr>
            <a:xfrm>
              <a:off x="8064585" y="4496962"/>
              <a:ext cx="67498" cy="34618"/>
            </a:xfrm>
            <a:custGeom>
              <a:rect b="b" l="l" r="r" t="t"/>
              <a:pathLst>
                <a:path extrusionOk="0" h="119" w="232">
                  <a:moveTo>
                    <a:pt x="1" y="1"/>
                  </a:moveTo>
                  <a:lnTo>
                    <a:pt x="1" y="118"/>
                  </a:lnTo>
                  <a:lnTo>
                    <a:pt x="231" y="118"/>
                  </a:lnTo>
                  <a:lnTo>
                    <a:pt x="231"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8"/>
            <p:cNvSpPr/>
            <p:nvPr/>
          </p:nvSpPr>
          <p:spPr>
            <a:xfrm>
              <a:off x="5837742" y="4496962"/>
              <a:ext cx="65752" cy="34618"/>
            </a:xfrm>
            <a:custGeom>
              <a:rect b="b" l="l" r="r" t="t"/>
              <a:pathLst>
                <a:path extrusionOk="0" h="119" w="226">
                  <a:moveTo>
                    <a:pt x="0" y="1"/>
                  </a:moveTo>
                  <a:lnTo>
                    <a:pt x="0" y="118"/>
                  </a:lnTo>
                  <a:lnTo>
                    <a:pt x="226" y="118"/>
                  </a:lnTo>
                  <a:lnTo>
                    <a:pt x="226"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8"/>
            <p:cNvSpPr/>
            <p:nvPr/>
          </p:nvSpPr>
          <p:spPr>
            <a:xfrm>
              <a:off x="6649976" y="3637490"/>
              <a:ext cx="4598" cy="4470"/>
            </a:xfrm>
            <a:custGeom>
              <a:rect b="b" l="l" r="r" t="t"/>
              <a:pathLst>
                <a:path extrusionOk="0" h="35" w="36">
                  <a:moveTo>
                    <a:pt x="1" y="0"/>
                  </a:moveTo>
                  <a:lnTo>
                    <a:pt x="27" y="34"/>
                  </a:lnTo>
                  <a:lnTo>
                    <a:pt x="35" y="34"/>
                  </a:lnTo>
                  <a:lnTo>
                    <a:pt x="1"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9" name="Google Shape;299;p18"/>
          <p:cNvSpPr/>
          <p:nvPr/>
        </p:nvSpPr>
        <p:spPr>
          <a:xfrm rot="900033">
            <a:off x="7227958" y="1568658"/>
            <a:ext cx="4598" cy="4470"/>
          </a:xfrm>
          <a:custGeom>
            <a:rect b="b" l="l" r="r" t="t"/>
            <a:pathLst>
              <a:path extrusionOk="0" h="35" w="36">
                <a:moveTo>
                  <a:pt x="1" y="0"/>
                </a:moveTo>
                <a:lnTo>
                  <a:pt x="27" y="34"/>
                </a:lnTo>
                <a:lnTo>
                  <a:pt x="35" y="34"/>
                </a:lnTo>
                <a:lnTo>
                  <a:pt x="1"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8"/>
          <p:cNvSpPr/>
          <p:nvPr/>
        </p:nvSpPr>
        <p:spPr>
          <a:xfrm rot="900064">
            <a:off x="6953395" y="1218776"/>
            <a:ext cx="1287683" cy="1287683"/>
          </a:xfrm>
          <a:prstGeom prst="pie">
            <a:avLst>
              <a:gd fmla="val 14382776" name="adj1"/>
              <a:gd fmla="val 21460693" name="adj2"/>
            </a:avLst>
          </a:prstGeom>
          <a:solidFill>
            <a:srgbClr val="FAF7EF"/>
          </a:solidFill>
          <a:ln cap="flat" cmpd="sng" w="19050">
            <a:solidFill>
              <a:srgbClr val="2F6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8"/>
          <p:cNvSpPr/>
          <p:nvPr/>
        </p:nvSpPr>
        <p:spPr>
          <a:xfrm rot="900064">
            <a:off x="6953395" y="1218776"/>
            <a:ext cx="1287683" cy="1287683"/>
          </a:xfrm>
          <a:prstGeom prst="pie">
            <a:avLst>
              <a:gd fmla="val 21249271" name="adj1"/>
              <a:gd fmla="val 7379660" name="adj2"/>
            </a:avLst>
          </a:prstGeom>
          <a:solidFill>
            <a:srgbClr val="FAF7EF"/>
          </a:solidFill>
          <a:ln cap="flat" cmpd="sng" w="19050">
            <a:solidFill>
              <a:srgbClr val="A748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8"/>
          <p:cNvSpPr/>
          <p:nvPr/>
        </p:nvSpPr>
        <p:spPr>
          <a:xfrm rot="900064">
            <a:off x="6953395" y="1218776"/>
            <a:ext cx="1287683" cy="1287683"/>
          </a:xfrm>
          <a:prstGeom prst="pie">
            <a:avLst>
              <a:gd fmla="val 7348780" name="adj1"/>
              <a:gd fmla="val 15975568" name="adj2"/>
            </a:avLst>
          </a:prstGeom>
          <a:solidFill>
            <a:srgbClr val="FAF7EF"/>
          </a:solidFill>
          <a:ln cap="flat" cmpd="sng" w="19050">
            <a:solidFill>
              <a:srgbClr val="E255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8"/>
          <p:cNvSpPr/>
          <p:nvPr/>
        </p:nvSpPr>
        <p:spPr>
          <a:xfrm rot="900028">
            <a:off x="6297948" y="2805074"/>
            <a:ext cx="1651683" cy="1647973"/>
          </a:xfrm>
          <a:prstGeom prst="roundRect">
            <a:avLst>
              <a:gd fmla="val 16667" name="adj"/>
            </a:avLst>
          </a:prstGeom>
          <a:noFill/>
          <a:ln cap="flat" cmpd="sng" w="19050">
            <a:solidFill>
              <a:srgbClr val="C7C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 name="Google Shape;304;p18"/>
          <p:cNvGrpSpPr/>
          <p:nvPr/>
        </p:nvGrpSpPr>
        <p:grpSpPr>
          <a:xfrm rot="899960">
            <a:off x="6502031" y="2981459"/>
            <a:ext cx="1216764" cy="1287562"/>
            <a:chOff x="4210050" y="3676650"/>
            <a:chExt cx="1216800" cy="1287600"/>
          </a:xfrm>
        </p:grpSpPr>
        <p:sp>
          <p:nvSpPr>
            <p:cNvPr id="305" name="Google Shape;305;p18"/>
            <p:cNvSpPr/>
            <p:nvPr/>
          </p:nvSpPr>
          <p:spPr>
            <a:xfrm>
              <a:off x="4210050" y="3676650"/>
              <a:ext cx="340500" cy="1287600"/>
            </a:xfrm>
            <a:prstGeom prst="rect">
              <a:avLst/>
            </a:prstGeom>
            <a:noFill/>
            <a:ln cap="flat" cmpd="sng" w="19050">
              <a:solidFill>
                <a:srgbClr val="E255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8"/>
            <p:cNvSpPr/>
            <p:nvPr/>
          </p:nvSpPr>
          <p:spPr>
            <a:xfrm>
              <a:off x="4648200" y="4019550"/>
              <a:ext cx="340500" cy="944700"/>
            </a:xfrm>
            <a:prstGeom prst="rect">
              <a:avLst/>
            </a:prstGeom>
            <a:noFill/>
            <a:ln cap="flat" cmpd="sng" w="19050">
              <a:solidFill>
                <a:srgbClr val="2F6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8"/>
            <p:cNvSpPr/>
            <p:nvPr/>
          </p:nvSpPr>
          <p:spPr>
            <a:xfrm>
              <a:off x="5086350" y="4362450"/>
              <a:ext cx="340500" cy="601800"/>
            </a:xfrm>
            <a:prstGeom prst="rect">
              <a:avLst/>
            </a:prstGeom>
            <a:noFill/>
            <a:ln cap="flat" cmpd="sng" w="19050">
              <a:solidFill>
                <a:srgbClr val="A748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8" name="Google Shape;308;p18"/>
          <p:cNvSpPr/>
          <p:nvPr/>
        </p:nvSpPr>
        <p:spPr>
          <a:xfrm rot="900028">
            <a:off x="6771276" y="1038589"/>
            <a:ext cx="1651683" cy="1647973"/>
          </a:xfrm>
          <a:prstGeom prst="roundRect">
            <a:avLst>
              <a:gd fmla="val 16667" name="adj"/>
            </a:avLst>
          </a:prstGeom>
          <a:noFill/>
          <a:ln cap="flat" cmpd="sng" w="19050">
            <a:solidFill>
              <a:srgbClr val="C7C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 name="Google Shape;309;p18"/>
          <p:cNvGrpSpPr/>
          <p:nvPr/>
        </p:nvGrpSpPr>
        <p:grpSpPr>
          <a:xfrm rot="899960">
            <a:off x="6220593" y="178811"/>
            <a:ext cx="2344022" cy="4785879"/>
            <a:chOff x="5812139" y="178733"/>
            <a:chExt cx="2344092" cy="4786022"/>
          </a:xfrm>
        </p:grpSpPr>
        <p:sp>
          <p:nvSpPr>
            <p:cNvPr id="310" name="Google Shape;310;p18"/>
            <p:cNvSpPr/>
            <p:nvPr/>
          </p:nvSpPr>
          <p:spPr>
            <a:xfrm>
              <a:off x="5837742" y="178745"/>
              <a:ext cx="2294353" cy="4786010"/>
            </a:xfrm>
            <a:custGeom>
              <a:rect b="b" l="l" r="r" t="t"/>
              <a:pathLst>
                <a:path extrusionOk="0" h="16452" w="7886">
                  <a:moveTo>
                    <a:pt x="994" y="1"/>
                  </a:moveTo>
                  <a:cubicBezTo>
                    <a:pt x="446" y="1"/>
                    <a:pt x="0" y="447"/>
                    <a:pt x="0" y="995"/>
                  </a:cubicBezTo>
                  <a:lnTo>
                    <a:pt x="0" y="2342"/>
                  </a:lnTo>
                  <a:lnTo>
                    <a:pt x="0" y="2724"/>
                  </a:lnTo>
                  <a:lnTo>
                    <a:pt x="0" y="3434"/>
                  </a:lnTo>
                  <a:lnTo>
                    <a:pt x="0" y="4658"/>
                  </a:lnTo>
                  <a:lnTo>
                    <a:pt x="0" y="4957"/>
                  </a:lnTo>
                  <a:lnTo>
                    <a:pt x="0" y="6181"/>
                  </a:lnTo>
                  <a:lnTo>
                    <a:pt x="0" y="15457"/>
                  </a:lnTo>
                  <a:cubicBezTo>
                    <a:pt x="0" y="16006"/>
                    <a:pt x="446" y="16451"/>
                    <a:pt x="994" y="16451"/>
                  </a:cubicBezTo>
                  <a:lnTo>
                    <a:pt x="6886" y="16451"/>
                  </a:lnTo>
                  <a:cubicBezTo>
                    <a:pt x="7439" y="16451"/>
                    <a:pt x="7885" y="16006"/>
                    <a:pt x="7885" y="15457"/>
                  </a:cubicBezTo>
                  <a:lnTo>
                    <a:pt x="7885" y="5079"/>
                  </a:lnTo>
                  <a:lnTo>
                    <a:pt x="7885" y="3860"/>
                  </a:lnTo>
                  <a:lnTo>
                    <a:pt x="7885" y="995"/>
                  </a:lnTo>
                  <a:cubicBezTo>
                    <a:pt x="7885" y="447"/>
                    <a:pt x="7439" y="1"/>
                    <a:pt x="6886" y="1"/>
                  </a:cubicBezTo>
                  <a:lnTo>
                    <a:pt x="5946" y="1"/>
                  </a:lnTo>
                  <a:lnTo>
                    <a:pt x="5946" y="265"/>
                  </a:lnTo>
                  <a:lnTo>
                    <a:pt x="6866" y="265"/>
                  </a:lnTo>
                  <a:cubicBezTo>
                    <a:pt x="7302" y="265"/>
                    <a:pt x="7655" y="618"/>
                    <a:pt x="7655" y="1054"/>
                  </a:cubicBezTo>
                  <a:lnTo>
                    <a:pt x="7655" y="15398"/>
                  </a:lnTo>
                  <a:cubicBezTo>
                    <a:pt x="7655" y="15834"/>
                    <a:pt x="7302" y="16187"/>
                    <a:pt x="6866" y="16187"/>
                  </a:cubicBezTo>
                  <a:lnTo>
                    <a:pt x="1014" y="16187"/>
                  </a:lnTo>
                  <a:cubicBezTo>
                    <a:pt x="578" y="16187"/>
                    <a:pt x="226" y="15834"/>
                    <a:pt x="226" y="15398"/>
                  </a:cubicBezTo>
                  <a:lnTo>
                    <a:pt x="226" y="1054"/>
                  </a:lnTo>
                  <a:cubicBezTo>
                    <a:pt x="226" y="618"/>
                    <a:pt x="578" y="265"/>
                    <a:pt x="1014" y="265"/>
                  </a:cubicBezTo>
                  <a:lnTo>
                    <a:pt x="1935" y="265"/>
                  </a:lnTo>
                  <a:lnTo>
                    <a:pt x="1935" y="1"/>
                  </a:lnTo>
                  <a:close/>
                </a:path>
              </a:pathLst>
            </a:cu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8"/>
            <p:cNvSpPr/>
            <p:nvPr/>
          </p:nvSpPr>
          <p:spPr>
            <a:xfrm>
              <a:off x="5903203" y="255835"/>
              <a:ext cx="2161684" cy="4631829"/>
            </a:xfrm>
            <a:custGeom>
              <a:rect b="b" l="l" r="r" t="t"/>
              <a:pathLst>
                <a:path extrusionOk="0" h="15922" w="7430">
                  <a:moveTo>
                    <a:pt x="789" y="0"/>
                  </a:moveTo>
                  <a:cubicBezTo>
                    <a:pt x="353" y="0"/>
                    <a:pt x="1" y="353"/>
                    <a:pt x="1" y="789"/>
                  </a:cubicBezTo>
                  <a:lnTo>
                    <a:pt x="1" y="15133"/>
                  </a:lnTo>
                  <a:cubicBezTo>
                    <a:pt x="1" y="15569"/>
                    <a:pt x="353" y="15922"/>
                    <a:pt x="789" y="15922"/>
                  </a:cubicBezTo>
                  <a:lnTo>
                    <a:pt x="6641" y="15922"/>
                  </a:lnTo>
                  <a:cubicBezTo>
                    <a:pt x="7077" y="15922"/>
                    <a:pt x="7430" y="15569"/>
                    <a:pt x="7430" y="15133"/>
                  </a:cubicBezTo>
                  <a:lnTo>
                    <a:pt x="7430" y="789"/>
                  </a:lnTo>
                  <a:cubicBezTo>
                    <a:pt x="7430" y="353"/>
                    <a:pt x="7077" y="0"/>
                    <a:pt x="6641" y="0"/>
                  </a:cubicBezTo>
                  <a:lnTo>
                    <a:pt x="5721" y="0"/>
                  </a:lnTo>
                  <a:lnTo>
                    <a:pt x="5721" y="265"/>
                  </a:lnTo>
                  <a:cubicBezTo>
                    <a:pt x="5721" y="485"/>
                    <a:pt x="5544" y="666"/>
                    <a:pt x="5324" y="666"/>
                  </a:cubicBezTo>
                  <a:lnTo>
                    <a:pt x="2111" y="666"/>
                  </a:lnTo>
                  <a:cubicBezTo>
                    <a:pt x="1891" y="666"/>
                    <a:pt x="1710" y="485"/>
                    <a:pt x="1710" y="265"/>
                  </a:cubicBezTo>
                  <a:lnTo>
                    <a:pt x="1710" y="0"/>
                  </a:lnTo>
                  <a:close/>
                </a:path>
              </a:pathLst>
            </a:custGeom>
            <a:solidFill>
              <a:srgbClr val="FA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6395153" y="178733"/>
              <a:ext cx="1177783" cy="271144"/>
            </a:xfrm>
            <a:custGeom>
              <a:rect b="b" l="l" r="r" t="t"/>
              <a:pathLst>
                <a:path extrusionOk="0" h="932" w="4012">
                  <a:moveTo>
                    <a:pt x="2503" y="471"/>
                  </a:moveTo>
                  <a:cubicBezTo>
                    <a:pt x="2547" y="471"/>
                    <a:pt x="2582" y="505"/>
                    <a:pt x="2582" y="549"/>
                  </a:cubicBezTo>
                  <a:cubicBezTo>
                    <a:pt x="2582" y="589"/>
                    <a:pt x="2547" y="623"/>
                    <a:pt x="2503" y="623"/>
                  </a:cubicBezTo>
                  <a:lnTo>
                    <a:pt x="1509" y="623"/>
                  </a:lnTo>
                  <a:cubicBezTo>
                    <a:pt x="1470" y="623"/>
                    <a:pt x="1431" y="589"/>
                    <a:pt x="1431" y="549"/>
                  </a:cubicBezTo>
                  <a:cubicBezTo>
                    <a:pt x="1431" y="505"/>
                    <a:pt x="1470" y="471"/>
                    <a:pt x="1509" y="471"/>
                  </a:cubicBezTo>
                  <a:close/>
                  <a:moveTo>
                    <a:pt x="2924" y="461"/>
                  </a:moveTo>
                  <a:cubicBezTo>
                    <a:pt x="2973" y="461"/>
                    <a:pt x="3013" y="500"/>
                    <a:pt x="3013" y="549"/>
                  </a:cubicBezTo>
                  <a:cubicBezTo>
                    <a:pt x="3013" y="593"/>
                    <a:pt x="2973" y="633"/>
                    <a:pt x="2924" y="633"/>
                  </a:cubicBezTo>
                  <a:cubicBezTo>
                    <a:pt x="2876" y="633"/>
                    <a:pt x="2836" y="593"/>
                    <a:pt x="2836" y="549"/>
                  </a:cubicBezTo>
                  <a:cubicBezTo>
                    <a:pt x="2836" y="500"/>
                    <a:pt x="2876" y="461"/>
                    <a:pt x="2924" y="461"/>
                  </a:cubicBezTo>
                  <a:close/>
                  <a:moveTo>
                    <a:pt x="1" y="1"/>
                  </a:moveTo>
                  <a:lnTo>
                    <a:pt x="1" y="265"/>
                  </a:lnTo>
                  <a:lnTo>
                    <a:pt x="1" y="530"/>
                  </a:lnTo>
                  <a:cubicBezTo>
                    <a:pt x="1" y="750"/>
                    <a:pt x="182" y="931"/>
                    <a:pt x="402" y="931"/>
                  </a:cubicBezTo>
                  <a:lnTo>
                    <a:pt x="3615" y="931"/>
                  </a:lnTo>
                  <a:cubicBezTo>
                    <a:pt x="3835" y="931"/>
                    <a:pt x="4012" y="750"/>
                    <a:pt x="4012" y="530"/>
                  </a:cubicBezTo>
                  <a:lnTo>
                    <a:pt x="4012" y="265"/>
                  </a:lnTo>
                  <a:lnTo>
                    <a:pt x="4012" y="1"/>
                  </a:lnTo>
                  <a:close/>
                </a:path>
              </a:pathLst>
            </a:cu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5854616" y="197363"/>
              <a:ext cx="2260313" cy="4748774"/>
            </a:xfrm>
            <a:custGeom>
              <a:rect b="b" l="l" r="r" t="t"/>
              <a:pathLst>
                <a:path extrusionOk="0" h="16324" w="7769">
                  <a:moveTo>
                    <a:pt x="6755" y="16324"/>
                  </a:moveTo>
                  <a:lnTo>
                    <a:pt x="1010" y="16324"/>
                  </a:lnTo>
                  <a:cubicBezTo>
                    <a:pt x="452" y="16324"/>
                    <a:pt x="1" y="15863"/>
                    <a:pt x="1" y="15300"/>
                  </a:cubicBezTo>
                  <a:lnTo>
                    <a:pt x="1" y="1024"/>
                  </a:lnTo>
                  <a:cubicBezTo>
                    <a:pt x="1" y="461"/>
                    <a:pt x="452" y="1"/>
                    <a:pt x="1010" y="1"/>
                  </a:cubicBezTo>
                  <a:lnTo>
                    <a:pt x="6755" y="1"/>
                  </a:lnTo>
                  <a:cubicBezTo>
                    <a:pt x="7313" y="1"/>
                    <a:pt x="7768" y="461"/>
                    <a:pt x="7768" y="1024"/>
                  </a:cubicBezTo>
                  <a:lnTo>
                    <a:pt x="7768" y="15300"/>
                  </a:lnTo>
                  <a:cubicBezTo>
                    <a:pt x="7768" y="15863"/>
                    <a:pt x="7313" y="16324"/>
                    <a:pt x="6755" y="16324"/>
                  </a:cubicBezTo>
                  <a:close/>
                  <a:moveTo>
                    <a:pt x="1010" y="79"/>
                  </a:moveTo>
                  <a:cubicBezTo>
                    <a:pt x="496" y="79"/>
                    <a:pt x="79" y="500"/>
                    <a:pt x="79" y="1024"/>
                  </a:cubicBezTo>
                  <a:lnTo>
                    <a:pt x="79" y="15300"/>
                  </a:lnTo>
                  <a:cubicBezTo>
                    <a:pt x="79" y="15819"/>
                    <a:pt x="496" y="16245"/>
                    <a:pt x="1010" y="16245"/>
                  </a:cubicBezTo>
                  <a:lnTo>
                    <a:pt x="6755" y="16245"/>
                  </a:lnTo>
                  <a:cubicBezTo>
                    <a:pt x="7269" y="16245"/>
                    <a:pt x="7685" y="15819"/>
                    <a:pt x="7685" y="15300"/>
                  </a:cubicBezTo>
                  <a:lnTo>
                    <a:pt x="7685" y="1024"/>
                  </a:lnTo>
                  <a:cubicBezTo>
                    <a:pt x="7685" y="500"/>
                    <a:pt x="7269" y="79"/>
                    <a:pt x="6755" y="79"/>
                  </a:cubicBezTo>
                  <a:lnTo>
                    <a:pt x="1010" y="79"/>
                  </a:lnTo>
                  <a:close/>
                </a:path>
              </a:pathLst>
            </a:cu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8"/>
            <p:cNvSpPr/>
            <p:nvPr/>
          </p:nvSpPr>
          <p:spPr>
            <a:xfrm>
              <a:off x="7228085" y="312853"/>
              <a:ext cx="51496" cy="50036"/>
            </a:xfrm>
            <a:custGeom>
              <a:rect b="b" l="l" r="r" t="t"/>
              <a:pathLst>
                <a:path extrusionOk="0" h="172" w="177">
                  <a:moveTo>
                    <a:pt x="88" y="0"/>
                  </a:moveTo>
                  <a:cubicBezTo>
                    <a:pt x="40" y="0"/>
                    <a:pt x="0" y="39"/>
                    <a:pt x="0" y="88"/>
                  </a:cubicBezTo>
                  <a:cubicBezTo>
                    <a:pt x="0" y="132"/>
                    <a:pt x="40" y="172"/>
                    <a:pt x="88" y="172"/>
                  </a:cubicBezTo>
                  <a:cubicBezTo>
                    <a:pt x="137" y="172"/>
                    <a:pt x="177" y="132"/>
                    <a:pt x="177" y="88"/>
                  </a:cubicBezTo>
                  <a:cubicBezTo>
                    <a:pt x="177" y="39"/>
                    <a:pt x="137" y="0"/>
                    <a:pt x="88" y="0"/>
                  </a:cubicBezTo>
                  <a:close/>
                </a:path>
              </a:pathLst>
            </a:custGeom>
            <a:solidFill>
              <a:srgbClr val="F6FCAA"/>
            </a:solidFill>
            <a:ln cap="flat" cmpd="sng" w="9525">
              <a:solidFill>
                <a:srgbClr val="F6F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6816459" y="315471"/>
              <a:ext cx="335163" cy="44509"/>
            </a:xfrm>
            <a:custGeom>
              <a:rect b="b" l="l" r="r" t="t"/>
              <a:pathLst>
                <a:path extrusionOk="0" h="153" w="1152">
                  <a:moveTo>
                    <a:pt x="79" y="1"/>
                  </a:moveTo>
                  <a:cubicBezTo>
                    <a:pt x="40" y="1"/>
                    <a:pt x="1" y="35"/>
                    <a:pt x="1" y="79"/>
                  </a:cubicBezTo>
                  <a:cubicBezTo>
                    <a:pt x="1" y="119"/>
                    <a:pt x="40" y="153"/>
                    <a:pt x="79" y="153"/>
                  </a:cubicBezTo>
                  <a:lnTo>
                    <a:pt x="1073" y="153"/>
                  </a:lnTo>
                  <a:cubicBezTo>
                    <a:pt x="1117" y="153"/>
                    <a:pt x="1152" y="119"/>
                    <a:pt x="1152" y="79"/>
                  </a:cubicBezTo>
                  <a:cubicBezTo>
                    <a:pt x="1152" y="35"/>
                    <a:pt x="1117" y="1"/>
                    <a:pt x="1073" y="1"/>
                  </a:cubicBezTo>
                  <a:close/>
                </a:path>
              </a:pathLst>
            </a:custGeom>
            <a:solidFill>
              <a:srgbClr val="F6FCAA"/>
            </a:solidFill>
            <a:ln cap="flat" cmpd="sng" w="9525">
              <a:solidFill>
                <a:srgbClr val="F6F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p:nvPr/>
          </p:nvSpPr>
          <p:spPr>
            <a:xfrm>
              <a:off x="6934871" y="664559"/>
              <a:ext cx="98629" cy="121599"/>
            </a:xfrm>
            <a:custGeom>
              <a:rect b="b" l="l" r="r" t="t"/>
              <a:pathLst>
                <a:path extrusionOk="0" h="418" w="339">
                  <a:moveTo>
                    <a:pt x="172" y="65"/>
                  </a:moveTo>
                  <a:cubicBezTo>
                    <a:pt x="230" y="65"/>
                    <a:pt x="279" y="114"/>
                    <a:pt x="279" y="172"/>
                  </a:cubicBezTo>
                  <a:lnTo>
                    <a:pt x="279" y="353"/>
                  </a:lnTo>
                  <a:lnTo>
                    <a:pt x="64" y="353"/>
                  </a:lnTo>
                  <a:lnTo>
                    <a:pt x="64" y="172"/>
                  </a:lnTo>
                  <a:cubicBezTo>
                    <a:pt x="64" y="114"/>
                    <a:pt x="113" y="65"/>
                    <a:pt x="172" y="65"/>
                  </a:cubicBezTo>
                  <a:close/>
                  <a:moveTo>
                    <a:pt x="172" y="1"/>
                  </a:moveTo>
                  <a:cubicBezTo>
                    <a:pt x="79" y="1"/>
                    <a:pt x="0" y="79"/>
                    <a:pt x="0" y="172"/>
                  </a:cubicBezTo>
                  <a:lnTo>
                    <a:pt x="0" y="417"/>
                  </a:lnTo>
                  <a:lnTo>
                    <a:pt x="338" y="417"/>
                  </a:lnTo>
                  <a:lnTo>
                    <a:pt x="338" y="172"/>
                  </a:lnTo>
                  <a:cubicBezTo>
                    <a:pt x="338" y="79"/>
                    <a:pt x="265" y="1"/>
                    <a:pt x="172"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a:off x="6914796" y="735831"/>
              <a:ext cx="138487" cy="81454"/>
            </a:xfrm>
            <a:custGeom>
              <a:rect b="b" l="l" r="r" t="t"/>
              <a:pathLst>
                <a:path extrusionOk="0" h="280" w="476">
                  <a:moveTo>
                    <a:pt x="50" y="1"/>
                  </a:moveTo>
                  <a:cubicBezTo>
                    <a:pt x="20" y="1"/>
                    <a:pt x="1" y="25"/>
                    <a:pt x="1" y="50"/>
                  </a:cubicBezTo>
                  <a:lnTo>
                    <a:pt x="1" y="231"/>
                  </a:lnTo>
                  <a:cubicBezTo>
                    <a:pt x="1" y="260"/>
                    <a:pt x="20" y="280"/>
                    <a:pt x="50" y="280"/>
                  </a:cubicBezTo>
                  <a:lnTo>
                    <a:pt x="427" y="280"/>
                  </a:lnTo>
                  <a:cubicBezTo>
                    <a:pt x="456" y="280"/>
                    <a:pt x="476" y="260"/>
                    <a:pt x="476" y="231"/>
                  </a:cubicBezTo>
                  <a:lnTo>
                    <a:pt x="476" y="50"/>
                  </a:lnTo>
                  <a:cubicBezTo>
                    <a:pt x="476" y="25"/>
                    <a:pt x="456" y="1"/>
                    <a:pt x="427"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a:off x="7712841" y="334089"/>
              <a:ext cx="88446" cy="68654"/>
            </a:xfrm>
            <a:custGeom>
              <a:rect b="b" l="l" r="r" t="t"/>
              <a:pathLst>
                <a:path extrusionOk="0" h="236" w="304">
                  <a:moveTo>
                    <a:pt x="152" y="1"/>
                  </a:moveTo>
                  <a:cubicBezTo>
                    <a:pt x="93" y="1"/>
                    <a:pt x="39" y="25"/>
                    <a:pt x="0" y="59"/>
                  </a:cubicBezTo>
                  <a:lnTo>
                    <a:pt x="25" y="84"/>
                  </a:lnTo>
                  <a:cubicBezTo>
                    <a:pt x="54" y="50"/>
                    <a:pt x="103" y="30"/>
                    <a:pt x="152" y="30"/>
                  </a:cubicBezTo>
                  <a:cubicBezTo>
                    <a:pt x="201" y="30"/>
                    <a:pt x="245" y="50"/>
                    <a:pt x="279" y="84"/>
                  </a:cubicBezTo>
                  <a:lnTo>
                    <a:pt x="304" y="59"/>
                  </a:lnTo>
                  <a:cubicBezTo>
                    <a:pt x="265" y="25"/>
                    <a:pt x="211" y="1"/>
                    <a:pt x="152" y="1"/>
                  </a:cubicBezTo>
                  <a:close/>
                  <a:moveTo>
                    <a:pt x="152" y="59"/>
                  </a:moveTo>
                  <a:cubicBezTo>
                    <a:pt x="108" y="59"/>
                    <a:pt x="74" y="79"/>
                    <a:pt x="44" y="104"/>
                  </a:cubicBezTo>
                  <a:lnTo>
                    <a:pt x="69" y="128"/>
                  </a:lnTo>
                  <a:cubicBezTo>
                    <a:pt x="88" y="104"/>
                    <a:pt x="118" y="94"/>
                    <a:pt x="152" y="94"/>
                  </a:cubicBezTo>
                  <a:cubicBezTo>
                    <a:pt x="186" y="94"/>
                    <a:pt x="216" y="104"/>
                    <a:pt x="235" y="128"/>
                  </a:cubicBezTo>
                  <a:lnTo>
                    <a:pt x="260" y="104"/>
                  </a:lnTo>
                  <a:cubicBezTo>
                    <a:pt x="230" y="79"/>
                    <a:pt x="191" y="59"/>
                    <a:pt x="152" y="59"/>
                  </a:cubicBezTo>
                  <a:close/>
                  <a:moveTo>
                    <a:pt x="152" y="128"/>
                  </a:moveTo>
                  <a:cubicBezTo>
                    <a:pt x="128" y="128"/>
                    <a:pt x="108" y="138"/>
                    <a:pt x="93" y="152"/>
                  </a:cubicBezTo>
                  <a:lnTo>
                    <a:pt x="118" y="177"/>
                  </a:lnTo>
                  <a:cubicBezTo>
                    <a:pt x="123" y="167"/>
                    <a:pt x="137" y="162"/>
                    <a:pt x="152" y="162"/>
                  </a:cubicBezTo>
                  <a:cubicBezTo>
                    <a:pt x="167" y="162"/>
                    <a:pt x="177" y="167"/>
                    <a:pt x="186" y="177"/>
                  </a:cubicBezTo>
                  <a:lnTo>
                    <a:pt x="211" y="152"/>
                  </a:lnTo>
                  <a:cubicBezTo>
                    <a:pt x="196" y="138"/>
                    <a:pt x="172" y="128"/>
                    <a:pt x="152" y="128"/>
                  </a:cubicBezTo>
                  <a:close/>
                  <a:moveTo>
                    <a:pt x="152" y="187"/>
                  </a:moveTo>
                  <a:cubicBezTo>
                    <a:pt x="137" y="187"/>
                    <a:pt x="128" y="197"/>
                    <a:pt x="128" y="211"/>
                  </a:cubicBezTo>
                  <a:cubicBezTo>
                    <a:pt x="128" y="226"/>
                    <a:pt x="137" y="236"/>
                    <a:pt x="152" y="236"/>
                  </a:cubicBezTo>
                  <a:cubicBezTo>
                    <a:pt x="167" y="236"/>
                    <a:pt x="177" y="226"/>
                    <a:pt x="177" y="211"/>
                  </a:cubicBezTo>
                  <a:cubicBezTo>
                    <a:pt x="177" y="197"/>
                    <a:pt x="167" y="187"/>
                    <a:pt x="152" y="187"/>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8"/>
            <p:cNvSpPr/>
            <p:nvPr/>
          </p:nvSpPr>
          <p:spPr>
            <a:xfrm>
              <a:off x="7614503" y="343980"/>
              <a:ext cx="77099" cy="57309"/>
            </a:xfrm>
            <a:custGeom>
              <a:rect b="b" l="l" r="r" t="t"/>
              <a:pathLst>
                <a:path extrusionOk="0" h="197" w="265">
                  <a:moveTo>
                    <a:pt x="0" y="143"/>
                  </a:moveTo>
                  <a:lnTo>
                    <a:pt x="0" y="192"/>
                  </a:lnTo>
                  <a:lnTo>
                    <a:pt x="30" y="192"/>
                  </a:lnTo>
                  <a:lnTo>
                    <a:pt x="30" y="143"/>
                  </a:lnTo>
                  <a:close/>
                  <a:moveTo>
                    <a:pt x="59" y="109"/>
                  </a:moveTo>
                  <a:lnTo>
                    <a:pt x="59" y="192"/>
                  </a:lnTo>
                  <a:lnTo>
                    <a:pt x="88" y="192"/>
                  </a:lnTo>
                  <a:lnTo>
                    <a:pt x="88" y="109"/>
                  </a:lnTo>
                  <a:close/>
                  <a:moveTo>
                    <a:pt x="118" y="70"/>
                  </a:moveTo>
                  <a:lnTo>
                    <a:pt x="118" y="192"/>
                  </a:lnTo>
                  <a:lnTo>
                    <a:pt x="147" y="192"/>
                  </a:lnTo>
                  <a:lnTo>
                    <a:pt x="147" y="70"/>
                  </a:lnTo>
                  <a:close/>
                  <a:moveTo>
                    <a:pt x="177" y="35"/>
                  </a:moveTo>
                  <a:lnTo>
                    <a:pt x="177" y="192"/>
                  </a:lnTo>
                  <a:lnTo>
                    <a:pt x="206" y="192"/>
                  </a:lnTo>
                  <a:lnTo>
                    <a:pt x="206" y="35"/>
                  </a:lnTo>
                  <a:close/>
                  <a:moveTo>
                    <a:pt x="235" y="1"/>
                  </a:moveTo>
                  <a:lnTo>
                    <a:pt x="235" y="197"/>
                  </a:lnTo>
                  <a:lnTo>
                    <a:pt x="265" y="197"/>
                  </a:lnTo>
                  <a:lnTo>
                    <a:pt x="265" y="1"/>
                  </a:ln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8"/>
            <p:cNvSpPr/>
            <p:nvPr/>
          </p:nvSpPr>
          <p:spPr>
            <a:xfrm>
              <a:off x="7823979" y="345434"/>
              <a:ext cx="115503" cy="55854"/>
            </a:xfrm>
            <a:custGeom>
              <a:rect b="b" l="l" r="r" t="t"/>
              <a:pathLst>
                <a:path extrusionOk="0" h="192" w="397">
                  <a:moveTo>
                    <a:pt x="44" y="20"/>
                  </a:moveTo>
                  <a:cubicBezTo>
                    <a:pt x="30" y="20"/>
                    <a:pt x="20" y="35"/>
                    <a:pt x="20" y="50"/>
                  </a:cubicBezTo>
                  <a:lnTo>
                    <a:pt x="20" y="148"/>
                  </a:lnTo>
                  <a:cubicBezTo>
                    <a:pt x="20" y="162"/>
                    <a:pt x="30" y="172"/>
                    <a:pt x="44" y="172"/>
                  </a:cubicBezTo>
                  <a:lnTo>
                    <a:pt x="274" y="172"/>
                  </a:lnTo>
                  <a:lnTo>
                    <a:pt x="274" y="20"/>
                  </a:lnTo>
                  <a:close/>
                  <a:moveTo>
                    <a:pt x="338" y="11"/>
                  </a:moveTo>
                  <a:cubicBezTo>
                    <a:pt x="358" y="11"/>
                    <a:pt x="372" y="25"/>
                    <a:pt x="372" y="45"/>
                  </a:cubicBezTo>
                  <a:lnTo>
                    <a:pt x="372" y="153"/>
                  </a:lnTo>
                  <a:cubicBezTo>
                    <a:pt x="372" y="172"/>
                    <a:pt x="358" y="187"/>
                    <a:pt x="338" y="187"/>
                  </a:cubicBezTo>
                  <a:lnTo>
                    <a:pt x="39" y="187"/>
                  </a:lnTo>
                  <a:cubicBezTo>
                    <a:pt x="25" y="187"/>
                    <a:pt x="5" y="172"/>
                    <a:pt x="5" y="153"/>
                  </a:cubicBezTo>
                  <a:lnTo>
                    <a:pt x="5" y="45"/>
                  </a:lnTo>
                  <a:cubicBezTo>
                    <a:pt x="5" y="25"/>
                    <a:pt x="25" y="11"/>
                    <a:pt x="39" y="11"/>
                  </a:cubicBezTo>
                  <a:close/>
                  <a:moveTo>
                    <a:pt x="39" y="1"/>
                  </a:moveTo>
                  <a:cubicBezTo>
                    <a:pt x="20" y="1"/>
                    <a:pt x="0" y="20"/>
                    <a:pt x="0" y="45"/>
                  </a:cubicBezTo>
                  <a:lnTo>
                    <a:pt x="0" y="153"/>
                  </a:lnTo>
                  <a:cubicBezTo>
                    <a:pt x="0" y="172"/>
                    <a:pt x="20" y="192"/>
                    <a:pt x="39" y="192"/>
                  </a:cubicBezTo>
                  <a:lnTo>
                    <a:pt x="338" y="192"/>
                  </a:lnTo>
                  <a:cubicBezTo>
                    <a:pt x="363" y="192"/>
                    <a:pt x="377" y="172"/>
                    <a:pt x="377" y="153"/>
                  </a:cubicBezTo>
                  <a:lnTo>
                    <a:pt x="377" y="123"/>
                  </a:lnTo>
                  <a:lnTo>
                    <a:pt x="397" y="123"/>
                  </a:lnTo>
                  <a:lnTo>
                    <a:pt x="397" y="74"/>
                  </a:lnTo>
                  <a:lnTo>
                    <a:pt x="377" y="74"/>
                  </a:lnTo>
                  <a:lnTo>
                    <a:pt x="377" y="45"/>
                  </a:lnTo>
                  <a:cubicBezTo>
                    <a:pt x="377" y="20"/>
                    <a:pt x="363" y="1"/>
                    <a:pt x="338" y="1"/>
                  </a:cubicBezTo>
                  <a:close/>
                </a:path>
              </a:pathLst>
            </a:custGeom>
            <a:solidFill>
              <a:srgbClr val="C7C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8"/>
            <p:cNvSpPr/>
            <p:nvPr/>
          </p:nvSpPr>
          <p:spPr>
            <a:xfrm>
              <a:off x="8064585" y="611905"/>
              <a:ext cx="67498" cy="33163"/>
            </a:xfrm>
            <a:custGeom>
              <a:rect b="b" l="l" r="r" t="t"/>
              <a:pathLst>
                <a:path extrusionOk="0" h="114" w="232">
                  <a:moveTo>
                    <a:pt x="1" y="1"/>
                  </a:moveTo>
                  <a:lnTo>
                    <a:pt x="1" y="113"/>
                  </a:lnTo>
                  <a:lnTo>
                    <a:pt x="231" y="113"/>
                  </a:lnTo>
                  <a:lnTo>
                    <a:pt x="231" y="1"/>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8"/>
            <p:cNvSpPr/>
            <p:nvPr/>
          </p:nvSpPr>
          <p:spPr>
            <a:xfrm>
              <a:off x="5837742" y="611905"/>
              <a:ext cx="65752" cy="33163"/>
            </a:xfrm>
            <a:custGeom>
              <a:rect b="b" l="l" r="r" t="t"/>
              <a:pathLst>
                <a:path extrusionOk="0" h="114" w="226">
                  <a:moveTo>
                    <a:pt x="0" y="1"/>
                  </a:moveTo>
                  <a:lnTo>
                    <a:pt x="0" y="113"/>
                  </a:lnTo>
                  <a:lnTo>
                    <a:pt x="226" y="113"/>
                  </a:lnTo>
                  <a:lnTo>
                    <a:pt x="226" y="1"/>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
            <p:cNvSpPr/>
            <p:nvPr/>
          </p:nvSpPr>
          <p:spPr>
            <a:xfrm>
              <a:off x="8131792" y="1301644"/>
              <a:ext cx="24439" cy="354907"/>
            </a:xfrm>
            <a:custGeom>
              <a:rect b="b" l="l" r="r" t="t"/>
              <a:pathLst>
                <a:path extrusionOk="0" h="1220" w="84">
                  <a:moveTo>
                    <a:pt x="0" y="0"/>
                  </a:moveTo>
                  <a:lnTo>
                    <a:pt x="0" y="1219"/>
                  </a:lnTo>
                  <a:lnTo>
                    <a:pt x="39" y="1219"/>
                  </a:lnTo>
                  <a:cubicBezTo>
                    <a:pt x="64" y="1219"/>
                    <a:pt x="83" y="1200"/>
                    <a:pt x="83" y="1175"/>
                  </a:cubicBezTo>
                  <a:lnTo>
                    <a:pt x="83" y="44"/>
                  </a:lnTo>
                  <a:cubicBezTo>
                    <a:pt x="83" y="20"/>
                    <a:pt x="64" y="0"/>
                    <a:pt x="39" y="0"/>
                  </a:cubicBez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8"/>
            <p:cNvSpPr/>
            <p:nvPr/>
          </p:nvSpPr>
          <p:spPr>
            <a:xfrm>
              <a:off x="5812139" y="1620769"/>
              <a:ext cx="25894" cy="356362"/>
            </a:xfrm>
            <a:custGeom>
              <a:rect b="b" l="l" r="r" t="t"/>
              <a:pathLst>
                <a:path extrusionOk="0" h="1225" w="89">
                  <a:moveTo>
                    <a:pt x="44" y="0"/>
                  </a:moveTo>
                  <a:cubicBezTo>
                    <a:pt x="20" y="0"/>
                    <a:pt x="0" y="20"/>
                    <a:pt x="0" y="49"/>
                  </a:cubicBezTo>
                  <a:lnTo>
                    <a:pt x="0" y="1180"/>
                  </a:lnTo>
                  <a:cubicBezTo>
                    <a:pt x="0" y="1205"/>
                    <a:pt x="20" y="1224"/>
                    <a:pt x="44" y="1224"/>
                  </a:cubicBezTo>
                  <a:lnTo>
                    <a:pt x="88" y="1224"/>
                  </a:lnTo>
                  <a:lnTo>
                    <a:pt x="88" y="0"/>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8"/>
            <p:cNvSpPr/>
            <p:nvPr/>
          </p:nvSpPr>
          <p:spPr>
            <a:xfrm>
              <a:off x="5812139" y="1177427"/>
              <a:ext cx="25894" cy="356653"/>
            </a:xfrm>
            <a:custGeom>
              <a:rect b="b" l="l" r="r" t="t"/>
              <a:pathLst>
                <a:path extrusionOk="0" h="1226" w="89">
                  <a:moveTo>
                    <a:pt x="44" y="1"/>
                  </a:moveTo>
                  <a:cubicBezTo>
                    <a:pt x="20" y="1"/>
                    <a:pt x="0" y="21"/>
                    <a:pt x="0" y="45"/>
                  </a:cubicBezTo>
                  <a:lnTo>
                    <a:pt x="0" y="1181"/>
                  </a:lnTo>
                  <a:cubicBezTo>
                    <a:pt x="0" y="1206"/>
                    <a:pt x="20" y="1225"/>
                    <a:pt x="44" y="1225"/>
                  </a:cubicBezTo>
                  <a:lnTo>
                    <a:pt x="88" y="1225"/>
                  </a:lnTo>
                  <a:lnTo>
                    <a:pt x="88" y="1"/>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p:nvPr/>
          </p:nvSpPr>
          <p:spPr>
            <a:xfrm>
              <a:off x="5812139" y="859757"/>
              <a:ext cx="25894" cy="111418"/>
            </a:xfrm>
            <a:custGeom>
              <a:rect b="b" l="l" r="r" t="t"/>
              <a:pathLst>
                <a:path extrusionOk="0" h="383" w="89">
                  <a:moveTo>
                    <a:pt x="44" y="1"/>
                  </a:moveTo>
                  <a:cubicBezTo>
                    <a:pt x="20" y="1"/>
                    <a:pt x="0" y="20"/>
                    <a:pt x="0" y="45"/>
                  </a:cubicBezTo>
                  <a:lnTo>
                    <a:pt x="0" y="339"/>
                  </a:lnTo>
                  <a:cubicBezTo>
                    <a:pt x="0" y="363"/>
                    <a:pt x="20" y="383"/>
                    <a:pt x="44" y="383"/>
                  </a:cubicBezTo>
                  <a:lnTo>
                    <a:pt x="88" y="383"/>
                  </a:lnTo>
                  <a:lnTo>
                    <a:pt x="88" y="1"/>
                  </a:lnTo>
                  <a:close/>
                </a:path>
              </a:pathLst>
            </a:custGeom>
            <a:solidFill>
              <a:srgbClr val="F6FC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8064585" y="4496962"/>
              <a:ext cx="67498" cy="34618"/>
            </a:xfrm>
            <a:custGeom>
              <a:rect b="b" l="l" r="r" t="t"/>
              <a:pathLst>
                <a:path extrusionOk="0" h="119" w="232">
                  <a:moveTo>
                    <a:pt x="1" y="1"/>
                  </a:moveTo>
                  <a:lnTo>
                    <a:pt x="1" y="118"/>
                  </a:lnTo>
                  <a:lnTo>
                    <a:pt x="231" y="118"/>
                  </a:lnTo>
                  <a:lnTo>
                    <a:pt x="231"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
            <p:cNvSpPr/>
            <p:nvPr/>
          </p:nvSpPr>
          <p:spPr>
            <a:xfrm>
              <a:off x="5837742" y="4496962"/>
              <a:ext cx="65752" cy="34618"/>
            </a:xfrm>
            <a:custGeom>
              <a:rect b="b" l="l" r="r" t="t"/>
              <a:pathLst>
                <a:path extrusionOk="0" h="119" w="226">
                  <a:moveTo>
                    <a:pt x="0" y="1"/>
                  </a:moveTo>
                  <a:lnTo>
                    <a:pt x="0" y="118"/>
                  </a:lnTo>
                  <a:lnTo>
                    <a:pt x="226" y="118"/>
                  </a:lnTo>
                  <a:lnTo>
                    <a:pt x="226" y="1"/>
                  </a:lnTo>
                  <a:close/>
                </a:path>
              </a:pathLst>
            </a:custGeom>
            <a:solidFill>
              <a:srgbClr val="A748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
            <p:cNvSpPr/>
            <p:nvPr/>
          </p:nvSpPr>
          <p:spPr>
            <a:xfrm>
              <a:off x="6649976" y="3637490"/>
              <a:ext cx="4598" cy="4470"/>
            </a:xfrm>
            <a:custGeom>
              <a:rect b="b" l="l" r="r" t="t"/>
              <a:pathLst>
                <a:path extrusionOk="0" h="35" w="36">
                  <a:moveTo>
                    <a:pt x="1" y="0"/>
                  </a:moveTo>
                  <a:lnTo>
                    <a:pt x="27" y="34"/>
                  </a:lnTo>
                  <a:lnTo>
                    <a:pt x="35" y="34"/>
                  </a:lnTo>
                  <a:lnTo>
                    <a:pt x="1"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 name="Google Shape;330;p18"/>
          <p:cNvSpPr txBox="1"/>
          <p:nvPr>
            <p:ph idx="4294967295" type="ctrTitle"/>
          </p:nvPr>
        </p:nvSpPr>
        <p:spPr>
          <a:xfrm>
            <a:off x="63260" y="1008930"/>
            <a:ext cx="5816100" cy="2781600"/>
          </a:xfrm>
          <a:prstGeom prst="rect">
            <a:avLst/>
          </a:prstGeom>
        </p:spPr>
        <p:txBody>
          <a:bodyPr anchorCtr="0" anchor="ctr" bIns="34275" lIns="68575" spcFirstLastPara="1" rIns="68575" wrap="square" tIns="34275">
            <a:normAutofit/>
          </a:bodyPr>
          <a:lstStyle/>
          <a:p>
            <a:pPr indent="0" lvl="0" marL="0" rtl="0" algn="r">
              <a:spcBef>
                <a:spcPts val="0"/>
              </a:spcBef>
              <a:spcAft>
                <a:spcPts val="0"/>
              </a:spcAft>
              <a:buClr>
                <a:schemeClr val="dk1"/>
              </a:buClr>
              <a:buSzPts val="1100"/>
              <a:buFont typeface="Arial"/>
              <a:buNone/>
            </a:pPr>
            <a:r>
              <a:rPr b="1" lang="en" sz="6500">
                <a:solidFill>
                  <a:srgbClr val="F6FCAA"/>
                </a:solidFill>
                <a:latin typeface="Quicksand"/>
                <a:ea typeface="Quicksand"/>
                <a:cs typeface="Quicksand"/>
                <a:sym typeface="Quicksand"/>
              </a:rPr>
              <a:t>Thermometer </a:t>
            </a:r>
            <a:endParaRPr b="1" sz="6500">
              <a:solidFill>
                <a:srgbClr val="F6FCAA"/>
              </a:solidFill>
              <a:latin typeface="Quicksand"/>
              <a:ea typeface="Quicksand"/>
              <a:cs typeface="Quicksand"/>
              <a:sym typeface="Quicksand"/>
            </a:endParaRPr>
          </a:p>
          <a:p>
            <a:pPr indent="0" lvl="0" marL="0" rtl="0" algn="r">
              <a:spcBef>
                <a:spcPts val="0"/>
              </a:spcBef>
              <a:spcAft>
                <a:spcPts val="0"/>
              </a:spcAft>
              <a:buClr>
                <a:schemeClr val="dk1"/>
              </a:buClr>
              <a:buSzPts val="1100"/>
              <a:buFont typeface="Arial"/>
              <a:buNone/>
            </a:pPr>
            <a:r>
              <a:rPr b="1" lang="en" sz="6500">
                <a:solidFill>
                  <a:srgbClr val="F6FCAA"/>
                </a:solidFill>
                <a:latin typeface="Quicksand"/>
                <a:ea typeface="Quicksand"/>
                <a:cs typeface="Quicksand"/>
                <a:sym typeface="Quicksand"/>
              </a:rPr>
              <a:t>Mini-Project</a:t>
            </a:r>
            <a:endParaRPr b="1" sz="6500">
              <a:solidFill>
                <a:srgbClr val="F6FCAA"/>
              </a:solidFill>
              <a:latin typeface="Quicksand"/>
              <a:ea typeface="Quicksand"/>
              <a:cs typeface="Quicksand"/>
              <a:sym typeface="Quicksand"/>
            </a:endParaRPr>
          </a:p>
        </p:txBody>
      </p:sp>
      <p:sp>
        <p:nvSpPr>
          <p:cNvPr id="331" name="Google Shape;331;p18"/>
          <p:cNvSpPr/>
          <p:nvPr/>
        </p:nvSpPr>
        <p:spPr>
          <a:xfrm rot="900028">
            <a:off x="6771276" y="1038589"/>
            <a:ext cx="1651683" cy="1647973"/>
          </a:xfrm>
          <a:prstGeom prst="roundRect">
            <a:avLst>
              <a:gd fmla="val 16667" name="adj"/>
            </a:avLst>
          </a:prstGeom>
          <a:noFill/>
          <a:ln cap="flat" cmpd="sng" w="19050">
            <a:solidFill>
              <a:srgbClr val="C7C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8"/>
          <p:cNvSpPr/>
          <p:nvPr/>
        </p:nvSpPr>
        <p:spPr>
          <a:xfrm rot="900033">
            <a:off x="7227958" y="1568658"/>
            <a:ext cx="4598" cy="4470"/>
          </a:xfrm>
          <a:custGeom>
            <a:rect b="b" l="l" r="r" t="t"/>
            <a:pathLst>
              <a:path extrusionOk="0" h="35" w="36">
                <a:moveTo>
                  <a:pt x="1" y="0"/>
                </a:moveTo>
                <a:lnTo>
                  <a:pt x="27" y="34"/>
                </a:lnTo>
                <a:lnTo>
                  <a:pt x="35" y="34"/>
                </a:lnTo>
                <a:lnTo>
                  <a:pt x="1" y="0"/>
                </a:lnTo>
                <a:close/>
              </a:path>
            </a:pathLst>
          </a:custGeom>
          <a:solidFill>
            <a:srgbClr val="E25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
          <p:cNvSpPr/>
          <p:nvPr/>
        </p:nvSpPr>
        <p:spPr>
          <a:xfrm rot="900064">
            <a:off x="6953395" y="1218776"/>
            <a:ext cx="1287683" cy="1287683"/>
          </a:xfrm>
          <a:prstGeom prst="pie">
            <a:avLst>
              <a:gd fmla="val 14382776" name="adj1"/>
              <a:gd fmla="val 21460693" name="adj2"/>
            </a:avLst>
          </a:prstGeom>
          <a:solidFill>
            <a:srgbClr val="FAF7EF"/>
          </a:solidFill>
          <a:ln cap="flat" cmpd="sng" w="19050">
            <a:solidFill>
              <a:srgbClr val="2F6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8"/>
          <p:cNvSpPr/>
          <p:nvPr/>
        </p:nvSpPr>
        <p:spPr>
          <a:xfrm rot="900064">
            <a:off x="6953395" y="1218776"/>
            <a:ext cx="1287683" cy="1287683"/>
          </a:xfrm>
          <a:prstGeom prst="pie">
            <a:avLst>
              <a:gd fmla="val 21249271" name="adj1"/>
              <a:gd fmla="val 7379660" name="adj2"/>
            </a:avLst>
          </a:prstGeom>
          <a:solidFill>
            <a:srgbClr val="FAF7EF"/>
          </a:solidFill>
          <a:ln cap="flat" cmpd="sng" w="19050">
            <a:solidFill>
              <a:srgbClr val="A748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8"/>
          <p:cNvSpPr/>
          <p:nvPr/>
        </p:nvSpPr>
        <p:spPr>
          <a:xfrm rot="900064">
            <a:off x="6953395" y="1218776"/>
            <a:ext cx="1287683" cy="1287683"/>
          </a:xfrm>
          <a:prstGeom prst="pie">
            <a:avLst>
              <a:gd fmla="val 7348780" name="adj1"/>
              <a:gd fmla="val 15975568" name="adj2"/>
            </a:avLst>
          </a:prstGeom>
          <a:solidFill>
            <a:srgbClr val="FAF7EF"/>
          </a:solidFill>
          <a:ln cap="flat" cmpd="sng" w="19050">
            <a:solidFill>
              <a:srgbClr val="E255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rot="900028">
            <a:off x="6297948" y="2805074"/>
            <a:ext cx="1651683" cy="1647973"/>
          </a:xfrm>
          <a:prstGeom prst="roundRect">
            <a:avLst>
              <a:gd fmla="val 16667" name="adj"/>
            </a:avLst>
          </a:prstGeom>
          <a:noFill/>
          <a:ln cap="flat" cmpd="sng" w="19050">
            <a:solidFill>
              <a:srgbClr val="C7C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7" name="Google Shape;337;p18"/>
          <p:cNvGrpSpPr/>
          <p:nvPr/>
        </p:nvGrpSpPr>
        <p:grpSpPr>
          <a:xfrm rot="899960">
            <a:off x="6502031" y="2981459"/>
            <a:ext cx="1216764" cy="1287562"/>
            <a:chOff x="4210050" y="3676650"/>
            <a:chExt cx="1216800" cy="1287600"/>
          </a:xfrm>
        </p:grpSpPr>
        <p:sp>
          <p:nvSpPr>
            <p:cNvPr id="338" name="Google Shape;338;p18"/>
            <p:cNvSpPr/>
            <p:nvPr/>
          </p:nvSpPr>
          <p:spPr>
            <a:xfrm>
              <a:off x="4210050" y="3676650"/>
              <a:ext cx="340500" cy="1287600"/>
            </a:xfrm>
            <a:prstGeom prst="rect">
              <a:avLst/>
            </a:prstGeom>
            <a:noFill/>
            <a:ln cap="flat" cmpd="sng" w="19050">
              <a:solidFill>
                <a:srgbClr val="E255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a:off x="4648200" y="4019550"/>
              <a:ext cx="340500" cy="944700"/>
            </a:xfrm>
            <a:prstGeom prst="rect">
              <a:avLst/>
            </a:prstGeom>
            <a:noFill/>
            <a:ln cap="flat" cmpd="sng" w="19050">
              <a:solidFill>
                <a:srgbClr val="2F6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
            <p:cNvSpPr/>
            <p:nvPr/>
          </p:nvSpPr>
          <p:spPr>
            <a:xfrm>
              <a:off x="5086350" y="4362450"/>
              <a:ext cx="340500" cy="601800"/>
            </a:xfrm>
            <a:prstGeom prst="rect">
              <a:avLst/>
            </a:prstGeom>
            <a:noFill/>
            <a:ln cap="flat" cmpd="sng" w="19050">
              <a:solidFill>
                <a:srgbClr val="A748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 name="Google Shape;341;p18"/>
          <p:cNvSpPr txBox="1"/>
          <p:nvPr/>
        </p:nvSpPr>
        <p:spPr>
          <a:xfrm>
            <a:off x="426604" y="3353097"/>
            <a:ext cx="5309100" cy="431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2000">
                <a:solidFill>
                  <a:srgbClr val="F6FCAA"/>
                </a:solidFill>
                <a:latin typeface="Quicksand"/>
                <a:ea typeface="Quicksand"/>
                <a:cs typeface="Quicksand"/>
                <a:sym typeface="Quicksand"/>
              </a:rPr>
              <a:t>By Russell Chung, Pyson, and Ethan Wong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9"/>
          <p:cNvSpPr/>
          <p:nvPr/>
        </p:nvSpPr>
        <p:spPr>
          <a:xfrm rot="10800000">
            <a:off x="1124030" y="0"/>
            <a:ext cx="6895940" cy="2327394"/>
          </a:xfrm>
          <a:custGeom>
            <a:rect b="b" l="l" r="r" t="t"/>
            <a:pathLst>
              <a:path extrusionOk="0" h="3103192" w="9194586">
                <a:moveTo>
                  <a:pt x="191594" y="838586"/>
                </a:moveTo>
                <a:cubicBezTo>
                  <a:pt x="180560" y="838586"/>
                  <a:pt x="170570" y="834113"/>
                  <a:pt x="163338" y="826881"/>
                </a:cubicBezTo>
                <a:lnTo>
                  <a:pt x="152955" y="801815"/>
                </a:lnTo>
                <a:lnTo>
                  <a:pt x="0" y="800790"/>
                </a:lnTo>
                <a:lnTo>
                  <a:pt x="0" y="793927"/>
                </a:lnTo>
                <a:lnTo>
                  <a:pt x="29" y="793899"/>
                </a:lnTo>
                <a:lnTo>
                  <a:pt x="153159" y="794945"/>
                </a:lnTo>
                <a:lnTo>
                  <a:pt x="163338" y="770370"/>
                </a:lnTo>
                <a:cubicBezTo>
                  <a:pt x="170570" y="763139"/>
                  <a:pt x="180560" y="758666"/>
                  <a:pt x="191594" y="758666"/>
                </a:cubicBezTo>
                <a:cubicBezTo>
                  <a:pt x="213663" y="758666"/>
                  <a:pt x="231553" y="776556"/>
                  <a:pt x="231553" y="798626"/>
                </a:cubicBezTo>
                <a:cubicBezTo>
                  <a:pt x="231553" y="820695"/>
                  <a:pt x="213663" y="838586"/>
                  <a:pt x="191594" y="838586"/>
                </a:cubicBezTo>
                <a:close/>
                <a:moveTo>
                  <a:pt x="9002992" y="838587"/>
                </a:moveTo>
                <a:cubicBezTo>
                  <a:pt x="8980922" y="838587"/>
                  <a:pt x="8963032" y="820696"/>
                  <a:pt x="8963032" y="798627"/>
                </a:cubicBezTo>
                <a:cubicBezTo>
                  <a:pt x="8963032" y="776557"/>
                  <a:pt x="8980922" y="758667"/>
                  <a:pt x="9002992" y="758667"/>
                </a:cubicBezTo>
                <a:cubicBezTo>
                  <a:pt x="9014026" y="758667"/>
                  <a:pt x="9024016" y="763141"/>
                  <a:pt x="9031248" y="770371"/>
                </a:cubicBezTo>
                <a:lnTo>
                  <a:pt x="9041427" y="794946"/>
                </a:lnTo>
                <a:lnTo>
                  <a:pt x="9194556" y="793900"/>
                </a:lnTo>
                <a:lnTo>
                  <a:pt x="9194586" y="793928"/>
                </a:lnTo>
                <a:lnTo>
                  <a:pt x="9194586" y="800792"/>
                </a:lnTo>
                <a:lnTo>
                  <a:pt x="9041630" y="801816"/>
                </a:lnTo>
                <a:lnTo>
                  <a:pt x="9031248" y="826883"/>
                </a:lnTo>
                <a:cubicBezTo>
                  <a:pt x="9024016" y="834114"/>
                  <a:pt x="9014026" y="838587"/>
                  <a:pt x="9002992" y="838587"/>
                </a:cubicBezTo>
                <a:close/>
                <a:moveTo>
                  <a:pt x="29" y="986605"/>
                </a:moveTo>
                <a:lnTo>
                  <a:pt x="29" y="979769"/>
                </a:lnTo>
                <a:lnTo>
                  <a:pt x="29" y="979711"/>
                </a:lnTo>
                <a:cubicBezTo>
                  <a:pt x="82086" y="978887"/>
                  <a:pt x="163999" y="977661"/>
                  <a:pt x="245456" y="975867"/>
                </a:cubicBezTo>
                <a:cubicBezTo>
                  <a:pt x="317941" y="898911"/>
                  <a:pt x="394187" y="823461"/>
                  <a:pt x="467926" y="750492"/>
                </a:cubicBezTo>
                <a:lnTo>
                  <a:pt x="598499" y="619753"/>
                </a:lnTo>
                <a:lnTo>
                  <a:pt x="588201" y="594897"/>
                </a:lnTo>
                <a:cubicBezTo>
                  <a:pt x="588201" y="584672"/>
                  <a:pt x="592103" y="574447"/>
                  <a:pt x="599907" y="566644"/>
                </a:cubicBezTo>
                <a:cubicBezTo>
                  <a:pt x="615515" y="551035"/>
                  <a:pt x="640807" y="551035"/>
                  <a:pt x="656415" y="566644"/>
                </a:cubicBezTo>
                <a:cubicBezTo>
                  <a:pt x="672023" y="582251"/>
                  <a:pt x="672023" y="607543"/>
                  <a:pt x="656415" y="623150"/>
                </a:cubicBezTo>
                <a:cubicBezTo>
                  <a:pt x="648611" y="630955"/>
                  <a:pt x="638385" y="634858"/>
                  <a:pt x="628161" y="634858"/>
                </a:cubicBezTo>
                <a:lnTo>
                  <a:pt x="603360" y="624582"/>
                </a:lnTo>
                <a:lnTo>
                  <a:pt x="472739" y="755391"/>
                </a:lnTo>
                <a:cubicBezTo>
                  <a:pt x="398716" y="828646"/>
                  <a:pt x="322157" y="904407"/>
                  <a:pt x="249471" y="981649"/>
                </a:cubicBezTo>
                <a:lnTo>
                  <a:pt x="248475" y="982703"/>
                </a:lnTo>
                <a:lnTo>
                  <a:pt x="247051" y="982703"/>
                </a:lnTo>
                <a:cubicBezTo>
                  <a:pt x="165051" y="984554"/>
                  <a:pt x="82597" y="985779"/>
                  <a:pt x="29" y="986605"/>
                </a:cubicBezTo>
                <a:close/>
                <a:moveTo>
                  <a:pt x="9194556" y="986606"/>
                </a:moveTo>
                <a:cubicBezTo>
                  <a:pt x="9111988" y="985780"/>
                  <a:pt x="9029534" y="984555"/>
                  <a:pt x="8947534" y="982705"/>
                </a:cubicBezTo>
                <a:lnTo>
                  <a:pt x="8946111" y="982705"/>
                </a:lnTo>
                <a:lnTo>
                  <a:pt x="8945114" y="981650"/>
                </a:lnTo>
                <a:cubicBezTo>
                  <a:pt x="8872429" y="904408"/>
                  <a:pt x="8795870" y="828647"/>
                  <a:pt x="8721847" y="755392"/>
                </a:cubicBezTo>
                <a:lnTo>
                  <a:pt x="8591226" y="624583"/>
                </a:lnTo>
                <a:lnTo>
                  <a:pt x="8566425" y="634859"/>
                </a:lnTo>
                <a:cubicBezTo>
                  <a:pt x="8556200" y="634859"/>
                  <a:pt x="8545975" y="630956"/>
                  <a:pt x="8538170" y="623152"/>
                </a:cubicBezTo>
                <a:cubicBezTo>
                  <a:pt x="8522563" y="607544"/>
                  <a:pt x="8522563" y="582252"/>
                  <a:pt x="8538170" y="566645"/>
                </a:cubicBezTo>
                <a:cubicBezTo>
                  <a:pt x="8553779" y="551037"/>
                  <a:pt x="8579071" y="551037"/>
                  <a:pt x="8594679" y="566645"/>
                </a:cubicBezTo>
                <a:cubicBezTo>
                  <a:pt x="8602483" y="574449"/>
                  <a:pt x="8606385" y="584673"/>
                  <a:pt x="8606385" y="594898"/>
                </a:cubicBezTo>
                <a:lnTo>
                  <a:pt x="8596086" y="619754"/>
                </a:lnTo>
                <a:lnTo>
                  <a:pt x="8726660" y="750493"/>
                </a:lnTo>
                <a:cubicBezTo>
                  <a:pt x="8800398" y="823462"/>
                  <a:pt x="8876645" y="898912"/>
                  <a:pt x="8949130" y="975868"/>
                </a:cubicBezTo>
                <a:cubicBezTo>
                  <a:pt x="9030587" y="977662"/>
                  <a:pt x="9112500" y="978888"/>
                  <a:pt x="9194556" y="979713"/>
                </a:cubicBezTo>
                <a:lnTo>
                  <a:pt x="9194556" y="979770"/>
                </a:lnTo>
                <a:close/>
                <a:moveTo>
                  <a:pt x="1383550" y="1080935"/>
                </a:moveTo>
                <a:cubicBezTo>
                  <a:pt x="1370934" y="1080935"/>
                  <a:pt x="1358316" y="1076122"/>
                  <a:pt x="1348690" y="1066495"/>
                </a:cubicBezTo>
                <a:cubicBezTo>
                  <a:pt x="1329436" y="1047242"/>
                  <a:pt x="1329436" y="1016026"/>
                  <a:pt x="1348690" y="996773"/>
                </a:cubicBezTo>
                <a:cubicBezTo>
                  <a:pt x="1367943" y="977518"/>
                  <a:pt x="1399159" y="977518"/>
                  <a:pt x="1418412" y="996773"/>
                </a:cubicBezTo>
                <a:cubicBezTo>
                  <a:pt x="1437666" y="1016026"/>
                  <a:pt x="1437666" y="1047242"/>
                  <a:pt x="1418412" y="1066495"/>
                </a:cubicBezTo>
                <a:cubicBezTo>
                  <a:pt x="1408785" y="1076122"/>
                  <a:pt x="1396168" y="1080935"/>
                  <a:pt x="1383550" y="1080935"/>
                </a:cubicBezTo>
                <a:close/>
                <a:moveTo>
                  <a:pt x="7811035" y="1080936"/>
                </a:moveTo>
                <a:cubicBezTo>
                  <a:pt x="7798417" y="1080936"/>
                  <a:pt x="7785801" y="1076123"/>
                  <a:pt x="7776174" y="1066496"/>
                </a:cubicBezTo>
                <a:cubicBezTo>
                  <a:pt x="7756919" y="1047243"/>
                  <a:pt x="7756919" y="1016027"/>
                  <a:pt x="7776174" y="996774"/>
                </a:cubicBezTo>
                <a:cubicBezTo>
                  <a:pt x="7795427" y="977520"/>
                  <a:pt x="7826642" y="977520"/>
                  <a:pt x="7845896" y="996774"/>
                </a:cubicBezTo>
                <a:cubicBezTo>
                  <a:pt x="7865150" y="1016027"/>
                  <a:pt x="7865150" y="1047243"/>
                  <a:pt x="7845896" y="1066496"/>
                </a:cubicBezTo>
                <a:cubicBezTo>
                  <a:pt x="7836270" y="1076123"/>
                  <a:pt x="7823652" y="1080936"/>
                  <a:pt x="7811035" y="1080936"/>
                </a:cubicBezTo>
                <a:close/>
                <a:moveTo>
                  <a:pt x="1145044" y="1319442"/>
                </a:moveTo>
                <a:cubicBezTo>
                  <a:pt x="1132427" y="1319442"/>
                  <a:pt x="1119809" y="1314629"/>
                  <a:pt x="1110183" y="1305002"/>
                </a:cubicBezTo>
                <a:cubicBezTo>
                  <a:pt x="1090929" y="1285749"/>
                  <a:pt x="1090929" y="1254533"/>
                  <a:pt x="1110183" y="1235280"/>
                </a:cubicBezTo>
                <a:cubicBezTo>
                  <a:pt x="1129436" y="1216025"/>
                  <a:pt x="1160652" y="1216025"/>
                  <a:pt x="1179905" y="1235280"/>
                </a:cubicBezTo>
                <a:cubicBezTo>
                  <a:pt x="1199160" y="1254533"/>
                  <a:pt x="1199160" y="1285749"/>
                  <a:pt x="1179905" y="1305002"/>
                </a:cubicBezTo>
                <a:cubicBezTo>
                  <a:pt x="1170278" y="1314629"/>
                  <a:pt x="1157661" y="1319442"/>
                  <a:pt x="1145044" y="1319442"/>
                </a:cubicBezTo>
                <a:close/>
                <a:moveTo>
                  <a:pt x="8049542" y="1319443"/>
                </a:moveTo>
                <a:cubicBezTo>
                  <a:pt x="8036924" y="1319443"/>
                  <a:pt x="8024307" y="1314630"/>
                  <a:pt x="8014680" y="1305003"/>
                </a:cubicBezTo>
                <a:cubicBezTo>
                  <a:pt x="7995426" y="1285750"/>
                  <a:pt x="7995426" y="1254534"/>
                  <a:pt x="8014680" y="1235281"/>
                </a:cubicBezTo>
                <a:cubicBezTo>
                  <a:pt x="8033933" y="1216026"/>
                  <a:pt x="8065149" y="1216026"/>
                  <a:pt x="8084402" y="1235281"/>
                </a:cubicBezTo>
                <a:cubicBezTo>
                  <a:pt x="8103657" y="1254534"/>
                  <a:pt x="8103657" y="1285750"/>
                  <a:pt x="8084402" y="1305003"/>
                </a:cubicBezTo>
                <a:cubicBezTo>
                  <a:pt x="8074776" y="1314630"/>
                  <a:pt x="8062158" y="1319443"/>
                  <a:pt x="8049542" y="1319443"/>
                </a:cubicBezTo>
                <a:close/>
                <a:moveTo>
                  <a:pt x="115037" y="1348095"/>
                </a:moveTo>
                <a:lnTo>
                  <a:pt x="57" y="1348095"/>
                </a:lnTo>
                <a:lnTo>
                  <a:pt x="57" y="1330949"/>
                </a:lnTo>
                <a:lnTo>
                  <a:pt x="107775" y="1330949"/>
                </a:lnTo>
                <a:cubicBezTo>
                  <a:pt x="277469" y="1156469"/>
                  <a:pt x="452887" y="982305"/>
                  <a:pt x="622551" y="813863"/>
                </a:cubicBezTo>
                <a:lnTo>
                  <a:pt x="906310" y="531003"/>
                </a:lnTo>
                <a:lnTo>
                  <a:pt x="898622" y="512442"/>
                </a:lnTo>
                <a:cubicBezTo>
                  <a:pt x="898622" y="490372"/>
                  <a:pt x="916514" y="472483"/>
                  <a:pt x="938582" y="472483"/>
                </a:cubicBezTo>
                <a:cubicBezTo>
                  <a:pt x="960652" y="472483"/>
                  <a:pt x="978542" y="490372"/>
                  <a:pt x="978542" y="512442"/>
                </a:cubicBezTo>
                <a:cubicBezTo>
                  <a:pt x="978542" y="534511"/>
                  <a:pt x="960652" y="552402"/>
                  <a:pt x="938582" y="552402"/>
                </a:cubicBezTo>
                <a:lnTo>
                  <a:pt x="917789" y="543790"/>
                </a:lnTo>
                <a:lnTo>
                  <a:pt x="634657" y="826054"/>
                </a:lnTo>
                <a:cubicBezTo>
                  <a:pt x="464193" y="995293"/>
                  <a:pt x="287949" y="1170255"/>
                  <a:pt x="117572" y="1345503"/>
                </a:cubicBezTo>
                <a:close/>
                <a:moveTo>
                  <a:pt x="9194529" y="1348096"/>
                </a:moveTo>
                <a:lnTo>
                  <a:pt x="9079549" y="1348096"/>
                </a:lnTo>
                <a:lnTo>
                  <a:pt x="9077014" y="1345505"/>
                </a:lnTo>
                <a:cubicBezTo>
                  <a:pt x="8906636" y="1170256"/>
                  <a:pt x="8730393" y="995294"/>
                  <a:pt x="8559928" y="826055"/>
                </a:cubicBezTo>
                <a:lnTo>
                  <a:pt x="8276797" y="543791"/>
                </a:lnTo>
                <a:lnTo>
                  <a:pt x="8256003" y="552404"/>
                </a:lnTo>
                <a:cubicBezTo>
                  <a:pt x="8233934" y="552404"/>
                  <a:pt x="8216044" y="534512"/>
                  <a:pt x="8216044" y="512443"/>
                </a:cubicBezTo>
                <a:cubicBezTo>
                  <a:pt x="8216044" y="490374"/>
                  <a:pt x="8233934" y="472484"/>
                  <a:pt x="8256003" y="472484"/>
                </a:cubicBezTo>
                <a:cubicBezTo>
                  <a:pt x="8278071" y="472484"/>
                  <a:pt x="8295964" y="490374"/>
                  <a:pt x="8295964" y="512443"/>
                </a:cubicBezTo>
                <a:lnTo>
                  <a:pt x="8288276" y="531004"/>
                </a:lnTo>
                <a:lnTo>
                  <a:pt x="8572034" y="813865"/>
                </a:lnTo>
                <a:cubicBezTo>
                  <a:pt x="8741699" y="982306"/>
                  <a:pt x="8917117" y="1156470"/>
                  <a:pt x="9086811" y="1330950"/>
                </a:cubicBezTo>
                <a:lnTo>
                  <a:pt x="9194529" y="1330950"/>
                </a:lnTo>
                <a:close/>
                <a:moveTo>
                  <a:pt x="153716" y="1537926"/>
                </a:moveTo>
                <a:lnTo>
                  <a:pt x="150127" y="1537926"/>
                </a:lnTo>
                <a:cubicBezTo>
                  <a:pt x="100227" y="1537926"/>
                  <a:pt x="50185" y="1537926"/>
                  <a:pt x="29" y="1537926"/>
                </a:cubicBezTo>
                <a:lnTo>
                  <a:pt x="29" y="1520780"/>
                </a:lnTo>
                <a:cubicBezTo>
                  <a:pt x="48989" y="1520780"/>
                  <a:pt x="97834" y="1520780"/>
                  <a:pt x="146539" y="1520780"/>
                </a:cubicBezTo>
                <a:cubicBezTo>
                  <a:pt x="302647" y="1362764"/>
                  <a:pt x="462286" y="1204092"/>
                  <a:pt x="616714" y="1050662"/>
                </a:cubicBezTo>
                <a:cubicBezTo>
                  <a:pt x="771911" y="896405"/>
                  <a:pt x="932405" y="736907"/>
                  <a:pt x="1089281" y="578093"/>
                </a:cubicBezTo>
                <a:lnTo>
                  <a:pt x="1091789" y="575559"/>
                </a:lnTo>
                <a:lnTo>
                  <a:pt x="1095376" y="575559"/>
                </a:lnTo>
                <a:cubicBezTo>
                  <a:pt x="1314402" y="575559"/>
                  <a:pt x="1537149" y="575559"/>
                  <a:pt x="1760873" y="575413"/>
                </a:cubicBezTo>
                <a:lnTo>
                  <a:pt x="2394975" y="574447"/>
                </a:lnTo>
                <a:lnTo>
                  <a:pt x="2406708" y="552250"/>
                </a:lnTo>
                <a:cubicBezTo>
                  <a:pt x="2423704" y="538170"/>
                  <a:pt x="2448894" y="540534"/>
                  <a:pt x="2462974" y="557530"/>
                </a:cubicBezTo>
                <a:cubicBezTo>
                  <a:pt x="2477053" y="574524"/>
                  <a:pt x="2474690" y="599714"/>
                  <a:pt x="2457694" y="613794"/>
                </a:cubicBezTo>
                <a:cubicBezTo>
                  <a:pt x="2440699" y="627874"/>
                  <a:pt x="2415509" y="625510"/>
                  <a:pt x="2401430" y="608515"/>
                </a:cubicBezTo>
                <a:lnTo>
                  <a:pt x="2396211" y="591592"/>
                </a:lnTo>
                <a:lnTo>
                  <a:pt x="1762737" y="592559"/>
                </a:lnTo>
                <a:cubicBezTo>
                  <a:pt x="1539605" y="592705"/>
                  <a:pt x="1317435" y="592705"/>
                  <a:pt x="1098966" y="592705"/>
                </a:cubicBezTo>
                <a:cubicBezTo>
                  <a:pt x="942858" y="750722"/>
                  <a:pt x="783218" y="909392"/>
                  <a:pt x="628791" y="1062823"/>
                </a:cubicBezTo>
                <a:cubicBezTo>
                  <a:pt x="473593" y="1217079"/>
                  <a:pt x="313099" y="1376577"/>
                  <a:pt x="156223" y="1535391"/>
                </a:cubicBezTo>
                <a:close/>
                <a:moveTo>
                  <a:pt x="9194556" y="1537927"/>
                </a:moveTo>
                <a:cubicBezTo>
                  <a:pt x="9144400" y="1537927"/>
                  <a:pt x="9094359" y="1537927"/>
                  <a:pt x="9044459" y="1537927"/>
                </a:cubicBezTo>
                <a:lnTo>
                  <a:pt x="9040870" y="1537927"/>
                </a:lnTo>
                <a:lnTo>
                  <a:pt x="9038362" y="1535392"/>
                </a:lnTo>
                <a:cubicBezTo>
                  <a:pt x="8881486" y="1376578"/>
                  <a:pt x="8720993" y="1217081"/>
                  <a:pt x="8565795" y="1062824"/>
                </a:cubicBezTo>
                <a:cubicBezTo>
                  <a:pt x="8411367" y="909393"/>
                  <a:pt x="8251728" y="750723"/>
                  <a:pt x="8095620" y="592707"/>
                </a:cubicBezTo>
                <a:cubicBezTo>
                  <a:pt x="7877151" y="592707"/>
                  <a:pt x="7654981" y="592707"/>
                  <a:pt x="7431848" y="592560"/>
                </a:cubicBezTo>
                <a:lnTo>
                  <a:pt x="6798375" y="591593"/>
                </a:lnTo>
                <a:lnTo>
                  <a:pt x="6793156" y="608516"/>
                </a:lnTo>
                <a:cubicBezTo>
                  <a:pt x="6779077" y="625511"/>
                  <a:pt x="6753887" y="627875"/>
                  <a:pt x="6736892" y="613795"/>
                </a:cubicBezTo>
                <a:cubicBezTo>
                  <a:pt x="6719896" y="599715"/>
                  <a:pt x="6717532" y="574526"/>
                  <a:pt x="6731612" y="557531"/>
                </a:cubicBezTo>
                <a:cubicBezTo>
                  <a:pt x="6745692" y="540535"/>
                  <a:pt x="6770882" y="538171"/>
                  <a:pt x="6787878" y="552251"/>
                </a:cubicBezTo>
                <a:lnTo>
                  <a:pt x="6799611" y="574449"/>
                </a:lnTo>
                <a:lnTo>
                  <a:pt x="7433713" y="575414"/>
                </a:lnTo>
                <a:cubicBezTo>
                  <a:pt x="7657437" y="575561"/>
                  <a:pt x="7880184" y="575561"/>
                  <a:pt x="8099209" y="575561"/>
                </a:cubicBezTo>
                <a:lnTo>
                  <a:pt x="8102796" y="575561"/>
                </a:lnTo>
                <a:lnTo>
                  <a:pt x="8105305" y="578095"/>
                </a:lnTo>
                <a:cubicBezTo>
                  <a:pt x="8262181" y="736908"/>
                  <a:pt x="8422674" y="896406"/>
                  <a:pt x="8577872" y="1050663"/>
                </a:cubicBezTo>
                <a:cubicBezTo>
                  <a:pt x="8732300" y="1204093"/>
                  <a:pt x="8891939" y="1362765"/>
                  <a:pt x="9048047" y="1520781"/>
                </a:cubicBezTo>
                <a:cubicBezTo>
                  <a:pt x="9096752" y="1520781"/>
                  <a:pt x="9145597" y="1520781"/>
                  <a:pt x="9194556" y="1520781"/>
                </a:cubicBezTo>
                <a:close/>
                <a:moveTo>
                  <a:pt x="906539" y="1557947"/>
                </a:moveTo>
                <a:cubicBezTo>
                  <a:pt x="893923" y="1557947"/>
                  <a:pt x="881305" y="1553134"/>
                  <a:pt x="871679" y="1543507"/>
                </a:cubicBezTo>
                <a:cubicBezTo>
                  <a:pt x="852425" y="1524254"/>
                  <a:pt x="852425" y="1493038"/>
                  <a:pt x="871679" y="1473785"/>
                </a:cubicBezTo>
                <a:cubicBezTo>
                  <a:pt x="890932" y="1454531"/>
                  <a:pt x="922148" y="1454531"/>
                  <a:pt x="941401" y="1473785"/>
                </a:cubicBezTo>
                <a:cubicBezTo>
                  <a:pt x="960656" y="1493038"/>
                  <a:pt x="960656" y="1524254"/>
                  <a:pt x="941401" y="1543507"/>
                </a:cubicBezTo>
                <a:cubicBezTo>
                  <a:pt x="931774" y="1553134"/>
                  <a:pt x="919157" y="1557947"/>
                  <a:pt x="906539" y="1557947"/>
                </a:cubicBezTo>
                <a:close/>
                <a:moveTo>
                  <a:pt x="8288046" y="1557948"/>
                </a:moveTo>
                <a:cubicBezTo>
                  <a:pt x="8275428" y="1557948"/>
                  <a:pt x="8262812" y="1553135"/>
                  <a:pt x="8253184" y="1543508"/>
                </a:cubicBezTo>
                <a:cubicBezTo>
                  <a:pt x="8233930" y="1524255"/>
                  <a:pt x="8233930" y="1493039"/>
                  <a:pt x="8253184" y="1473786"/>
                </a:cubicBezTo>
                <a:cubicBezTo>
                  <a:pt x="8272438" y="1454532"/>
                  <a:pt x="8303653" y="1454532"/>
                  <a:pt x="8322906" y="1473786"/>
                </a:cubicBezTo>
                <a:cubicBezTo>
                  <a:pt x="8342161" y="1493039"/>
                  <a:pt x="8342161" y="1524255"/>
                  <a:pt x="8322906" y="1543508"/>
                </a:cubicBezTo>
                <a:cubicBezTo>
                  <a:pt x="8313280" y="1553135"/>
                  <a:pt x="8300663" y="1557948"/>
                  <a:pt x="8288046" y="1557948"/>
                </a:cubicBezTo>
                <a:close/>
                <a:moveTo>
                  <a:pt x="217401" y="1745867"/>
                </a:moveTo>
                <a:lnTo>
                  <a:pt x="3" y="1745867"/>
                </a:lnTo>
                <a:lnTo>
                  <a:pt x="3" y="1739002"/>
                </a:lnTo>
                <a:lnTo>
                  <a:pt x="31" y="1739002"/>
                </a:lnTo>
                <a:lnTo>
                  <a:pt x="214525" y="1739002"/>
                </a:lnTo>
                <a:cubicBezTo>
                  <a:pt x="376927" y="1572758"/>
                  <a:pt x="543972" y="1406681"/>
                  <a:pt x="705549" y="1246073"/>
                </a:cubicBezTo>
                <a:cubicBezTo>
                  <a:pt x="867441" y="1085150"/>
                  <a:pt x="1034826" y="918733"/>
                  <a:pt x="1197514" y="752171"/>
                </a:cubicBezTo>
                <a:lnTo>
                  <a:pt x="1198511" y="751146"/>
                </a:lnTo>
                <a:lnTo>
                  <a:pt x="1199962" y="751146"/>
                </a:lnTo>
                <a:cubicBezTo>
                  <a:pt x="1429468" y="751146"/>
                  <a:pt x="1662876" y="751146"/>
                  <a:pt x="1897711" y="751168"/>
                </a:cubicBezTo>
                <a:lnTo>
                  <a:pt x="2565508" y="751309"/>
                </a:lnTo>
                <a:lnTo>
                  <a:pt x="2575794" y="726482"/>
                </a:lnTo>
                <a:cubicBezTo>
                  <a:pt x="2591403" y="710874"/>
                  <a:pt x="2616695" y="710874"/>
                  <a:pt x="2632303" y="726482"/>
                </a:cubicBezTo>
                <a:cubicBezTo>
                  <a:pt x="2647911" y="742090"/>
                  <a:pt x="2647911" y="767382"/>
                  <a:pt x="2632303" y="782989"/>
                </a:cubicBezTo>
                <a:cubicBezTo>
                  <a:pt x="2616695" y="798599"/>
                  <a:pt x="2591403" y="798599"/>
                  <a:pt x="2575794" y="782989"/>
                </a:cubicBezTo>
                <a:lnTo>
                  <a:pt x="2565513" y="758173"/>
                </a:lnTo>
                <a:lnTo>
                  <a:pt x="1898434" y="758031"/>
                </a:lnTo>
                <a:cubicBezTo>
                  <a:pt x="1663838" y="758010"/>
                  <a:pt x="1430666" y="758010"/>
                  <a:pt x="1201387" y="758010"/>
                </a:cubicBezTo>
                <a:cubicBezTo>
                  <a:pt x="1038985" y="924258"/>
                  <a:pt x="871939" y="1090335"/>
                  <a:pt x="710362" y="1250943"/>
                </a:cubicBezTo>
                <a:cubicBezTo>
                  <a:pt x="548473" y="1411864"/>
                  <a:pt x="381086" y="1578283"/>
                  <a:pt x="218398" y="1744841"/>
                </a:cubicBezTo>
                <a:close/>
                <a:moveTo>
                  <a:pt x="9194583" y="1745868"/>
                </a:moveTo>
                <a:lnTo>
                  <a:pt x="8977184" y="1745868"/>
                </a:lnTo>
                <a:lnTo>
                  <a:pt x="8976188" y="1744842"/>
                </a:lnTo>
                <a:cubicBezTo>
                  <a:pt x="8813500" y="1578284"/>
                  <a:pt x="8646113" y="1411865"/>
                  <a:pt x="8484224" y="1250944"/>
                </a:cubicBezTo>
                <a:cubicBezTo>
                  <a:pt x="8322646" y="1090336"/>
                  <a:pt x="8155600" y="924259"/>
                  <a:pt x="7993198" y="758011"/>
                </a:cubicBezTo>
                <a:cubicBezTo>
                  <a:pt x="7763920" y="758011"/>
                  <a:pt x="7530748" y="758011"/>
                  <a:pt x="7296152" y="758033"/>
                </a:cubicBezTo>
                <a:lnTo>
                  <a:pt x="6629073" y="758174"/>
                </a:lnTo>
                <a:lnTo>
                  <a:pt x="6618792" y="782990"/>
                </a:lnTo>
                <a:cubicBezTo>
                  <a:pt x="6603183" y="798600"/>
                  <a:pt x="6577891" y="798600"/>
                  <a:pt x="6562282" y="782990"/>
                </a:cubicBezTo>
                <a:cubicBezTo>
                  <a:pt x="6546675" y="767383"/>
                  <a:pt x="6546675" y="742091"/>
                  <a:pt x="6562282" y="726484"/>
                </a:cubicBezTo>
                <a:cubicBezTo>
                  <a:pt x="6577891" y="710875"/>
                  <a:pt x="6603183" y="710875"/>
                  <a:pt x="6618792" y="726484"/>
                </a:cubicBezTo>
                <a:lnTo>
                  <a:pt x="6629078" y="751310"/>
                </a:lnTo>
                <a:lnTo>
                  <a:pt x="7296875" y="751169"/>
                </a:lnTo>
                <a:cubicBezTo>
                  <a:pt x="7531710" y="751147"/>
                  <a:pt x="7765118" y="751147"/>
                  <a:pt x="7994623" y="751147"/>
                </a:cubicBezTo>
                <a:lnTo>
                  <a:pt x="7996075" y="751147"/>
                </a:lnTo>
                <a:lnTo>
                  <a:pt x="7997071" y="752172"/>
                </a:lnTo>
                <a:cubicBezTo>
                  <a:pt x="8159759" y="918734"/>
                  <a:pt x="8327145" y="1085152"/>
                  <a:pt x="8489036" y="1246074"/>
                </a:cubicBezTo>
                <a:cubicBezTo>
                  <a:pt x="8650614" y="1406682"/>
                  <a:pt x="8817658" y="1572759"/>
                  <a:pt x="8980061" y="1739004"/>
                </a:cubicBezTo>
                <a:lnTo>
                  <a:pt x="9194555" y="1739004"/>
                </a:lnTo>
                <a:lnTo>
                  <a:pt x="9194583" y="1739004"/>
                </a:lnTo>
                <a:close/>
                <a:moveTo>
                  <a:pt x="668005" y="1796481"/>
                </a:moveTo>
                <a:cubicBezTo>
                  <a:pt x="655388" y="1796481"/>
                  <a:pt x="642771" y="1791668"/>
                  <a:pt x="633145" y="1782041"/>
                </a:cubicBezTo>
                <a:cubicBezTo>
                  <a:pt x="613890" y="1762788"/>
                  <a:pt x="613890" y="1731572"/>
                  <a:pt x="633145" y="1712319"/>
                </a:cubicBezTo>
                <a:cubicBezTo>
                  <a:pt x="652397" y="1693064"/>
                  <a:pt x="683613" y="1693064"/>
                  <a:pt x="702867" y="1712319"/>
                </a:cubicBezTo>
                <a:cubicBezTo>
                  <a:pt x="722121" y="1731572"/>
                  <a:pt x="722121" y="1762788"/>
                  <a:pt x="702867" y="1782041"/>
                </a:cubicBezTo>
                <a:cubicBezTo>
                  <a:pt x="693239" y="1791668"/>
                  <a:pt x="680623" y="1796481"/>
                  <a:pt x="668005" y="1796481"/>
                </a:cubicBezTo>
                <a:close/>
                <a:moveTo>
                  <a:pt x="8526581" y="1796482"/>
                </a:moveTo>
                <a:cubicBezTo>
                  <a:pt x="8513963" y="1796482"/>
                  <a:pt x="8501347" y="1791669"/>
                  <a:pt x="8491719" y="1782042"/>
                </a:cubicBezTo>
                <a:cubicBezTo>
                  <a:pt x="8472465" y="1762789"/>
                  <a:pt x="8472465" y="1731573"/>
                  <a:pt x="8491719" y="1712320"/>
                </a:cubicBezTo>
                <a:cubicBezTo>
                  <a:pt x="8510972" y="1693066"/>
                  <a:pt x="8542188" y="1693066"/>
                  <a:pt x="8561441" y="1712320"/>
                </a:cubicBezTo>
                <a:cubicBezTo>
                  <a:pt x="8580696" y="1731573"/>
                  <a:pt x="8580696" y="1762789"/>
                  <a:pt x="8561441" y="1782042"/>
                </a:cubicBezTo>
                <a:cubicBezTo>
                  <a:pt x="8551815" y="1791669"/>
                  <a:pt x="8539198" y="1796482"/>
                  <a:pt x="8526581" y="1796482"/>
                </a:cubicBezTo>
                <a:close/>
                <a:moveTo>
                  <a:pt x="3878090" y="2022140"/>
                </a:moveTo>
                <a:cubicBezTo>
                  <a:pt x="3867864" y="2022140"/>
                  <a:pt x="3857639" y="2018238"/>
                  <a:pt x="3849836" y="2010434"/>
                </a:cubicBezTo>
                <a:cubicBezTo>
                  <a:pt x="3842032" y="2002631"/>
                  <a:pt x="3838130" y="1992406"/>
                  <a:pt x="3838130" y="1982180"/>
                </a:cubicBezTo>
                <a:lnTo>
                  <a:pt x="3848417" y="1957349"/>
                </a:lnTo>
                <a:lnTo>
                  <a:pt x="3291731" y="1400667"/>
                </a:lnTo>
                <a:lnTo>
                  <a:pt x="3266902" y="1410955"/>
                </a:lnTo>
                <a:cubicBezTo>
                  <a:pt x="3256677" y="1410955"/>
                  <a:pt x="3246452" y="1407053"/>
                  <a:pt x="3238648" y="1399248"/>
                </a:cubicBezTo>
                <a:cubicBezTo>
                  <a:pt x="3223039" y="1383640"/>
                  <a:pt x="3223039" y="1358348"/>
                  <a:pt x="3238648" y="1342741"/>
                </a:cubicBezTo>
                <a:cubicBezTo>
                  <a:pt x="3254256" y="1327133"/>
                  <a:pt x="3279548" y="1327133"/>
                  <a:pt x="3295155" y="1342741"/>
                </a:cubicBezTo>
                <a:cubicBezTo>
                  <a:pt x="3302960" y="1350545"/>
                  <a:pt x="3306861" y="1360770"/>
                  <a:pt x="3306861" y="1370994"/>
                </a:cubicBezTo>
                <a:lnTo>
                  <a:pt x="3296580" y="1395809"/>
                </a:lnTo>
                <a:lnTo>
                  <a:pt x="3853275" y="1952500"/>
                </a:lnTo>
                <a:lnTo>
                  <a:pt x="3878090" y="1942220"/>
                </a:lnTo>
                <a:cubicBezTo>
                  <a:pt x="3888315" y="1942220"/>
                  <a:pt x="3898540" y="1946122"/>
                  <a:pt x="3906344" y="1953925"/>
                </a:cubicBezTo>
                <a:cubicBezTo>
                  <a:pt x="3921952" y="1969534"/>
                  <a:pt x="3921952" y="1994827"/>
                  <a:pt x="3906344" y="2010434"/>
                </a:cubicBezTo>
                <a:cubicBezTo>
                  <a:pt x="3898540" y="2018238"/>
                  <a:pt x="3888315" y="2022140"/>
                  <a:pt x="3878090" y="2022140"/>
                </a:cubicBezTo>
                <a:close/>
                <a:moveTo>
                  <a:pt x="5316496" y="2022141"/>
                </a:moveTo>
                <a:cubicBezTo>
                  <a:pt x="5306271" y="2022141"/>
                  <a:pt x="5296046" y="2018239"/>
                  <a:pt x="5288243" y="2010435"/>
                </a:cubicBezTo>
                <a:cubicBezTo>
                  <a:pt x="5272634" y="1994828"/>
                  <a:pt x="5272634" y="1969535"/>
                  <a:pt x="5288243" y="1953926"/>
                </a:cubicBezTo>
                <a:cubicBezTo>
                  <a:pt x="5296046" y="1946123"/>
                  <a:pt x="5306271" y="1942222"/>
                  <a:pt x="5316496" y="1942222"/>
                </a:cubicBezTo>
                <a:lnTo>
                  <a:pt x="5341311" y="1952501"/>
                </a:lnTo>
                <a:lnTo>
                  <a:pt x="5898006" y="1395811"/>
                </a:lnTo>
                <a:lnTo>
                  <a:pt x="5887724" y="1370995"/>
                </a:lnTo>
                <a:cubicBezTo>
                  <a:pt x="5887724" y="1360771"/>
                  <a:pt x="5891626" y="1350546"/>
                  <a:pt x="5899430" y="1342742"/>
                </a:cubicBezTo>
                <a:cubicBezTo>
                  <a:pt x="5915038" y="1327134"/>
                  <a:pt x="5940330" y="1327134"/>
                  <a:pt x="5955938" y="1342742"/>
                </a:cubicBezTo>
                <a:cubicBezTo>
                  <a:pt x="5971547" y="1358349"/>
                  <a:pt x="5971547" y="1383642"/>
                  <a:pt x="5955938" y="1399249"/>
                </a:cubicBezTo>
                <a:cubicBezTo>
                  <a:pt x="5948133" y="1407054"/>
                  <a:pt x="5937909" y="1410956"/>
                  <a:pt x="5927684" y="1410956"/>
                </a:cubicBezTo>
                <a:lnTo>
                  <a:pt x="5902855" y="1400668"/>
                </a:lnTo>
                <a:lnTo>
                  <a:pt x="5346169" y="1957350"/>
                </a:lnTo>
                <a:lnTo>
                  <a:pt x="5356457" y="1982181"/>
                </a:lnTo>
                <a:cubicBezTo>
                  <a:pt x="5356457" y="1992407"/>
                  <a:pt x="5352554" y="2002632"/>
                  <a:pt x="5344751" y="2010435"/>
                </a:cubicBezTo>
                <a:cubicBezTo>
                  <a:pt x="5336947" y="2018239"/>
                  <a:pt x="5326722" y="2022141"/>
                  <a:pt x="5316496" y="2022141"/>
                </a:cubicBezTo>
                <a:close/>
                <a:moveTo>
                  <a:pt x="429505" y="2034984"/>
                </a:moveTo>
                <a:cubicBezTo>
                  <a:pt x="416888" y="2034984"/>
                  <a:pt x="404270" y="2030170"/>
                  <a:pt x="394644" y="2020544"/>
                </a:cubicBezTo>
                <a:cubicBezTo>
                  <a:pt x="375391" y="2001292"/>
                  <a:pt x="375391" y="1970075"/>
                  <a:pt x="394644" y="1950822"/>
                </a:cubicBezTo>
                <a:cubicBezTo>
                  <a:pt x="413897" y="1931567"/>
                  <a:pt x="445113" y="1931567"/>
                  <a:pt x="464366" y="1950822"/>
                </a:cubicBezTo>
                <a:cubicBezTo>
                  <a:pt x="483621" y="1970075"/>
                  <a:pt x="483621" y="2001292"/>
                  <a:pt x="464366" y="2020544"/>
                </a:cubicBezTo>
                <a:cubicBezTo>
                  <a:pt x="454739" y="2030170"/>
                  <a:pt x="442123" y="2034984"/>
                  <a:pt x="429505" y="2034984"/>
                </a:cubicBezTo>
                <a:close/>
                <a:moveTo>
                  <a:pt x="8765081" y="2034985"/>
                </a:moveTo>
                <a:cubicBezTo>
                  <a:pt x="8752463" y="2034985"/>
                  <a:pt x="8739847" y="2030171"/>
                  <a:pt x="8730220" y="2020545"/>
                </a:cubicBezTo>
                <a:cubicBezTo>
                  <a:pt x="8710965" y="2001293"/>
                  <a:pt x="8710965" y="1970076"/>
                  <a:pt x="8730220" y="1950823"/>
                </a:cubicBezTo>
                <a:cubicBezTo>
                  <a:pt x="8749473" y="1931568"/>
                  <a:pt x="8780688" y="1931568"/>
                  <a:pt x="8799942" y="1950823"/>
                </a:cubicBezTo>
                <a:cubicBezTo>
                  <a:pt x="8819195" y="1970076"/>
                  <a:pt x="8819195" y="2001293"/>
                  <a:pt x="8799942" y="2020545"/>
                </a:cubicBezTo>
                <a:cubicBezTo>
                  <a:pt x="8790316" y="2030171"/>
                  <a:pt x="8777698" y="2034985"/>
                  <a:pt x="8765081" y="2034985"/>
                </a:cubicBezTo>
                <a:close/>
                <a:moveTo>
                  <a:pt x="244739" y="2463292"/>
                </a:moveTo>
                <a:cubicBezTo>
                  <a:pt x="220250" y="2468070"/>
                  <a:pt x="194163" y="2458210"/>
                  <a:pt x="179345" y="2436215"/>
                </a:cubicBezTo>
                <a:lnTo>
                  <a:pt x="172267" y="2401329"/>
                </a:lnTo>
                <a:lnTo>
                  <a:pt x="29" y="2401458"/>
                </a:lnTo>
                <a:lnTo>
                  <a:pt x="29" y="2384313"/>
                </a:lnTo>
                <a:lnTo>
                  <a:pt x="29" y="2384284"/>
                </a:lnTo>
                <a:lnTo>
                  <a:pt x="172260" y="2384175"/>
                </a:lnTo>
                <a:lnTo>
                  <a:pt x="196669" y="2347339"/>
                </a:lnTo>
                <a:cubicBezTo>
                  <a:pt x="225995" y="2327581"/>
                  <a:pt x="265785" y="2335337"/>
                  <a:pt x="285544" y="2364664"/>
                </a:cubicBezTo>
                <a:cubicBezTo>
                  <a:pt x="305301" y="2393989"/>
                  <a:pt x="297546" y="2433780"/>
                  <a:pt x="268219" y="2453539"/>
                </a:cubicBezTo>
                <a:cubicBezTo>
                  <a:pt x="260887" y="2458479"/>
                  <a:pt x="252902" y="2461698"/>
                  <a:pt x="244739" y="2463292"/>
                </a:cubicBezTo>
                <a:close/>
                <a:moveTo>
                  <a:pt x="8949846" y="2463293"/>
                </a:moveTo>
                <a:cubicBezTo>
                  <a:pt x="8941684" y="2461699"/>
                  <a:pt x="8933698" y="2458480"/>
                  <a:pt x="8926366" y="2453540"/>
                </a:cubicBezTo>
                <a:cubicBezTo>
                  <a:pt x="8897040" y="2433782"/>
                  <a:pt x="8889285" y="2393990"/>
                  <a:pt x="8909042" y="2364665"/>
                </a:cubicBezTo>
                <a:cubicBezTo>
                  <a:pt x="8928800" y="2335338"/>
                  <a:pt x="8968590" y="2327582"/>
                  <a:pt x="8997917" y="2347340"/>
                </a:cubicBezTo>
                <a:lnTo>
                  <a:pt x="9022326" y="2384176"/>
                </a:lnTo>
                <a:lnTo>
                  <a:pt x="9194556" y="2384285"/>
                </a:lnTo>
                <a:lnTo>
                  <a:pt x="9194556" y="2384314"/>
                </a:lnTo>
                <a:lnTo>
                  <a:pt x="9194556" y="2401459"/>
                </a:lnTo>
                <a:lnTo>
                  <a:pt x="9022319" y="2401330"/>
                </a:lnTo>
                <a:lnTo>
                  <a:pt x="9015240" y="2436216"/>
                </a:lnTo>
                <a:cubicBezTo>
                  <a:pt x="9000423" y="2458211"/>
                  <a:pt x="8974336" y="2468071"/>
                  <a:pt x="8949846" y="2463293"/>
                </a:cubicBezTo>
                <a:close/>
                <a:moveTo>
                  <a:pt x="65193" y="2592773"/>
                </a:moveTo>
                <a:cubicBezTo>
                  <a:pt x="54967" y="2592773"/>
                  <a:pt x="44743" y="2588870"/>
                  <a:pt x="36939" y="2581067"/>
                </a:cubicBezTo>
                <a:lnTo>
                  <a:pt x="26635" y="2556196"/>
                </a:lnTo>
                <a:lnTo>
                  <a:pt x="29" y="2556173"/>
                </a:lnTo>
                <a:lnTo>
                  <a:pt x="29" y="2549308"/>
                </a:lnTo>
                <a:lnTo>
                  <a:pt x="26675" y="2549333"/>
                </a:lnTo>
                <a:lnTo>
                  <a:pt x="36939" y="2524559"/>
                </a:lnTo>
                <a:cubicBezTo>
                  <a:pt x="52547" y="2508950"/>
                  <a:pt x="77840" y="2508950"/>
                  <a:pt x="93449" y="2524559"/>
                </a:cubicBezTo>
                <a:cubicBezTo>
                  <a:pt x="109055" y="2540166"/>
                  <a:pt x="109055" y="2565458"/>
                  <a:pt x="93449" y="2581067"/>
                </a:cubicBezTo>
                <a:cubicBezTo>
                  <a:pt x="85643" y="2588870"/>
                  <a:pt x="75419" y="2592773"/>
                  <a:pt x="65193" y="2592773"/>
                </a:cubicBezTo>
                <a:close/>
                <a:moveTo>
                  <a:pt x="9129392" y="2592774"/>
                </a:moveTo>
                <a:cubicBezTo>
                  <a:pt x="9119167" y="2592774"/>
                  <a:pt x="9108942" y="2588871"/>
                  <a:pt x="9101137" y="2581068"/>
                </a:cubicBezTo>
                <a:cubicBezTo>
                  <a:pt x="9085530" y="2565459"/>
                  <a:pt x="9085530" y="2540167"/>
                  <a:pt x="9101137" y="2524560"/>
                </a:cubicBezTo>
                <a:cubicBezTo>
                  <a:pt x="9116746" y="2508951"/>
                  <a:pt x="9142038" y="2508951"/>
                  <a:pt x="9157647" y="2524560"/>
                </a:cubicBezTo>
                <a:lnTo>
                  <a:pt x="9167911" y="2549334"/>
                </a:lnTo>
                <a:lnTo>
                  <a:pt x="9194556" y="2549309"/>
                </a:lnTo>
                <a:lnTo>
                  <a:pt x="9194556" y="2556174"/>
                </a:lnTo>
                <a:lnTo>
                  <a:pt x="9167951" y="2556197"/>
                </a:lnTo>
                <a:lnTo>
                  <a:pt x="9157647" y="2581068"/>
                </a:lnTo>
                <a:cubicBezTo>
                  <a:pt x="9149843" y="2588871"/>
                  <a:pt x="9139618" y="2592774"/>
                  <a:pt x="9129392" y="2592774"/>
                </a:cubicBezTo>
                <a:close/>
                <a:moveTo>
                  <a:pt x="57" y="3019710"/>
                </a:moveTo>
                <a:lnTo>
                  <a:pt x="57" y="3009999"/>
                </a:lnTo>
                <a:lnTo>
                  <a:pt x="29" y="3009970"/>
                </a:lnTo>
                <a:cubicBezTo>
                  <a:pt x="116690" y="2892910"/>
                  <a:pt x="235067" y="2774164"/>
                  <a:pt x="354153" y="2655035"/>
                </a:cubicBezTo>
                <a:lnTo>
                  <a:pt x="685247" y="2325005"/>
                </a:lnTo>
                <a:lnTo>
                  <a:pt x="674985" y="2300234"/>
                </a:lnTo>
                <a:cubicBezTo>
                  <a:pt x="674985" y="2290010"/>
                  <a:pt x="678887" y="2279785"/>
                  <a:pt x="686691" y="2271980"/>
                </a:cubicBezTo>
                <a:cubicBezTo>
                  <a:pt x="702301" y="2256373"/>
                  <a:pt x="727591" y="2256373"/>
                  <a:pt x="743200" y="2271980"/>
                </a:cubicBezTo>
                <a:cubicBezTo>
                  <a:pt x="758807" y="2287588"/>
                  <a:pt x="758807" y="2312882"/>
                  <a:pt x="743200" y="2328489"/>
                </a:cubicBezTo>
                <a:cubicBezTo>
                  <a:pt x="735397" y="2336293"/>
                  <a:pt x="725172" y="2340195"/>
                  <a:pt x="714945" y="2340195"/>
                </a:cubicBezTo>
                <a:lnTo>
                  <a:pt x="690074" y="2329891"/>
                </a:lnTo>
                <a:lnTo>
                  <a:pt x="356534" y="2662371"/>
                </a:lnTo>
                <a:cubicBezTo>
                  <a:pt x="236641" y="2782316"/>
                  <a:pt x="117473" y="2901867"/>
                  <a:pt x="57" y="3019710"/>
                </a:cubicBezTo>
                <a:close/>
                <a:moveTo>
                  <a:pt x="9194528" y="3019711"/>
                </a:moveTo>
                <a:cubicBezTo>
                  <a:pt x="9077112" y="2901868"/>
                  <a:pt x="8957945" y="2782317"/>
                  <a:pt x="8838052" y="2662372"/>
                </a:cubicBezTo>
                <a:lnTo>
                  <a:pt x="8504512" y="2329892"/>
                </a:lnTo>
                <a:lnTo>
                  <a:pt x="8479640" y="2340196"/>
                </a:lnTo>
                <a:cubicBezTo>
                  <a:pt x="8469414" y="2340196"/>
                  <a:pt x="8459189" y="2336294"/>
                  <a:pt x="8451386" y="2328490"/>
                </a:cubicBezTo>
                <a:cubicBezTo>
                  <a:pt x="8435778" y="2312883"/>
                  <a:pt x="8435778" y="2287589"/>
                  <a:pt x="8451386" y="2271981"/>
                </a:cubicBezTo>
                <a:cubicBezTo>
                  <a:pt x="8466994" y="2256374"/>
                  <a:pt x="8492285" y="2256374"/>
                  <a:pt x="8507895" y="2271981"/>
                </a:cubicBezTo>
                <a:cubicBezTo>
                  <a:pt x="8515698" y="2279786"/>
                  <a:pt x="8519601" y="2290011"/>
                  <a:pt x="8519601" y="2300235"/>
                </a:cubicBezTo>
                <a:lnTo>
                  <a:pt x="8509339" y="2325006"/>
                </a:lnTo>
                <a:lnTo>
                  <a:pt x="8840433" y="2655036"/>
                </a:lnTo>
                <a:cubicBezTo>
                  <a:pt x="8959519" y="2774165"/>
                  <a:pt x="9077896" y="2892911"/>
                  <a:pt x="9194556" y="3009971"/>
                </a:cubicBezTo>
                <a:lnTo>
                  <a:pt x="9194528" y="3010000"/>
                </a:lnTo>
                <a:close/>
                <a:moveTo>
                  <a:pt x="4600496" y="3053250"/>
                </a:moveTo>
                <a:lnTo>
                  <a:pt x="4597291" y="3052627"/>
                </a:lnTo>
                <a:lnTo>
                  <a:pt x="4594090" y="3053249"/>
                </a:lnTo>
                <a:cubicBezTo>
                  <a:pt x="4577699" y="3053249"/>
                  <a:pt x="4561307" y="3046997"/>
                  <a:pt x="4548804" y="3034494"/>
                </a:cubicBezTo>
                <a:cubicBezTo>
                  <a:pt x="4523797" y="3009486"/>
                  <a:pt x="4523797" y="2968929"/>
                  <a:pt x="4548804" y="2943923"/>
                </a:cubicBezTo>
                <a:lnTo>
                  <a:pt x="4581444" y="2930405"/>
                </a:lnTo>
                <a:lnTo>
                  <a:pt x="4581444" y="1421504"/>
                </a:lnTo>
                <a:lnTo>
                  <a:pt x="4544416" y="1406170"/>
                </a:lnTo>
                <a:cubicBezTo>
                  <a:pt x="4519410" y="1381162"/>
                  <a:pt x="4519410" y="1340605"/>
                  <a:pt x="4544416" y="1315599"/>
                </a:cubicBezTo>
                <a:cubicBezTo>
                  <a:pt x="4556921" y="1303095"/>
                  <a:pt x="4573312" y="1296843"/>
                  <a:pt x="4589703" y="1296843"/>
                </a:cubicBezTo>
                <a:lnTo>
                  <a:pt x="4597296" y="1298320"/>
                </a:lnTo>
                <a:lnTo>
                  <a:pt x="4604883" y="1296844"/>
                </a:lnTo>
                <a:cubicBezTo>
                  <a:pt x="4621274" y="1296844"/>
                  <a:pt x="4637666" y="1303096"/>
                  <a:pt x="4650170" y="1315600"/>
                </a:cubicBezTo>
                <a:cubicBezTo>
                  <a:pt x="4675176" y="1340606"/>
                  <a:pt x="4675176" y="1381163"/>
                  <a:pt x="4650170" y="1406171"/>
                </a:cubicBezTo>
                <a:lnTo>
                  <a:pt x="4613142" y="1421505"/>
                </a:lnTo>
                <a:lnTo>
                  <a:pt x="4613142" y="2930406"/>
                </a:lnTo>
                <a:lnTo>
                  <a:pt x="4645783" y="2943924"/>
                </a:lnTo>
                <a:cubicBezTo>
                  <a:pt x="4670789" y="2968930"/>
                  <a:pt x="4670789" y="3009487"/>
                  <a:pt x="4645783" y="3034495"/>
                </a:cubicBezTo>
                <a:cubicBezTo>
                  <a:pt x="4633279" y="3046998"/>
                  <a:pt x="4616887" y="3053250"/>
                  <a:pt x="4600496" y="3053250"/>
                </a:cubicBezTo>
                <a:close/>
                <a:moveTo>
                  <a:pt x="2403199" y="3103078"/>
                </a:moveTo>
                <a:lnTo>
                  <a:pt x="2393514" y="3103078"/>
                </a:lnTo>
                <a:cubicBezTo>
                  <a:pt x="2503796" y="2992482"/>
                  <a:pt x="2613877" y="2882401"/>
                  <a:pt x="2721934" y="2774314"/>
                </a:cubicBezTo>
                <a:cubicBezTo>
                  <a:pt x="2920679" y="2575569"/>
                  <a:pt x="3126145" y="2370101"/>
                  <a:pt x="3327312" y="2166997"/>
                </a:cubicBezTo>
                <a:cubicBezTo>
                  <a:pt x="3334118" y="2079958"/>
                  <a:pt x="3332781" y="1992576"/>
                  <a:pt x="3331470" y="1908043"/>
                </a:cubicBezTo>
                <a:lnTo>
                  <a:pt x="3331380" y="1768479"/>
                </a:lnTo>
                <a:lnTo>
                  <a:pt x="3306574" y="1758203"/>
                </a:lnTo>
                <a:cubicBezTo>
                  <a:pt x="3299342" y="1750973"/>
                  <a:pt x="3294869" y="1740982"/>
                  <a:pt x="3294869" y="1729950"/>
                </a:cubicBezTo>
                <a:cubicBezTo>
                  <a:pt x="3294869" y="1707880"/>
                  <a:pt x="3312761" y="1689989"/>
                  <a:pt x="3334829" y="1689989"/>
                </a:cubicBezTo>
                <a:cubicBezTo>
                  <a:pt x="3356898" y="1689989"/>
                  <a:pt x="3374789" y="1707880"/>
                  <a:pt x="3374789" y="1729950"/>
                </a:cubicBezTo>
                <a:cubicBezTo>
                  <a:pt x="3374789" y="1740982"/>
                  <a:pt x="3370316" y="1750973"/>
                  <a:pt x="3363084" y="1758203"/>
                </a:cubicBezTo>
                <a:lnTo>
                  <a:pt x="3338245" y="1768492"/>
                </a:lnTo>
                <a:lnTo>
                  <a:pt x="3338334" y="1907929"/>
                </a:lnTo>
                <a:cubicBezTo>
                  <a:pt x="3339644" y="1993032"/>
                  <a:pt x="3340983" y="2081013"/>
                  <a:pt x="3334034" y="2168792"/>
                </a:cubicBezTo>
                <a:lnTo>
                  <a:pt x="3333949" y="2170046"/>
                </a:lnTo>
                <a:lnTo>
                  <a:pt x="3333977" y="2170074"/>
                </a:lnTo>
                <a:lnTo>
                  <a:pt x="3333094" y="2170956"/>
                </a:lnTo>
                <a:cubicBezTo>
                  <a:pt x="3131643" y="2374345"/>
                  <a:pt x="2925834" y="2580155"/>
                  <a:pt x="2726804" y="2779184"/>
                </a:cubicBezTo>
                <a:cubicBezTo>
                  <a:pt x="2620315" y="2885678"/>
                  <a:pt x="2511886" y="2994135"/>
                  <a:pt x="2403199" y="3103078"/>
                </a:cubicBezTo>
                <a:close/>
                <a:moveTo>
                  <a:pt x="6801071" y="3103079"/>
                </a:moveTo>
                <a:lnTo>
                  <a:pt x="6791386" y="3103079"/>
                </a:lnTo>
                <a:cubicBezTo>
                  <a:pt x="6682700" y="2994136"/>
                  <a:pt x="6574271" y="2885679"/>
                  <a:pt x="6467781" y="2779185"/>
                </a:cubicBezTo>
                <a:cubicBezTo>
                  <a:pt x="6268752" y="2580156"/>
                  <a:pt x="6062943" y="2374346"/>
                  <a:pt x="5861492" y="2170957"/>
                </a:cubicBezTo>
                <a:lnTo>
                  <a:pt x="5860609" y="2170075"/>
                </a:lnTo>
                <a:lnTo>
                  <a:pt x="5860637" y="2170047"/>
                </a:lnTo>
                <a:lnTo>
                  <a:pt x="5860552" y="2168793"/>
                </a:lnTo>
                <a:cubicBezTo>
                  <a:pt x="5853603" y="2081014"/>
                  <a:pt x="5854942" y="1993033"/>
                  <a:pt x="5856252" y="1907931"/>
                </a:cubicBezTo>
                <a:lnTo>
                  <a:pt x="5856341" y="1768493"/>
                </a:lnTo>
                <a:lnTo>
                  <a:pt x="5831501" y="1758204"/>
                </a:lnTo>
                <a:cubicBezTo>
                  <a:pt x="5824270" y="1750974"/>
                  <a:pt x="5819797" y="1740984"/>
                  <a:pt x="5819797" y="1729951"/>
                </a:cubicBezTo>
                <a:cubicBezTo>
                  <a:pt x="5819797" y="1707881"/>
                  <a:pt x="5837688" y="1689990"/>
                  <a:pt x="5859757" y="1689990"/>
                </a:cubicBezTo>
                <a:cubicBezTo>
                  <a:pt x="5881825" y="1689990"/>
                  <a:pt x="5899716" y="1707881"/>
                  <a:pt x="5899716" y="1729951"/>
                </a:cubicBezTo>
                <a:cubicBezTo>
                  <a:pt x="5899716" y="1740984"/>
                  <a:pt x="5895243" y="1750974"/>
                  <a:pt x="5888012" y="1758204"/>
                </a:cubicBezTo>
                <a:lnTo>
                  <a:pt x="5863206" y="1768480"/>
                </a:lnTo>
                <a:lnTo>
                  <a:pt x="5863116" y="1908045"/>
                </a:lnTo>
                <a:cubicBezTo>
                  <a:pt x="5861805" y="1992578"/>
                  <a:pt x="5860468" y="2079959"/>
                  <a:pt x="5867273" y="2166998"/>
                </a:cubicBezTo>
                <a:cubicBezTo>
                  <a:pt x="6068441" y="2370102"/>
                  <a:pt x="6273907" y="2575570"/>
                  <a:pt x="6472652" y="2774315"/>
                </a:cubicBezTo>
                <a:cubicBezTo>
                  <a:pt x="6580709" y="2882402"/>
                  <a:pt x="6690790" y="2992483"/>
                  <a:pt x="6801071" y="3103079"/>
                </a:cubicBezTo>
                <a:close/>
                <a:moveTo>
                  <a:pt x="680997" y="3103105"/>
                </a:moveTo>
                <a:lnTo>
                  <a:pt x="656732" y="3103105"/>
                </a:lnTo>
                <a:cubicBezTo>
                  <a:pt x="937019" y="2822732"/>
                  <a:pt x="1215485" y="2542101"/>
                  <a:pt x="1488653" y="2266769"/>
                </a:cubicBezTo>
                <a:lnTo>
                  <a:pt x="1489594" y="2265828"/>
                </a:lnTo>
                <a:cubicBezTo>
                  <a:pt x="1488028" y="2195479"/>
                  <a:pt x="1488511" y="2123392"/>
                  <a:pt x="1488966" y="2053611"/>
                </a:cubicBezTo>
                <a:cubicBezTo>
                  <a:pt x="1489594" y="1958938"/>
                  <a:pt x="1490221" y="1861046"/>
                  <a:pt x="1485805" y="1766062"/>
                </a:cubicBezTo>
                <a:lnTo>
                  <a:pt x="1485805" y="1765662"/>
                </a:lnTo>
                <a:cubicBezTo>
                  <a:pt x="1485805" y="1755180"/>
                  <a:pt x="1490961" y="1745327"/>
                  <a:pt x="1496172" y="1740114"/>
                </a:cubicBezTo>
                <a:cubicBezTo>
                  <a:pt x="1596911" y="1643251"/>
                  <a:pt x="1694204" y="1544961"/>
                  <a:pt x="1788280" y="1449946"/>
                </a:cubicBezTo>
                <a:cubicBezTo>
                  <a:pt x="1881787" y="1355472"/>
                  <a:pt x="1978480" y="1257808"/>
                  <a:pt x="2077256" y="1162907"/>
                </a:cubicBezTo>
                <a:lnTo>
                  <a:pt x="2079734" y="1160515"/>
                </a:lnTo>
                <a:lnTo>
                  <a:pt x="2083179" y="1160515"/>
                </a:lnTo>
                <a:lnTo>
                  <a:pt x="2541656" y="1158853"/>
                </a:lnTo>
                <a:lnTo>
                  <a:pt x="2549875" y="1139009"/>
                </a:lnTo>
                <a:cubicBezTo>
                  <a:pt x="2557105" y="1131778"/>
                  <a:pt x="2567096" y="1127305"/>
                  <a:pt x="2578130" y="1127305"/>
                </a:cubicBezTo>
                <a:cubicBezTo>
                  <a:pt x="2600200" y="1127305"/>
                  <a:pt x="2618090" y="1145195"/>
                  <a:pt x="2618090" y="1167266"/>
                </a:cubicBezTo>
                <a:cubicBezTo>
                  <a:pt x="2618090" y="1189334"/>
                  <a:pt x="2600200" y="1207225"/>
                  <a:pt x="2578130" y="1207225"/>
                </a:cubicBezTo>
                <a:cubicBezTo>
                  <a:pt x="2567096" y="1207225"/>
                  <a:pt x="2557105" y="1202752"/>
                  <a:pt x="2549875" y="1195522"/>
                </a:cubicBezTo>
                <a:lnTo>
                  <a:pt x="2541788" y="1175999"/>
                </a:lnTo>
                <a:lnTo>
                  <a:pt x="2086625" y="1177660"/>
                </a:lnTo>
                <a:cubicBezTo>
                  <a:pt x="1988876" y="1271651"/>
                  <a:pt x="1893094" y="1368403"/>
                  <a:pt x="1800441" y="1461993"/>
                </a:cubicBezTo>
                <a:lnTo>
                  <a:pt x="1800499" y="1461993"/>
                </a:lnTo>
                <a:cubicBezTo>
                  <a:pt x="1706337" y="1557123"/>
                  <a:pt x="1608960" y="1655470"/>
                  <a:pt x="1508191" y="1752361"/>
                </a:cubicBezTo>
                <a:cubicBezTo>
                  <a:pt x="1506056" y="1754498"/>
                  <a:pt x="1503036" y="1759966"/>
                  <a:pt x="1502951" y="1765492"/>
                </a:cubicBezTo>
                <a:cubicBezTo>
                  <a:pt x="1507367" y="1860876"/>
                  <a:pt x="1506740" y="1958910"/>
                  <a:pt x="1506113" y="2053727"/>
                </a:cubicBezTo>
                <a:cubicBezTo>
                  <a:pt x="1505656" y="2124589"/>
                  <a:pt x="1505172" y="2197842"/>
                  <a:pt x="1506824" y="2269075"/>
                </a:cubicBezTo>
                <a:lnTo>
                  <a:pt x="1506910" y="2272720"/>
                </a:lnTo>
                <a:lnTo>
                  <a:pt x="1500843" y="2278845"/>
                </a:lnTo>
                <a:cubicBezTo>
                  <a:pt x="1231607" y="2550219"/>
                  <a:pt x="957213" y="2826747"/>
                  <a:pt x="680997" y="3103105"/>
                </a:cubicBezTo>
                <a:close/>
                <a:moveTo>
                  <a:pt x="1841143" y="3103105"/>
                </a:moveTo>
                <a:lnTo>
                  <a:pt x="1831486" y="3103105"/>
                </a:lnTo>
                <a:cubicBezTo>
                  <a:pt x="2051828" y="2881503"/>
                  <a:pt x="2288383" y="2644521"/>
                  <a:pt x="2559378" y="2373895"/>
                </a:cubicBezTo>
                <a:lnTo>
                  <a:pt x="2815267" y="2118577"/>
                </a:lnTo>
                <a:lnTo>
                  <a:pt x="2805014" y="2093830"/>
                </a:lnTo>
                <a:cubicBezTo>
                  <a:pt x="2805014" y="2083603"/>
                  <a:pt x="2808916" y="2073379"/>
                  <a:pt x="2816720" y="2065575"/>
                </a:cubicBezTo>
                <a:cubicBezTo>
                  <a:pt x="2832327" y="2049968"/>
                  <a:pt x="2857620" y="2049968"/>
                  <a:pt x="2873227" y="2065575"/>
                </a:cubicBezTo>
                <a:cubicBezTo>
                  <a:pt x="2888836" y="2081182"/>
                  <a:pt x="2888836" y="2106476"/>
                  <a:pt x="2873227" y="2122084"/>
                </a:cubicBezTo>
                <a:cubicBezTo>
                  <a:pt x="2865424" y="2129888"/>
                  <a:pt x="2855199" y="2133789"/>
                  <a:pt x="2844974" y="2133789"/>
                </a:cubicBezTo>
                <a:lnTo>
                  <a:pt x="2820080" y="2123476"/>
                </a:lnTo>
                <a:lnTo>
                  <a:pt x="2565704" y="2377280"/>
                </a:lnTo>
                <a:cubicBezTo>
                  <a:pt x="2296066" y="2646546"/>
                  <a:pt x="2060522" y="2882507"/>
                  <a:pt x="1841143" y="3103105"/>
                </a:cubicBezTo>
                <a:close/>
                <a:moveTo>
                  <a:pt x="2103342" y="3103105"/>
                </a:moveTo>
                <a:lnTo>
                  <a:pt x="2093659" y="3103105"/>
                </a:lnTo>
                <a:cubicBezTo>
                  <a:pt x="2278051" y="2918004"/>
                  <a:pt x="2461017" y="2736119"/>
                  <a:pt x="2640081" y="2558165"/>
                </a:cubicBezTo>
                <a:cubicBezTo>
                  <a:pt x="2779922" y="2419174"/>
                  <a:pt x="2924523" y="2275427"/>
                  <a:pt x="3067701" y="2132278"/>
                </a:cubicBezTo>
                <a:cubicBezTo>
                  <a:pt x="3067701" y="1982992"/>
                  <a:pt x="3067701" y="1831171"/>
                  <a:pt x="3067797" y="1678869"/>
                </a:cubicBezTo>
                <a:lnTo>
                  <a:pt x="3068412" y="1261096"/>
                </a:lnTo>
                <a:lnTo>
                  <a:pt x="3043633" y="1250829"/>
                </a:lnTo>
                <a:cubicBezTo>
                  <a:pt x="3028025" y="1235222"/>
                  <a:pt x="3028025" y="1209930"/>
                  <a:pt x="3043633" y="1194323"/>
                </a:cubicBezTo>
                <a:cubicBezTo>
                  <a:pt x="3059240" y="1178714"/>
                  <a:pt x="3084534" y="1178714"/>
                  <a:pt x="3100141" y="1194323"/>
                </a:cubicBezTo>
                <a:cubicBezTo>
                  <a:pt x="3115749" y="1209930"/>
                  <a:pt x="3115749" y="1235222"/>
                  <a:pt x="3100141" y="1250829"/>
                </a:cubicBezTo>
                <a:lnTo>
                  <a:pt x="3075277" y="1261132"/>
                </a:lnTo>
                <a:lnTo>
                  <a:pt x="3074662" y="1679613"/>
                </a:lnTo>
                <a:cubicBezTo>
                  <a:pt x="3074565" y="1832153"/>
                  <a:pt x="3074565" y="1984202"/>
                  <a:pt x="3074565" y="2133702"/>
                </a:cubicBezTo>
                <a:lnTo>
                  <a:pt x="3074565" y="2135126"/>
                </a:lnTo>
                <a:lnTo>
                  <a:pt x="3074537" y="2135126"/>
                </a:lnTo>
                <a:lnTo>
                  <a:pt x="3073540" y="2136123"/>
                </a:lnTo>
                <a:cubicBezTo>
                  <a:pt x="2930048" y="2279613"/>
                  <a:pt x="2785077" y="2423703"/>
                  <a:pt x="2644922" y="2563037"/>
                </a:cubicBezTo>
                <a:cubicBezTo>
                  <a:pt x="2467425" y="2739452"/>
                  <a:pt x="2286111" y="2919684"/>
                  <a:pt x="2103342" y="3103105"/>
                </a:cubicBezTo>
                <a:close/>
                <a:moveTo>
                  <a:pt x="2711479" y="3103105"/>
                </a:moveTo>
                <a:lnTo>
                  <a:pt x="2687189" y="3103105"/>
                </a:lnTo>
                <a:cubicBezTo>
                  <a:pt x="2803019" y="2987555"/>
                  <a:pt x="2918341" y="2871663"/>
                  <a:pt x="3031015" y="2758391"/>
                </a:cubicBezTo>
                <a:lnTo>
                  <a:pt x="3521477" y="2268399"/>
                </a:lnTo>
                <a:lnTo>
                  <a:pt x="3510254" y="2257175"/>
                </a:lnTo>
                <a:cubicBezTo>
                  <a:pt x="3496722" y="2224506"/>
                  <a:pt x="3512235" y="2187053"/>
                  <a:pt x="3544904" y="2173521"/>
                </a:cubicBezTo>
                <a:cubicBezTo>
                  <a:pt x="3577573" y="2159989"/>
                  <a:pt x="3615028" y="2175502"/>
                  <a:pt x="3628560" y="2208173"/>
                </a:cubicBezTo>
                <a:cubicBezTo>
                  <a:pt x="3642092" y="2240841"/>
                  <a:pt x="3626577" y="2278295"/>
                  <a:pt x="3593908" y="2291827"/>
                </a:cubicBezTo>
                <a:cubicBezTo>
                  <a:pt x="3577574" y="2298593"/>
                  <a:pt x="3560043" y="2298098"/>
                  <a:pt x="3544904" y="2291827"/>
                </a:cubicBezTo>
                <a:lnTo>
                  <a:pt x="3533611" y="2280532"/>
                </a:lnTo>
                <a:lnTo>
                  <a:pt x="3043177" y="2770496"/>
                </a:lnTo>
                <a:cubicBezTo>
                  <a:pt x="2934434" y="2879809"/>
                  <a:pt x="2823242" y="2991542"/>
                  <a:pt x="2711479" y="3103105"/>
                </a:cubicBezTo>
                <a:close/>
                <a:moveTo>
                  <a:pt x="3666953" y="3103105"/>
                </a:moveTo>
                <a:lnTo>
                  <a:pt x="3660091" y="3103105"/>
                </a:lnTo>
                <a:cubicBezTo>
                  <a:pt x="3660005" y="3072033"/>
                  <a:pt x="3659863" y="3041157"/>
                  <a:pt x="3659691" y="3010539"/>
                </a:cubicBezTo>
                <a:cubicBezTo>
                  <a:pt x="3659237" y="2921448"/>
                  <a:pt x="3658751" y="2829340"/>
                  <a:pt x="3660404" y="2737971"/>
                </a:cubicBezTo>
                <a:lnTo>
                  <a:pt x="3660404" y="2736574"/>
                </a:lnTo>
                <a:cubicBezTo>
                  <a:pt x="3660404" y="2736574"/>
                  <a:pt x="3661402" y="2735606"/>
                  <a:pt x="3661402" y="2735606"/>
                </a:cubicBezTo>
                <a:cubicBezTo>
                  <a:pt x="3676837" y="2720141"/>
                  <a:pt x="3691590" y="2704419"/>
                  <a:pt x="3705861" y="2689209"/>
                </a:cubicBezTo>
                <a:cubicBezTo>
                  <a:pt x="3720157" y="2673944"/>
                  <a:pt x="3734968" y="2658164"/>
                  <a:pt x="3750491" y="2642643"/>
                </a:cubicBezTo>
                <a:cubicBezTo>
                  <a:pt x="3768718" y="2624414"/>
                  <a:pt x="3787203" y="2606783"/>
                  <a:pt x="3805090" y="2589752"/>
                </a:cubicBezTo>
                <a:lnTo>
                  <a:pt x="3839138" y="2556620"/>
                </a:lnTo>
                <a:lnTo>
                  <a:pt x="3829063" y="2532297"/>
                </a:lnTo>
                <a:cubicBezTo>
                  <a:pt x="3829063" y="2522070"/>
                  <a:pt x="3832964" y="2511843"/>
                  <a:pt x="3840766" y="2504041"/>
                </a:cubicBezTo>
                <a:cubicBezTo>
                  <a:pt x="3856372" y="2488435"/>
                  <a:pt x="3881673" y="2488435"/>
                  <a:pt x="3897278" y="2504040"/>
                </a:cubicBezTo>
                <a:cubicBezTo>
                  <a:pt x="3912884" y="2519646"/>
                  <a:pt x="3912884" y="2544947"/>
                  <a:pt x="3897278" y="2560553"/>
                </a:cubicBezTo>
                <a:cubicBezTo>
                  <a:pt x="3889476" y="2568355"/>
                  <a:pt x="3879250" y="2572256"/>
                  <a:pt x="3869022" y="2572256"/>
                </a:cubicBezTo>
                <a:lnTo>
                  <a:pt x="3843676" y="2561757"/>
                </a:lnTo>
                <a:lnTo>
                  <a:pt x="3809817" y="2594708"/>
                </a:lnTo>
                <a:cubicBezTo>
                  <a:pt x="3791961" y="2611740"/>
                  <a:pt x="3773476" y="2629341"/>
                  <a:pt x="3755333" y="2647484"/>
                </a:cubicBezTo>
                <a:lnTo>
                  <a:pt x="3755362" y="2647484"/>
                </a:lnTo>
                <a:cubicBezTo>
                  <a:pt x="3739895" y="2662950"/>
                  <a:pt x="3725142" y="2678699"/>
                  <a:pt x="3710873" y="2693910"/>
                </a:cubicBezTo>
                <a:cubicBezTo>
                  <a:pt x="3696889" y="2708834"/>
                  <a:pt x="3682419" y="2724271"/>
                  <a:pt x="3667239" y="2739480"/>
                </a:cubicBezTo>
                <a:cubicBezTo>
                  <a:pt x="3665616" y="2830337"/>
                  <a:pt x="3666099" y="2921905"/>
                  <a:pt x="3666556" y="3010511"/>
                </a:cubicBezTo>
                <a:cubicBezTo>
                  <a:pt x="3666726" y="3041130"/>
                  <a:pt x="3666869" y="3072033"/>
                  <a:pt x="3666953" y="3103105"/>
                </a:cubicBezTo>
                <a:close/>
                <a:moveTo>
                  <a:pt x="5534495" y="3103106"/>
                </a:moveTo>
                <a:lnTo>
                  <a:pt x="5527633" y="3103106"/>
                </a:lnTo>
                <a:cubicBezTo>
                  <a:pt x="5527718" y="3072034"/>
                  <a:pt x="5527860" y="3041131"/>
                  <a:pt x="5528030" y="3010512"/>
                </a:cubicBezTo>
                <a:cubicBezTo>
                  <a:pt x="5528487" y="2921906"/>
                  <a:pt x="5528971" y="2830338"/>
                  <a:pt x="5527347" y="2739481"/>
                </a:cubicBezTo>
                <a:cubicBezTo>
                  <a:pt x="5512167" y="2724272"/>
                  <a:pt x="5497697" y="2708835"/>
                  <a:pt x="5483713" y="2693911"/>
                </a:cubicBezTo>
                <a:cubicBezTo>
                  <a:pt x="5469444" y="2678700"/>
                  <a:pt x="5454691" y="2662951"/>
                  <a:pt x="5439224" y="2647485"/>
                </a:cubicBezTo>
                <a:lnTo>
                  <a:pt x="5439253" y="2647485"/>
                </a:lnTo>
                <a:cubicBezTo>
                  <a:pt x="5421110" y="2629342"/>
                  <a:pt x="5402625" y="2611741"/>
                  <a:pt x="5384769" y="2594709"/>
                </a:cubicBezTo>
                <a:lnTo>
                  <a:pt x="5350910" y="2561758"/>
                </a:lnTo>
                <a:lnTo>
                  <a:pt x="5325564" y="2572257"/>
                </a:lnTo>
                <a:cubicBezTo>
                  <a:pt x="5315337" y="2572257"/>
                  <a:pt x="5305111" y="2568356"/>
                  <a:pt x="5297308" y="2560554"/>
                </a:cubicBezTo>
                <a:cubicBezTo>
                  <a:pt x="5281702" y="2544948"/>
                  <a:pt x="5281702" y="2519647"/>
                  <a:pt x="5297308" y="2504041"/>
                </a:cubicBezTo>
                <a:cubicBezTo>
                  <a:pt x="5312913" y="2488436"/>
                  <a:pt x="5338214" y="2488436"/>
                  <a:pt x="5353820" y="2504042"/>
                </a:cubicBezTo>
                <a:cubicBezTo>
                  <a:pt x="5361622" y="2511845"/>
                  <a:pt x="5365523" y="2522071"/>
                  <a:pt x="5365523" y="2532298"/>
                </a:cubicBezTo>
                <a:lnTo>
                  <a:pt x="5355448" y="2556621"/>
                </a:lnTo>
                <a:lnTo>
                  <a:pt x="5389496" y="2589753"/>
                </a:lnTo>
                <a:cubicBezTo>
                  <a:pt x="5407383" y="2606784"/>
                  <a:pt x="5425868" y="2624415"/>
                  <a:pt x="5444096" y="2642644"/>
                </a:cubicBezTo>
                <a:cubicBezTo>
                  <a:pt x="5459618" y="2658165"/>
                  <a:pt x="5474429" y="2673945"/>
                  <a:pt x="5488725" y="2689210"/>
                </a:cubicBezTo>
                <a:cubicBezTo>
                  <a:pt x="5502996" y="2704420"/>
                  <a:pt x="5517749" y="2720142"/>
                  <a:pt x="5533185" y="2735607"/>
                </a:cubicBezTo>
                <a:cubicBezTo>
                  <a:pt x="5533185" y="2735607"/>
                  <a:pt x="5534183" y="2736575"/>
                  <a:pt x="5534183" y="2736575"/>
                </a:cubicBezTo>
                <a:lnTo>
                  <a:pt x="5534183" y="2737972"/>
                </a:lnTo>
                <a:cubicBezTo>
                  <a:pt x="5535836" y="2829341"/>
                  <a:pt x="5535350" y="2921449"/>
                  <a:pt x="5534896" y="3010540"/>
                </a:cubicBezTo>
                <a:cubicBezTo>
                  <a:pt x="5534724" y="3041158"/>
                  <a:pt x="5534581" y="3072034"/>
                  <a:pt x="5534495" y="3103106"/>
                </a:cubicBezTo>
                <a:close/>
                <a:moveTo>
                  <a:pt x="6507397" y="3103106"/>
                </a:moveTo>
                <a:lnTo>
                  <a:pt x="6483107" y="3103106"/>
                </a:lnTo>
                <a:cubicBezTo>
                  <a:pt x="6371344" y="2991543"/>
                  <a:pt x="6260152" y="2879810"/>
                  <a:pt x="6151409" y="2770497"/>
                </a:cubicBezTo>
                <a:lnTo>
                  <a:pt x="5660975" y="2280534"/>
                </a:lnTo>
                <a:lnTo>
                  <a:pt x="5649682" y="2291828"/>
                </a:lnTo>
                <a:cubicBezTo>
                  <a:pt x="5634543" y="2298099"/>
                  <a:pt x="5617012" y="2298594"/>
                  <a:pt x="5600678" y="2291828"/>
                </a:cubicBezTo>
                <a:cubicBezTo>
                  <a:pt x="5568009" y="2278296"/>
                  <a:pt x="5552494" y="2240842"/>
                  <a:pt x="5566027" y="2208173"/>
                </a:cubicBezTo>
                <a:cubicBezTo>
                  <a:pt x="5579558" y="2175503"/>
                  <a:pt x="5617013" y="2159990"/>
                  <a:pt x="5649682" y="2173522"/>
                </a:cubicBezTo>
                <a:cubicBezTo>
                  <a:pt x="5682351" y="2187054"/>
                  <a:pt x="5697864" y="2224507"/>
                  <a:pt x="5684332" y="2257176"/>
                </a:cubicBezTo>
                <a:lnTo>
                  <a:pt x="5673110" y="2268400"/>
                </a:lnTo>
                <a:lnTo>
                  <a:pt x="6163570" y="2758392"/>
                </a:lnTo>
                <a:cubicBezTo>
                  <a:pt x="6276245" y="2871664"/>
                  <a:pt x="6391566" y="2987556"/>
                  <a:pt x="6507397" y="3103106"/>
                </a:cubicBezTo>
                <a:close/>
                <a:moveTo>
                  <a:pt x="7100927" y="3103106"/>
                </a:moveTo>
                <a:lnTo>
                  <a:pt x="7091243" y="3103106"/>
                </a:lnTo>
                <a:cubicBezTo>
                  <a:pt x="6908475" y="2919685"/>
                  <a:pt x="6727161" y="2739453"/>
                  <a:pt x="6549664" y="2563038"/>
                </a:cubicBezTo>
                <a:cubicBezTo>
                  <a:pt x="6409509" y="2423704"/>
                  <a:pt x="6264538" y="2279614"/>
                  <a:pt x="6121046" y="2136124"/>
                </a:cubicBezTo>
                <a:lnTo>
                  <a:pt x="6120049" y="2135128"/>
                </a:lnTo>
                <a:lnTo>
                  <a:pt x="6120020" y="2135128"/>
                </a:lnTo>
                <a:lnTo>
                  <a:pt x="6120020" y="2133703"/>
                </a:lnTo>
                <a:cubicBezTo>
                  <a:pt x="6120020" y="1984203"/>
                  <a:pt x="6120020" y="1832154"/>
                  <a:pt x="6119924" y="1679614"/>
                </a:cubicBezTo>
                <a:lnTo>
                  <a:pt x="6119309" y="1261133"/>
                </a:lnTo>
                <a:lnTo>
                  <a:pt x="6094445" y="1250830"/>
                </a:lnTo>
                <a:cubicBezTo>
                  <a:pt x="6078836" y="1235223"/>
                  <a:pt x="6078836" y="1209931"/>
                  <a:pt x="6094445" y="1194324"/>
                </a:cubicBezTo>
                <a:cubicBezTo>
                  <a:pt x="6110052" y="1178715"/>
                  <a:pt x="6135345" y="1178715"/>
                  <a:pt x="6150953" y="1194324"/>
                </a:cubicBezTo>
                <a:cubicBezTo>
                  <a:pt x="6166561" y="1209931"/>
                  <a:pt x="6166561" y="1235223"/>
                  <a:pt x="6150953" y="1250830"/>
                </a:cubicBezTo>
                <a:lnTo>
                  <a:pt x="6126173" y="1261097"/>
                </a:lnTo>
                <a:lnTo>
                  <a:pt x="6126789" y="1678870"/>
                </a:lnTo>
                <a:cubicBezTo>
                  <a:pt x="6126885" y="1831172"/>
                  <a:pt x="6126885" y="1982993"/>
                  <a:pt x="6126885" y="2132279"/>
                </a:cubicBezTo>
                <a:cubicBezTo>
                  <a:pt x="6270062" y="2275428"/>
                  <a:pt x="6414664" y="2419175"/>
                  <a:pt x="6554505" y="2558166"/>
                </a:cubicBezTo>
                <a:cubicBezTo>
                  <a:pt x="6733569" y="2736120"/>
                  <a:pt x="6916535" y="2918005"/>
                  <a:pt x="7100927" y="3103106"/>
                </a:cubicBezTo>
                <a:close/>
                <a:moveTo>
                  <a:pt x="7363100" y="3103106"/>
                </a:moveTo>
                <a:lnTo>
                  <a:pt x="7353443" y="3103106"/>
                </a:lnTo>
                <a:cubicBezTo>
                  <a:pt x="7134064" y="2882508"/>
                  <a:pt x="6898520" y="2646547"/>
                  <a:pt x="6628882" y="2377282"/>
                </a:cubicBezTo>
                <a:lnTo>
                  <a:pt x="6374506" y="2123477"/>
                </a:lnTo>
                <a:lnTo>
                  <a:pt x="6349612" y="2133790"/>
                </a:lnTo>
                <a:cubicBezTo>
                  <a:pt x="6339387" y="2133790"/>
                  <a:pt x="6329162" y="2129889"/>
                  <a:pt x="6321358" y="2122085"/>
                </a:cubicBezTo>
                <a:cubicBezTo>
                  <a:pt x="6305750" y="2106477"/>
                  <a:pt x="6305750" y="2081183"/>
                  <a:pt x="6321358" y="2065576"/>
                </a:cubicBezTo>
                <a:cubicBezTo>
                  <a:pt x="6336966" y="2049969"/>
                  <a:pt x="6362259" y="2049969"/>
                  <a:pt x="6377866" y="2065576"/>
                </a:cubicBezTo>
                <a:cubicBezTo>
                  <a:pt x="6385670" y="2073380"/>
                  <a:pt x="6389572" y="2083604"/>
                  <a:pt x="6389572" y="2093831"/>
                </a:cubicBezTo>
                <a:lnTo>
                  <a:pt x="6379319" y="2118578"/>
                </a:lnTo>
                <a:lnTo>
                  <a:pt x="6635208" y="2373896"/>
                </a:lnTo>
                <a:cubicBezTo>
                  <a:pt x="6906203" y="2644522"/>
                  <a:pt x="7142757" y="2881504"/>
                  <a:pt x="7363100" y="3103106"/>
                </a:cubicBezTo>
                <a:close/>
                <a:moveTo>
                  <a:pt x="8537854" y="3103106"/>
                </a:moveTo>
                <a:lnTo>
                  <a:pt x="8513589" y="3103106"/>
                </a:lnTo>
                <a:cubicBezTo>
                  <a:pt x="8237372" y="2826748"/>
                  <a:pt x="7962979" y="2550220"/>
                  <a:pt x="7693743" y="2278846"/>
                </a:cubicBezTo>
                <a:lnTo>
                  <a:pt x="7687676" y="2272721"/>
                </a:lnTo>
                <a:lnTo>
                  <a:pt x="7687761" y="2269076"/>
                </a:lnTo>
                <a:cubicBezTo>
                  <a:pt x="7689413" y="2197843"/>
                  <a:pt x="7688930" y="2124590"/>
                  <a:pt x="7688473" y="2053728"/>
                </a:cubicBezTo>
                <a:cubicBezTo>
                  <a:pt x="7687846" y="1958911"/>
                  <a:pt x="7687219" y="1860877"/>
                  <a:pt x="7691634" y="1765493"/>
                </a:cubicBezTo>
                <a:cubicBezTo>
                  <a:pt x="7691550" y="1759967"/>
                  <a:pt x="7688530" y="1754499"/>
                  <a:pt x="7686394" y="1752363"/>
                </a:cubicBezTo>
                <a:cubicBezTo>
                  <a:pt x="7585626" y="1655471"/>
                  <a:pt x="7488248" y="1557124"/>
                  <a:pt x="7394087" y="1461994"/>
                </a:cubicBezTo>
                <a:lnTo>
                  <a:pt x="7394145" y="1461994"/>
                </a:lnTo>
                <a:cubicBezTo>
                  <a:pt x="7301492" y="1368404"/>
                  <a:pt x="7205709" y="1271652"/>
                  <a:pt x="7107961" y="1177661"/>
                </a:cubicBezTo>
                <a:lnTo>
                  <a:pt x="6652798" y="1176000"/>
                </a:lnTo>
                <a:lnTo>
                  <a:pt x="6644711" y="1195523"/>
                </a:lnTo>
                <a:cubicBezTo>
                  <a:pt x="6637481" y="1202753"/>
                  <a:pt x="6627490" y="1207226"/>
                  <a:pt x="6616456" y="1207226"/>
                </a:cubicBezTo>
                <a:cubicBezTo>
                  <a:pt x="6594386" y="1207226"/>
                  <a:pt x="6576496" y="1189335"/>
                  <a:pt x="6576496" y="1167267"/>
                </a:cubicBezTo>
                <a:cubicBezTo>
                  <a:pt x="6576496" y="1145196"/>
                  <a:pt x="6594386" y="1127306"/>
                  <a:pt x="6616456" y="1127306"/>
                </a:cubicBezTo>
                <a:cubicBezTo>
                  <a:pt x="6627490" y="1127306"/>
                  <a:pt x="6637481" y="1131780"/>
                  <a:pt x="6644711" y="1139010"/>
                </a:cubicBezTo>
                <a:lnTo>
                  <a:pt x="6652930" y="1158854"/>
                </a:lnTo>
                <a:lnTo>
                  <a:pt x="7111407" y="1160516"/>
                </a:lnTo>
                <a:lnTo>
                  <a:pt x="7114852" y="1160516"/>
                </a:lnTo>
                <a:lnTo>
                  <a:pt x="7117329" y="1162908"/>
                </a:lnTo>
                <a:cubicBezTo>
                  <a:pt x="7216106" y="1257809"/>
                  <a:pt x="7312799" y="1355473"/>
                  <a:pt x="7406306" y="1449947"/>
                </a:cubicBezTo>
                <a:cubicBezTo>
                  <a:pt x="7500381" y="1544963"/>
                  <a:pt x="7597674" y="1643252"/>
                  <a:pt x="7698413" y="1740115"/>
                </a:cubicBezTo>
                <a:cubicBezTo>
                  <a:pt x="7703625" y="1745328"/>
                  <a:pt x="7708781" y="1755181"/>
                  <a:pt x="7708781" y="1765663"/>
                </a:cubicBezTo>
                <a:lnTo>
                  <a:pt x="7708781" y="1766063"/>
                </a:lnTo>
                <a:cubicBezTo>
                  <a:pt x="7704365" y="1861047"/>
                  <a:pt x="7704992" y="1958939"/>
                  <a:pt x="7705619" y="2053612"/>
                </a:cubicBezTo>
                <a:cubicBezTo>
                  <a:pt x="7706075" y="2123393"/>
                  <a:pt x="7706558" y="2195480"/>
                  <a:pt x="7704992" y="2265829"/>
                </a:cubicBezTo>
                <a:lnTo>
                  <a:pt x="7705932" y="2266770"/>
                </a:lnTo>
                <a:cubicBezTo>
                  <a:pt x="7979100" y="2542102"/>
                  <a:pt x="8257566" y="2822733"/>
                  <a:pt x="8537854" y="3103106"/>
                </a:cubicBezTo>
                <a:close/>
                <a:moveTo>
                  <a:pt x="4897079" y="3103106"/>
                </a:moveTo>
                <a:lnTo>
                  <a:pt x="4692722" y="3103106"/>
                </a:lnTo>
                <a:cubicBezTo>
                  <a:pt x="4689930" y="3073685"/>
                  <a:pt x="4699786" y="3043295"/>
                  <a:pt x="4722314" y="3020765"/>
                </a:cubicBezTo>
                <a:cubicBezTo>
                  <a:pt x="4732333" y="3010747"/>
                  <a:pt x="4743909" y="3003233"/>
                  <a:pt x="4756264" y="2998224"/>
                </a:cubicBezTo>
                <a:lnTo>
                  <a:pt x="4789220" y="2991813"/>
                </a:lnTo>
                <a:lnTo>
                  <a:pt x="4786226" y="2643383"/>
                </a:lnTo>
                <a:lnTo>
                  <a:pt x="4787029" y="2445171"/>
                </a:lnTo>
                <a:lnTo>
                  <a:pt x="4769304" y="2440900"/>
                </a:lnTo>
                <a:cubicBezTo>
                  <a:pt x="4754401" y="2434089"/>
                  <a:pt x="4742096" y="2421593"/>
                  <a:pt x="4735921" y="2405026"/>
                </a:cubicBezTo>
                <a:cubicBezTo>
                  <a:pt x="4723573" y="2371891"/>
                  <a:pt x="4740424" y="2335019"/>
                  <a:pt x="4773557" y="2322670"/>
                </a:cubicBezTo>
                <a:cubicBezTo>
                  <a:pt x="4806692" y="2310320"/>
                  <a:pt x="4843563" y="2327172"/>
                  <a:pt x="4855912" y="2360306"/>
                </a:cubicBezTo>
                <a:cubicBezTo>
                  <a:pt x="4868262" y="2393440"/>
                  <a:pt x="4851412" y="2430313"/>
                  <a:pt x="4818276" y="2442661"/>
                </a:cubicBezTo>
                <a:lnTo>
                  <a:pt x="4804175" y="2444901"/>
                </a:lnTo>
                <a:lnTo>
                  <a:pt x="4803371" y="2643610"/>
                </a:lnTo>
                <a:lnTo>
                  <a:pt x="4806498" y="2992968"/>
                </a:lnTo>
                <a:lnTo>
                  <a:pt x="4833520" y="2998224"/>
                </a:lnTo>
                <a:cubicBezTo>
                  <a:pt x="4845879" y="3003233"/>
                  <a:pt x="4857461" y="3010747"/>
                  <a:pt x="4867487" y="3020765"/>
                </a:cubicBezTo>
                <a:cubicBezTo>
                  <a:pt x="4890015" y="3043295"/>
                  <a:pt x="4899869" y="3073685"/>
                  <a:pt x="4897079" y="3103106"/>
                </a:cubicBezTo>
                <a:close/>
                <a:moveTo>
                  <a:pt x="4501864" y="3103107"/>
                </a:moveTo>
                <a:lnTo>
                  <a:pt x="4297508" y="3103107"/>
                </a:lnTo>
                <a:cubicBezTo>
                  <a:pt x="4294717" y="3073686"/>
                  <a:pt x="4304571" y="3043296"/>
                  <a:pt x="4327100" y="3020766"/>
                </a:cubicBezTo>
                <a:cubicBezTo>
                  <a:pt x="4337126" y="3010748"/>
                  <a:pt x="4348707" y="3003234"/>
                  <a:pt x="4361066" y="2998225"/>
                </a:cubicBezTo>
                <a:lnTo>
                  <a:pt x="4388088" y="2992969"/>
                </a:lnTo>
                <a:lnTo>
                  <a:pt x="4391216" y="2643609"/>
                </a:lnTo>
                <a:lnTo>
                  <a:pt x="4390412" y="2444900"/>
                </a:lnTo>
                <a:lnTo>
                  <a:pt x="4376310" y="2442660"/>
                </a:lnTo>
                <a:cubicBezTo>
                  <a:pt x="4343175" y="2430312"/>
                  <a:pt x="4326325" y="2393439"/>
                  <a:pt x="4338674" y="2360305"/>
                </a:cubicBezTo>
                <a:cubicBezTo>
                  <a:pt x="4351023" y="2327171"/>
                  <a:pt x="4387894" y="2310319"/>
                  <a:pt x="4421030" y="2322669"/>
                </a:cubicBezTo>
                <a:cubicBezTo>
                  <a:pt x="4454163" y="2335018"/>
                  <a:pt x="4471014" y="2371890"/>
                  <a:pt x="4458665" y="2405025"/>
                </a:cubicBezTo>
                <a:cubicBezTo>
                  <a:pt x="4452490" y="2421592"/>
                  <a:pt x="4440185" y="2434089"/>
                  <a:pt x="4425282" y="2440900"/>
                </a:cubicBezTo>
                <a:lnTo>
                  <a:pt x="4407558" y="2445170"/>
                </a:lnTo>
                <a:lnTo>
                  <a:pt x="4408361" y="2643382"/>
                </a:lnTo>
                <a:lnTo>
                  <a:pt x="4405366" y="2991814"/>
                </a:lnTo>
                <a:lnTo>
                  <a:pt x="4438322" y="2998225"/>
                </a:lnTo>
                <a:cubicBezTo>
                  <a:pt x="4450677" y="3003234"/>
                  <a:pt x="4462254" y="3010748"/>
                  <a:pt x="4472272" y="3020766"/>
                </a:cubicBezTo>
                <a:cubicBezTo>
                  <a:pt x="4494801" y="3043296"/>
                  <a:pt x="4504656" y="3073686"/>
                  <a:pt x="4501864" y="3103107"/>
                </a:cubicBezTo>
                <a:close/>
                <a:moveTo>
                  <a:pt x="4158206" y="3103108"/>
                </a:moveTo>
                <a:lnTo>
                  <a:pt x="4084096" y="3103108"/>
                </a:lnTo>
                <a:cubicBezTo>
                  <a:pt x="4078287" y="3088696"/>
                  <a:pt x="4081220" y="3071578"/>
                  <a:pt x="4092898" y="3059872"/>
                </a:cubicBezTo>
                <a:lnTo>
                  <a:pt x="4117735" y="3049581"/>
                </a:lnTo>
                <a:lnTo>
                  <a:pt x="4117735" y="2748834"/>
                </a:lnTo>
                <a:lnTo>
                  <a:pt x="4099421" y="2793057"/>
                </a:lnTo>
                <a:cubicBezTo>
                  <a:pt x="4086916" y="2805560"/>
                  <a:pt x="4070525" y="2811812"/>
                  <a:pt x="4054134" y="2811812"/>
                </a:cubicBezTo>
                <a:cubicBezTo>
                  <a:pt x="4037743" y="2811812"/>
                  <a:pt x="4021353" y="2805560"/>
                  <a:pt x="4008849" y="2793057"/>
                </a:cubicBezTo>
                <a:cubicBezTo>
                  <a:pt x="3983841" y="2768049"/>
                  <a:pt x="3983841" y="2727492"/>
                  <a:pt x="4008849" y="2702486"/>
                </a:cubicBezTo>
                <a:lnTo>
                  <a:pt x="4045560" y="2687281"/>
                </a:lnTo>
                <a:lnTo>
                  <a:pt x="4045560" y="2510802"/>
                </a:lnTo>
                <a:lnTo>
                  <a:pt x="3620691" y="2085933"/>
                </a:lnTo>
                <a:lnTo>
                  <a:pt x="3607569" y="2094780"/>
                </a:lnTo>
                <a:cubicBezTo>
                  <a:pt x="3599909" y="2098020"/>
                  <a:pt x="3591488" y="2099810"/>
                  <a:pt x="3582648" y="2099810"/>
                </a:cubicBezTo>
                <a:cubicBezTo>
                  <a:pt x="3547286" y="2099810"/>
                  <a:pt x="3518621" y="2071146"/>
                  <a:pt x="3518621" y="2035784"/>
                </a:cubicBezTo>
                <a:cubicBezTo>
                  <a:pt x="3518621" y="2000423"/>
                  <a:pt x="3547286" y="1971757"/>
                  <a:pt x="3582648" y="1971757"/>
                </a:cubicBezTo>
                <a:cubicBezTo>
                  <a:pt x="3618008" y="1971757"/>
                  <a:pt x="3646675" y="2000423"/>
                  <a:pt x="3646675" y="2035784"/>
                </a:cubicBezTo>
                <a:lnTo>
                  <a:pt x="3631475" y="2072479"/>
                </a:lnTo>
                <a:lnTo>
                  <a:pt x="4062706" y="2503711"/>
                </a:lnTo>
                <a:lnTo>
                  <a:pt x="4062706" y="2687280"/>
                </a:lnTo>
                <a:lnTo>
                  <a:pt x="4099421" y="2702486"/>
                </a:lnTo>
                <a:lnTo>
                  <a:pt x="4117735" y="2746707"/>
                </a:lnTo>
                <a:lnTo>
                  <a:pt x="4117735" y="2352786"/>
                </a:lnTo>
                <a:lnTo>
                  <a:pt x="3888822" y="2123873"/>
                </a:lnTo>
                <a:lnTo>
                  <a:pt x="3863990" y="2134162"/>
                </a:lnTo>
                <a:cubicBezTo>
                  <a:pt x="3853766" y="2134162"/>
                  <a:pt x="3843540" y="2130260"/>
                  <a:pt x="3835736" y="2122456"/>
                </a:cubicBezTo>
                <a:cubicBezTo>
                  <a:pt x="3820127" y="2106847"/>
                  <a:pt x="3820127" y="2081556"/>
                  <a:pt x="3835736" y="2065948"/>
                </a:cubicBezTo>
                <a:cubicBezTo>
                  <a:pt x="3851344" y="2050341"/>
                  <a:pt x="3876637" y="2050341"/>
                  <a:pt x="3892244" y="2065948"/>
                </a:cubicBezTo>
                <a:cubicBezTo>
                  <a:pt x="3900047" y="2073752"/>
                  <a:pt x="3903950" y="2083976"/>
                  <a:pt x="3903950" y="2094201"/>
                </a:cubicBezTo>
                <a:lnTo>
                  <a:pt x="3893663" y="2119029"/>
                </a:lnTo>
                <a:lnTo>
                  <a:pt x="4117735" y="2343083"/>
                </a:lnTo>
                <a:lnTo>
                  <a:pt x="4117735" y="2144576"/>
                </a:lnTo>
                <a:lnTo>
                  <a:pt x="4088576" y="2115418"/>
                </a:lnTo>
                <a:lnTo>
                  <a:pt x="4075465" y="2124258"/>
                </a:lnTo>
                <a:cubicBezTo>
                  <a:pt x="4067805" y="2127497"/>
                  <a:pt x="4059383" y="2129288"/>
                  <a:pt x="4050543" y="2129288"/>
                </a:cubicBezTo>
                <a:cubicBezTo>
                  <a:pt x="4015182" y="2129288"/>
                  <a:pt x="3986517" y="2100624"/>
                  <a:pt x="3986517" y="2065262"/>
                </a:cubicBezTo>
                <a:cubicBezTo>
                  <a:pt x="3986517" y="2029901"/>
                  <a:pt x="4015182" y="2001235"/>
                  <a:pt x="4050543" y="2001235"/>
                </a:cubicBezTo>
                <a:cubicBezTo>
                  <a:pt x="4085904" y="2001235"/>
                  <a:pt x="4114570" y="2029901"/>
                  <a:pt x="4114570" y="2065262"/>
                </a:cubicBezTo>
                <a:lnTo>
                  <a:pt x="4099368" y="2101961"/>
                </a:lnTo>
                <a:lnTo>
                  <a:pt x="4117735" y="2120328"/>
                </a:lnTo>
                <a:lnTo>
                  <a:pt x="4117735" y="1837548"/>
                </a:lnTo>
                <a:lnTo>
                  <a:pt x="3135401" y="855218"/>
                </a:lnTo>
                <a:lnTo>
                  <a:pt x="3135401" y="78504"/>
                </a:lnTo>
                <a:lnTo>
                  <a:pt x="3110565" y="68214"/>
                </a:lnTo>
                <a:cubicBezTo>
                  <a:pt x="3094956" y="52607"/>
                  <a:pt x="3094956" y="27314"/>
                  <a:pt x="3110565" y="11706"/>
                </a:cubicBezTo>
                <a:cubicBezTo>
                  <a:pt x="3126172" y="-3903"/>
                  <a:pt x="3151465" y="-3903"/>
                  <a:pt x="3167072" y="11706"/>
                </a:cubicBezTo>
                <a:cubicBezTo>
                  <a:pt x="3182681" y="27314"/>
                  <a:pt x="3182681" y="52607"/>
                  <a:pt x="3167072" y="68214"/>
                </a:cubicBezTo>
                <a:lnTo>
                  <a:pt x="3142265" y="78491"/>
                </a:lnTo>
                <a:lnTo>
                  <a:pt x="3142266" y="852371"/>
                </a:lnTo>
                <a:lnTo>
                  <a:pt x="4123573" y="1833705"/>
                </a:lnTo>
                <a:lnTo>
                  <a:pt x="4124598" y="1834701"/>
                </a:lnTo>
                <a:lnTo>
                  <a:pt x="4124598" y="2127191"/>
                </a:lnTo>
                <a:lnTo>
                  <a:pt x="4220440" y="2223033"/>
                </a:lnTo>
                <a:lnTo>
                  <a:pt x="4233567" y="2214183"/>
                </a:lnTo>
                <a:cubicBezTo>
                  <a:pt x="4241227" y="2210942"/>
                  <a:pt x="4249650" y="2209151"/>
                  <a:pt x="4258490" y="2209151"/>
                </a:cubicBezTo>
                <a:cubicBezTo>
                  <a:pt x="4293850" y="2209151"/>
                  <a:pt x="4322516" y="2237817"/>
                  <a:pt x="4322516" y="2273178"/>
                </a:cubicBezTo>
                <a:cubicBezTo>
                  <a:pt x="4322516" y="2308539"/>
                  <a:pt x="4293850" y="2337204"/>
                  <a:pt x="4258490" y="2337204"/>
                </a:cubicBezTo>
                <a:cubicBezTo>
                  <a:pt x="4223128" y="2337204"/>
                  <a:pt x="4194463" y="2308539"/>
                  <a:pt x="4194463" y="2273178"/>
                </a:cubicBezTo>
                <a:lnTo>
                  <a:pt x="4209656" y="2236497"/>
                </a:lnTo>
                <a:lnTo>
                  <a:pt x="4124598" y="2151440"/>
                </a:lnTo>
                <a:lnTo>
                  <a:pt x="4124598" y="2349946"/>
                </a:lnTo>
                <a:lnTo>
                  <a:pt x="4242482" y="2467821"/>
                </a:lnTo>
                <a:lnTo>
                  <a:pt x="4242482" y="2851079"/>
                </a:lnTo>
                <a:lnTo>
                  <a:pt x="4267288" y="2861356"/>
                </a:lnTo>
                <a:cubicBezTo>
                  <a:pt x="4282898" y="2876964"/>
                  <a:pt x="4282898" y="2902257"/>
                  <a:pt x="4267288" y="2917864"/>
                </a:cubicBezTo>
                <a:cubicBezTo>
                  <a:pt x="4259485" y="2925667"/>
                  <a:pt x="4249260" y="2929570"/>
                  <a:pt x="4239035" y="2929570"/>
                </a:cubicBezTo>
                <a:cubicBezTo>
                  <a:pt x="4228810" y="2929570"/>
                  <a:pt x="4218585" y="2925667"/>
                  <a:pt x="4210782" y="2917864"/>
                </a:cubicBezTo>
                <a:cubicBezTo>
                  <a:pt x="4195173" y="2902257"/>
                  <a:pt x="4195173" y="2876964"/>
                  <a:pt x="4210782" y="2861356"/>
                </a:cubicBezTo>
                <a:lnTo>
                  <a:pt x="4235617" y="2851066"/>
                </a:lnTo>
                <a:lnTo>
                  <a:pt x="4235617" y="2470669"/>
                </a:lnTo>
                <a:lnTo>
                  <a:pt x="4124598" y="2359650"/>
                </a:lnTo>
                <a:lnTo>
                  <a:pt x="4124598" y="3049594"/>
                </a:lnTo>
                <a:lnTo>
                  <a:pt x="4149404" y="3059872"/>
                </a:lnTo>
                <a:cubicBezTo>
                  <a:pt x="4161083" y="3071549"/>
                  <a:pt x="4164016" y="3088696"/>
                  <a:pt x="4158206" y="3103108"/>
                </a:cubicBezTo>
                <a:close/>
                <a:moveTo>
                  <a:pt x="5110490" y="3103109"/>
                </a:moveTo>
                <a:lnTo>
                  <a:pt x="5036381" y="3103109"/>
                </a:lnTo>
                <a:cubicBezTo>
                  <a:pt x="5030570" y="3088697"/>
                  <a:pt x="5033503" y="3071550"/>
                  <a:pt x="5045182" y="3059873"/>
                </a:cubicBezTo>
                <a:lnTo>
                  <a:pt x="5069988" y="3049595"/>
                </a:lnTo>
                <a:lnTo>
                  <a:pt x="5069988" y="2359649"/>
                </a:lnTo>
                <a:lnTo>
                  <a:pt x="4958969" y="2470669"/>
                </a:lnTo>
                <a:lnTo>
                  <a:pt x="4958969" y="2851065"/>
                </a:lnTo>
                <a:lnTo>
                  <a:pt x="4983804" y="2861355"/>
                </a:lnTo>
                <a:cubicBezTo>
                  <a:pt x="4999413" y="2876963"/>
                  <a:pt x="4999413" y="2902256"/>
                  <a:pt x="4983804" y="2917863"/>
                </a:cubicBezTo>
                <a:cubicBezTo>
                  <a:pt x="4976001" y="2925666"/>
                  <a:pt x="4965776" y="2929569"/>
                  <a:pt x="4955551" y="2929569"/>
                </a:cubicBezTo>
                <a:cubicBezTo>
                  <a:pt x="4945326" y="2929569"/>
                  <a:pt x="4935102" y="2925666"/>
                  <a:pt x="4927298" y="2917863"/>
                </a:cubicBezTo>
                <a:cubicBezTo>
                  <a:pt x="4911688" y="2902256"/>
                  <a:pt x="4911688" y="2876963"/>
                  <a:pt x="4927298" y="2861355"/>
                </a:cubicBezTo>
                <a:lnTo>
                  <a:pt x="4952104" y="2851078"/>
                </a:lnTo>
                <a:lnTo>
                  <a:pt x="4952104" y="2467820"/>
                </a:lnTo>
                <a:lnTo>
                  <a:pt x="5069988" y="2349945"/>
                </a:lnTo>
                <a:lnTo>
                  <a:pt x="5069988" y="2151439"/>
                </a:lnTo>
                <a:lnTo>
                  <a:pt x="4984930" y="2236496"/>
                </a:lnTo>
                <a:lnTo>
                  <a:pt x="5000123" y="2273176"/>
                </a:lnTo>
                <a:cubicBezTo>
                  <a:pt x="5000123" y="2308538"/>
                  <a:pt x="4971459" y="2337203"/>
                  <a:pt x="4936097" y="2337203"/>
                </a:cubicBezTo>
                <a:cubicBezTo>
                  <a:pt x="4900736" y="2337203"/>
                  <a:pt x="4872070" y="2308538"/>
                  <a:pt x="4872070" y="2273176"/>
                </a:cubicBezTo>
                <a:cubicBezTo>
                  <a:pt x="4872070" y="2237816"/>
                  <a:pt x="4900736" y="2209150"/>
                  <a:pt x="4936097" y="2209150"/>
                </a:cubicBezTo>
                <a:cubicBezTo>
                  <a:pt x="4944937" y="2209150"/>
                  <a:pt x="4953360" y="2210941"/>
                  <a:pt x="4961020" y="2214182"/>
                </a:cubicBezTo>
                <a:lnTo>
                  <a:pt x="4974147" y="2223032"/>
                </a:lnTo>
                <a:lnTo>
                  <a:pt x="5069988" y="2127190"/>
                </a:lnTo>
                <a:lnTo>
                  <a:pt x="5069988" y="1834702"/>
                </a:lnTo>
                <a:lnTo>
                  <a:pt x="5071013" y="1833706"/>
                </a:lnTo>
                <a:lnTo>
                  <a:pt x="6052320" y="852372"/>
                </a:lnTo>
                <a:lnTo>
                  <a:pt x="6052321" y="78492"/>
                </a:lnTo>
                <a:lnTo>
                  <a:pt x="6027513" y="68215"/>
                </a:lnTo>
                <a:cubicBezTo>
                  <a:pt x="6011905" y="52608"/>
                  <a:pt x="6011905" y="27316"/>
                  <a:pt x="6027513" y="11707"/>
                </a:cubicBezTo>
                <a:cubicBezTo>
                  <a:pt x="6043121" y="-3902"/>
                  <a:pt x="6068414" y="-3902"/>
                  <a:pt x="6084021" y="11707"/>
                </a:cubicBezTo>
                <a:cubicBezTo>
                  <a:pt x="6099630" y="27316"/>
                  <a:pt x="6099630" y="52608"/>
                  <a:pt x="6084021" y="68215"/>
                </a:cubicBezTo>
                <a:lnTo>
                  <a:pt x="6059184" y="78505"/>
                </a:lnTo>
                <a:lnTo>
                  <a:pt x="6059184" y="855219"/>
                </a:lnTo>
                <a:lnTo>
                  <a:pt x="5076851" y="1837549"/>
                </a:lnTo>
                <a:lnTo>
                  <a:pt x="5076852" y="2120327"/>
                </a:lnTo>
                <a:lnTo>
                  <a:pt x="5095218" y="2101960"/>
                </a:lnTo>
                <a:lnTo>
                  <a:pt x="5080016" y="2065261"/>
                </a:lnTo>
                <a:cubicBezTo>
                  <a:pt x="5080016" y="2029900"/>
                  <a:pt x="5108682" y="2001234"/>
                  <a:pt x="5144043" y="2001234"/>
                </a:cubicBezTo>
                <a:cubicBezTo>
                  <a:pt x="5179405" y="2001234"/>
                  <a:pt x="5208070" y="2029900"/>
                  <a:pt x="5208070" y="2065261"/>
                </a:cubicBezTo>
                <a:cubicBezTo>
                  <a:pt x="5208070" y="2100623"/>
                  <a:pt x="5179405" y="2129287"/>
                  <a:pt x="5144043" y="2129287"/>
                </a:cubicBezTo>
                <a:cubicBezTo>
                  <a:pt x="5135203" y="2129287"/>
                  <a:pt x="5126781" y="2127496"/>
                  <a:pt x="5119122" y="2124257"/>
                </a:cubicBezTo>
                <a:lnTo>
                  <a:pt x="5106010" y="2115417"/>
                </a:lnTo>
                <a:lnTo>
                  <a:pt x="5076852" y="2144575"/>
                </a:lnTo>
                <a:lnTo>
                  <a:pt x="5076852" y="2343082"/>
                </a:lnTo>
                <a:lnTo>
                  <a:pt x="5300923" y="2119028"/>
                </a:lnTo>
                <a:lnTo>
                  <a:pt x="5290637" y="2094200"/>
                </a:lnTo>
                <a:cubicBezTo>
                  <a:pt x="5290637" y="2083975"/>
                  <a:pt x="5294539" y="2073751"/>
                  <a:pt x="5302343" y="2065947"/>
                </a:cubicBezTo>
                <a:cubicBezTo>
                  <a:pt x="5317950" y="2050340"/>
                  <a:pt x="5343242" y="2050340"/>
                  <a:pt x="5358850" y="2065947"/>
                </a:cubicBezTo>
                <a:cubicBezTo>
                  <a:pt x="5374459" y="2081555"/>
                  <a:pt x="5374459" y="2106846"/>
                  <a:pt x="5358850" y="2122455"/>
                </a:cubicBezTo>
                <a:cubicBezTo>
                  <a:pt x="5351047" y="2130258"/>
                  <a:pt x="5340821" y="2134161"/>
                  <a:pt x="5330596" y="2134161"/>
                </a:cubicBezTo>
                <a:lnTo>
                  <a:pt x="5305764" y="2123872"/>
                </a:lnTo>
                <a:lnTo>
                  <a:pt x="5076852" y="2352785"/>
                </a:lnTo>
                <a:lnTo>
                  <a:pt x="5076852" y="2746706"/>
                </a:lnTo>
                <a:lnTo>
                  <a:pt x="5095166" y="2702485"/>
                </a:lnTo>
                <a:lnTo>
                  <a:pt x="5131880" y="2687279"/>
                </a:lnTo>
                <a:lnTo>
                  <a:pt x="5131880" y="2503710"/>
                </a:lnTo>
                <a:lnTo>
                  <a:pt x="5563111" y="2072478"/>
                </a:lnTo>
                <a:lnTo>
                  <a:pt x="5547911" y="2035783"/>
                </a:lnTo>
                <a:cubicBezTo>
                  <a:pt x="5547911" y="2000422"/>
                  <a:pt x="5576578" y="1971756"/>
                  <a:pt x="5611938" y="1971756"/>
                </a:cubicBezTo>
                <a:cubicBezTo>
                  <a:pt x="5647300" y="1971756"/>
                  <a:pt x="5675965" y="2000422"/>
                  <a:pt x="5675965" y="2035783"/>
                </a:cubicBezTo>
                <a:cubicBezTo>
                  <a:pt x="5675965" y="2071145"/>
                  <a:pt x="5647300" y="2099809"/>
                  <a:pt x="5611938" y="2099809"/>
                </a:cubicBezTo>
                <a:cubicBezTo>
                  <a:pt x="5603099" y="2099809"/>
                  <a:pt x="5594677" y="2098019"/>
                  <a:pt x="5587017" y="2094779"/>
                </a:cubicBezTo>
                <a:lnTo>
                  <a:pt x="5573895" y="2085932"/>
                </a:lnTo>
                <a:lnTo>
                  <a:pt x="5149027" y="2510801"/>
                </a:lnTo>
                <a:lnTo>
                  <a:pt x="5149027" y="2687280"/>
                </a:lnTo>
                <a:lnTo>
                  <a:pt x="5185738" y="2702485"/>
                </a:lnTo>
                <a:cubicBezTo>
                  <a:pt x="5210745" y="2727491"/>
                  <a:pt x="5210745" y="2768048"/>
                  <a:pt x="5185738" y="2793056"/>
                </a:cubicBezTo>
                <a:cubicBezTo>
                  <a:pt x="5173234" y="2805559"/>
                  <a:pt x="5156843" y="2811811"/>
                  <a:pt x="5140452" y="2811811"/>
                </a:cubicBezTo>
                <a:cubicBezTo>
                  <a:pt x="5124062" y="2811811"/>
                  <a:pt x="5107671" y="2805559"/>
                  <a:pt x="5095166" y="2793056"/>
                </a:cubicBezTo>
                <a:lnTo>
                  <a:pt x="5076852" y="2748834"/>
                </a:lnTo>
                <a:lnTo>
                  <a:pt x="5076852" y="3049582"/>
                </a:lnTo>
                <a:lnTo>
                  <a:pt x="5101688" y="3059873"/>
                </a:lnTo>
                <a:cubicBezTo>
                  <a:pt x="5113367" y="3071579"/>
                  <a:pt x="5116299" y="3088697"/>
                  <a:pt x="5110490" y="3103109"/>
                </a:cubicBezTo>
                <a:close/>
                <a:moveTo>
                  <a:pt x="243719" y="3103133"/>
                </a:moveTo>
                <a:lnTo>
                  <a:pt x="234005" y="3103133"/>
                </a:lnTo>
                <a:cubicBezTo>
                  <a:pt x="512385" y="2824697"/>
                  <a:pt x="789285" y="2545574"/>
                  <a:pt x="1060943" y="2271780"/>
                </a:cubicBezTo>
                <a:lnTo>
                  <a:pt x="1060943" y="1690673"/>
                </a:lnTo>
                <a:lnTo>
                  <a:pt x="1806763" y="944851"/>
                </a:lnTo>
                <a:lnTo>
                  <a:pt x="1808187" y="944851"/>
                </a:lnTo>
                <a:lnTo>
                  <a:pt x="2758804" y="944632"/>
                </a:lnTo>
                <a:lnTo>
                  <a:pt x="2769097" y="919785"/>
                </a:lnTo>
                <a:cubicBezTo>
                  <a:pt x="2776327" y="912554"/>
                  <a:pt x="2786317" y="908081"/>
                  <a:pt x="2797351" y="908081"/>
                </a:cubicBezTo>
                <a:cubicBezTo>
                  <a:pt x="2819422" y="908081"/>
                  <a:pt x="2837312" y="925971"/>
                  <a:pt x="2837312" y="948040"/>
                </a:cubicBezTo>
                <a:cubicBezTo>
                  <a:pt x="2837312" y="970110"/>
                  <a:pt x="2819422" y="988001"/>
                  <a:pt x="2797351" y="988001"/>
                </a:cubicBezTo>
                <a:cubicBezTo>
                  <a:pt x="2786317" y="988001"/>
                  <a:pt x="2776327" y="983528"/>
                  <a:pt x="2769097" y="976296"/>
                </a:cubicBezTo>
                <a:lnTo>
                  <a:pt x="2758823" y="951495"/>
                </a:lnTo>
                <a:lnTo>
                  <a:pt x="1809612" y="951715"/>
                </a:lnTo>
                <a:lnTo>
                  <a:pt x="1067807" y="1693520"/>
                </a:lnTo>
                <a:lnTo>
                  <a:pt x="1067807" y="2274572"/>
                </a:lnTo>
                <a:lnTo>
                  <a:pt x="1066468" y="2275939"/>
                </a:lnTo>
                <a:cubicBezTo>
                  <a:pt x="796207" y="2548366"/>
                  <a:pt x="520702" y="2826062"/>
                  <a:pt x="243719" y="3103133"/>
                </a:cubicBezTo>
                <a:close/>
                <a:moveTo>
                  <a:pt x="2958843" y="3103133"/>
                </a:moveTo>
                <a:lnTo>
                  <a:pt x="2949129" y="3103133"/>
                </a:lnTo>
                <a:lnTo>
                  <a:pt x="2949159" y="3103105"/>
                </a:lnTo>
                <a:lnTo>
                  <a:pt x="3668079" y="2385830"/>
                </a:lnTo>
                <a:lnTo>
                  <a:pt x="3657811" y="2361046"/>
                </a:lnTo>
                <a:cubicBezTo>
                  <a:pt x="3657811" y="2350821"/>
                  <a:pt x="3661713" y="2340595"/>
                  <a:pt x="3669517" y="2332792"/>
                </a:cubicBezTo>
                <a:cubicBezTo>
                  <a:pt x="3685124" y="2317183"/>
                  <a:pt x="3710417" y="2317183"/>
                  <a:pt x="3726025" y="2332792"/>
                </a:cubicBezTo>
                <a:cubicBezTo>
                  <a:pt x="3741633" y="2348400"/>
                  <a:pt x="3741633" y="2373692"/>
                  <a:pt x="3726025" y="2389301"/>
                </a:cubicBezTo>
                <a:cubicBezTo>
                  <a:pt x="3718221" y="2397104"/>
                  <a:pt x="3707996" y="2401005"/>
                  <a:pt x="3697771" y="2401005"/>
                </a:cubicBezTo>
                <a:lnTo>
                  <a:pt x="3672913" y="2390707"/>
                </a:lnTo>
                <a:close/>
                <a:moveTo>
                  <a:pt x="3176728" y="3103133"/>
                </a:moveTo>
                <a:lnTo>
                  <a:pt x="3152631" y="3103133"/>
                </a:lnTo>
                <a:cubicBezTo>
                  <a:pt x="3157844" y="3097837"/>
                  <a:pt x="3163114" y="3092509"/>
                  <a:pt x="3168325" y="3087240"/>
                </a:cubicBezTo>
                <a:lnTo>
                  <a:pt x="3402206" y="2853436"/>
                </a:lnTo>
                <a:lnTo>
                  <a:pt x="3394042" y="2833728"/>
                </a:lnTo>
                <a:cubicBezTo>
                  <a:pt x="3394042" y="2811658"/>
                  <a:pt x="3411934" y="2793768"/>
                  <a:pt x="3434002" y="2793768"/>
                </a:cubicBezTo>
                <a:cubicBezTo>
                  <a:pt x="3456072" y="2793768"/>
                  <a:pt x="3473962" y="2811658"/>
                  <a:pt x="3473962" y="2833728"/>
                </a:cubicBezTo>
                <a:cubicBezTo>
                  <a:pt x="3473962" y="2855796"/>
                  <a:pt x="3456072" y="2873688"/>
                  <a:pt x="3434002" y="2873688"/>
                </a:cubicBezTo>
                <a:lnTo>
                  <a:pt x="3414359" y="2865551"/>
                </a:lnTo>
                <a:lnTo>
                  <a:pt x="3180543" y="3099287"/>
                </a:lnTo>
                <a:lnTo>
                  <a:pt x="3180543" y="3099260"/>
                </a:lnTo>
                <a:cubicBezTo>
                  <a:pt x="3179290" y="3100541"/>
                  <a:pt x="3178009" y="3101823"/>
                  <a:pt x="3176728" y="3103133"/>
                </a:cubicBezTo>
                <a:close/>
                <a:moveTo>
                  <a:pt x="6041955" y="3103134"/>
                </a:moveTo>
                <a:lnTo>
                  <a:pt x="6017858" y="3103134"/>
                </a:lnTo>
                <a:cubicBezTo>
                  <a:pt x="6016577" y="3101824"/>
                  <a:pt x="6015296" y="3100542"/>
                  <a:pt x="6014043" y="3099261"/>
                </a:cubicBezTo>
                <a:lnTo>
                  <a:pt x="6014043" y="3099288"/>
                </a:lnTo>
                <a:lnTo>
                  <a:pt x="5780227" y="2865552"/>
                </a:lnTo>
                <a:lnTo>
                  <a:pt x="5760584" y="2873689"/>
                </a:lnTo>
                <a:cubicBezTo>
                  <a:pt x="5738513" y="2873689"/>
                  <a:pt x="5720624" y="2855797"/>
                  <a:pt x="5720624" y="2833729"/>
                </a:cubicBezTo>
                <a:cubicBezTo>
                  <a:pt x="5720624" y="2811659"/>
                  <a:pt x="5738513" y="2793769"/>
                  <a:pt x="5760584" y="2793769"/>
                </a:cubicBezTo>
                <a:cubicBezTo>
                  <a:pt x="5782652" y="2793769"/>
                  <a:pt x="5800544" y="2811659"/>
                  <a:pt x="5800544" y="2833729"/>
                </a:cubicBezTo>
                <a:lnTo>
                  <a:pt x="5792380" y="2853437"/>
                </a:lnTo>
                <a:lnTo>
                  <a:pt x="6026261" y="3087241"/>
                </a:lnTo>
                <a:cubicBezTo>
                  <a:pt x="6031472" y="3092510"/>
                  <a:pt x="6036742" y="3097838"/>
                  <a:pt x="6041955" y="3103134"/>
                </a:cubicBezTo>
                <a:close/>
                <a:moveTo>
                  <a:pt x="6245457" y="3103134"/>
                </a:moveTo>
                <a:lnTo>
                  <a:pt x="6235743" y="3103134"/>
                </a:lnTo>
                <a:lnTo>
                  <a:pt x="5521673" y="2390709"/>
                </a:lnTo>
                <a:lnTo>
                  <a:pt x="5496815" y="2401007"/>
                </a:lnTo>
                <a:cubicBezTo>
                  <a:pt x="5486590" y="2401007"/>
                  <a:pt x="5476365" y="2397105"/>
                  <a:pt x="5468561" y="2389302"/>
                </a:cubicBezTo>
                <a:cubicBezTo>
                  <a:pt x="5452953" y="2373693"/>
                  <a:pt x="5452953" y="2348401"/>
                  <a:pt x="5468561" y="2332793"/>
                </a:cubicBezTo>
                <a:cubicBezTo>
                  <a:pt x="5484169" y="2317184"/>
                  <a:pt x="5509462" y="2317184"/>
                  <a:pt x="5525070" y="2332793"/>
                </a:cubicBezTo>
                <a:cubicBezTo>
                  <a:pt x="5532873" y="2340596"/>
                  <a:pt x="5536776" y="2350822"/>
                  <a:pt x="5536776" y="2361047"/>
                </a:cubicBezTo>
                <a:lnTo>
                  <a:pt x="5526507" y="2385831"/>
                </a:lnTo>
                <a:lnTo>
                  <a:pt x="6245427" y="3103106"/>
                </a:lnTo>
                <a:close/>
                <a:moveTo>
                  <a:pt x="8960580" y="3103134"/>
                </a:moveTo>
                <a:lnTo>
                  <a:pt x="8950867" y="3103134"/>
                </a:lnTo>
                <a:cubicBezTo>
                  <a:pt x="8673884" y="2826063"/>
                  <a:pt x="8398379" y="2548367"/>
                  <a:pt x="8128118" y="2275940"/>
                </a:cubicBezTo>
                <a:lnTo>
                  <a:pt x="8126779" y="2274573"/>
                </a:lnTo>
                <a:lnTo>
                  <a:pt x="8126779" y="1693521"/>
                </a:lnTo>
                <a:lnTo>
                  <a:pt x="7384974" y="951716"/>
                </a:lnTo>
                <a:lnTo>
                  <a:pt x="6435763" y="951497"/>
                </a:lnTo>
                <a:lnTo>
                  <a:pt x="6425489" y="976298"/>
                </a:lnTo>
                <a:cubicBezTo>
                  <a:pt x="6418259" y="983529"/>
                  <a:pt x="6408269" y="988002"/>
                  <a:pt x="6397235" y="988002"/>
                </a:cubicBezTo>
                <a:cubicBezTo>
                  <a:pt x="6375164" y="988002"/>
                  <a:pt x="6357274" y="970111"/>
                  <a:pt x="6357274" y="948042"/>
                </a:cubicBezTo>
                <a:cubicBezTo>
                  <a:pt x="6357274" y="925972"/>
                  <a:pt x="6375164" y="908082"/>
                  <a:pt x="6397235" y="908082"/>
                </a:cubicBezTo>
                <a:cubicBezTo>
                  <a:pt x="6408269" y="908082"/>
                  <a:pt x="6418259" y="912555"/>
                  <a:pt x="6425489" y="919786"/>
                </a:cubicBezTo>
                <a:lnTo>
                  <a:pt x="6435782" y="944633"/>
                </a:lnTo>
                <a:lnTo>
                  <a:pt x="7386399" y="944852"/>
                </a:lnTo>
                <a:lnTo>
                  <a:pt x="7387822" y="944852"/>
                </a:lnTo>
                <a:lnTo>
                  <a:pt x="8133642" y="1690674"/>
                </a:lnTo>
                <a:lnTo>
                  <a:pt x="8133642" y="2271781"/>
                </a:lnTo>
                <a:cubicBezTo>
                  <a:pt x="8405300" y="2545575"/>
                  <a:pt x="8682200" y="2824698"/>
                  <a:pt x="8960580" y="3103134"/>
                </a:cubicBezTo>
                <a:close/>
                <a:moveTo>
                  <a:pt x="986064" y="3103191"/>
                </a:moveTo>
                <a:lnTo>
                  <a:pt x="961714" y="3103191"/>
                </a:lnTo>
                <a:cubicBezTo>
                  <a:pt x="1139752" y="2926605"/>
                  <a:pt x="1322604" y="2744806"/>
                  <a:pt x="1499845" y="2561698"/>
                </a:cubicBezTo>
                <a:lnTo>
                  <a:pt x="1501897" y="2559590"/>
                </a:lnTo>
                <a:lnTo>
                  <a:pt x="1504802" y="2559163"/>
                </a:lnTo>
                <a:cubicBezTo>
                  <a:pt x="1554304" y="2552099"/>
                  <a:pt x="1602978" y="2553522"/>
                  <a:pt x="1650059" y="2554891"/>
                </a:cubicBezTo>
                <a:cubicBezTo>
                  <a:pt x="1680191" y="2555773"/>
                  <a:pt x="1711322" y="2556685"/>
                  <a:pt x="1742481" y="2555374"/>
                </a:cubicBezTo>
                <a:cubicBezTo>
                  <a:pt x="1842253" y="2455602"/>
                  <a:pt x="1943705" y="2353694"/>
                  <a:pt x="2041852" y="2255148"/>
                </a:cubicBezTo>
                <a:cubicBezTo>
                  <a:pt x="2239800" y="2056345"/>
                  <a:pt x="2444469" y="1850795"/>
                  <a:pt x="2647827" y="1650002"/>
                </a:cubicBezTo>
                <a:cubicBezTo>
                  <a:pt x="2646374" y="1617816"/>
                  <a:pt x="2646831" y="1585975"/>
                  <a:pt x="2647287" y="1555129"/>
                </a:cubicBezTo>
                <a:cubicBezTo>
                  <a:pt x="2647913" y="1513003"/>
                  <a:pt x="2648540" y="1469456"/>
                  <a:pt x="2644153" y="1425708"/>
                </a:cubicBezTo>
                <a:lnTo>
                  <a:pt x="2644153" y="1424854"/>
                </a:lnTo>
                <a:cubicBezTo>
                  <a:pt x="2644125" y="1415084"/>
                  <a:pt x="2648511" y="1406283"/>
                  <a:pt x="2652754" y="1397766"/>
                </a:cubicBezTo>
                <a:lnTo>
                  <a:pt x="2653297" y="1396685"/>
                </a:lnTo>
                <a:lnTo>
                  <a:pt x="2654123" y="1395774"/>
                </a:lnTo>
                <a:cubicBezTo>
                  <a:pt x="2707550" y="1338041"/>
                  <a:pt x="2763004" y="1284239"/>
                  <a:pt x="2816635" y="1232203"/>
                </a:cubicBezTo>
                <a:lnTo>
                  <a:pt x="2906590" y="1142750"/>
                </a:lnTo>
                <a:lnTo>
                  <a:pt x="2891441" y="1106172"/>
                </a:lnTo>
                <a:cubicBezTo>
                  <a:pt x="2891441" y="1089781"/>
                  <a:pt x="2897692" y="1073389"/>
                  <a:pt x="2910196" y="1060886"/>
                </a:cubicBezTo>
                <a:cubicBezTo>
                  <a:pt x="2935204" y="1035879"/>
                  <a:pt x="2975762" y="1035879"/>
                  <a:pt x="3000768" y="1060886"/>
                </a:cubicBezTo>
                <a:cubicBezTo>
                  <a:pt x="3025774" y="1085893"/>
                  <a:pt x="3025774" y="1126450"/>
                  <a:pt x="3000768" y="1151459"/>
                </a:cubicBezTo>
                <a:cubicBezTo>
                  <a:pt x="2988264" y="1163961"/>
                  <a:pt x="2971873" y="1170213"/>
                  <a:pt x="2955483" y="1170213"/>
                </a:cubicBezTo>
                <a:lnTo>
                  <a:pt x="2918654" y="1154961"/>
                </a:lnTo>
                <a:lnTo>
                  <a:pt x="2828596" y="1244536"/>
                </a:lnTo>
                <a:lnTo>
                  <a:pt x="2828626" y="1244422"/>
                </a:lnTo>
                <a:cubicBezTo>
                  <a:pt x="2775450" y="1296030"/>
                  <a:pt x="2720453" y="1349405"/>
                  <a:pt x="2667593" y="1406455"/>
                </a:cubicBezTo>
                <a:cubicBezTo>
                  <a:pt x="2664376" y="1412920"/>
                  <a:pt x="2661443" y="1419043"/>
                  <a:pt x="2661299" y="1424397"/>
                </a:cubicBezTo>
                <a:cubicBezTo>
                  <a:pt x="2665715" y="1468971"/>
                  <a:pt x="2665087" y="1512862"/>
                  <a:pt x="2664462" y="1555329"/>
                </a:cubicBezTo>
                <a:cubicBezTo>
                  <a:pt x="2664005" y="1587112"/>
                  <a:pt x="2663522" y="1619981"/>
                  <a:pt x="2665172" y="1652935"/>
                </a:cubicBezTo>
                <a:lnTo>
                  <a:pt x="2665373" y="1656779"/>
                </a:lnTo>
                <a:lnTo>
                  <a:pt x="2662638" y="1659485"/>
                </a:lnTo>
                <a:cubicBezTo>
                  <a:pt x="2458453" y="1861104"/>
                  <a:pt x="2252871" y="2067567"/>
                  <a:pt x="2054043" y="2267225"/>
                </a:cubicBezTo>
                <a:cubicBezTo>
                  <a:pt x="1955125" y="2366568"/>
                  <a:pt x="1852821" y="2469301"/>
                  <a:pt x="1752279" y="2569843"/>
                </a:cubicBezTo>
                <a:lnTo>
                  <a:pt x="1749943" y="2572178"/>
                </a:lnTo>
                <a:lnTo>
                  <a:pt x="1746640" y="2572350"/>
                </a:lnTo>
                <a:cubicBezTo>
                  <a:pt x="1713715" y="2573916"/>
                  <a:pt x="1681132" y="2572977"/>
                  <a:pt x="1649574" y="2572037"/>
                </a:cubicBezTo>
                <a:cubicBezTo>
                  <a:pt x="1604145" y="2570697"/>
                  <a:pt x="1557208" y="2569331"/>
                  <a:pt x="1510128" y="2575739"/>
                </a:cubicBezTo>
                <a:cubicBezTo>
                  <a:pt x="1337473" y="2754035"/>
                  <a:pt x="1159604" y="2931049"/>
                  <a:pt x="986064" y="3103191"/>
                </a:cubicBezTo>
                <a:close/>
                <a:moveTo>
                  <a:pt x="8232872" y="3103192"/>
                </a:moveTo>
                <a:lnTo>
                  <a:pt x="8208521" y="3103192"/>
                </a:lnTo>
                <a:cubicBezTo>
                  <a:pt x="8034981" y="2931050"/>
                  <a:pt x="7857113" y="2754036"/>
                  <a:pt x="7684458" y="2575740"/>
                </a:cubicBezTo>
                <a:cubicBezTo>
                  <a:pt x="7637377" y="2569332"/>
                  <a:pt x="7590440" y="2570698"/>
                  <a:pt x="7545011" y="2572038"/>
                </a:cubicBezTo>
                <a:cubicBezTo>
                  <a:pt x="7513453" y="2572978"/>
                  <a:pt x="7480871" y="2573917"/>
                  <a:pt x="7447945" y="2572351"/>
                </a:cubicBezTo>
                <a:lnTo>
                  <a:pt x="7444643" y="2572179"/>
                </a:lnTo>
                <a:lnTo>
                  <a:pt x="7442307" y="2569844"/>
                </a:lnTo>
                <a:cubicBezTo>
                  <a:pt x="7341765" y="2469302"/>
                  <a:pt x="7239460" y="2366569"/>
                  <a:pt x="7140543" y="2267226"/>
                </a:cubicBezTo>
                <a:cubicBezTo>
                  <a:pt x="6941715" y="2067568"/>
                  <a:pt x="6736133" y="1861105"/>
                  <a:pt x="6531948" y="1659486"/>
                </a:cubicBezTo>
                <a:lnTo>
                  <a:pt x="6529212" y="1656780"/>
                </a:lnTo>
                <a:lnTo>
                  <a:pt x="6529414" y="1652936"/>
                </a:lnTo>
                <a:cubicBezTo>
                  <a:pt x="6531064" y="1619982"/>
                  <a:pt x="6530581" y="1587114"/>
                  <a:pt x="6530124" y="1555330"/>
                </a:cubicBezTo>
                <a:cubicBezTo>
                  <a:pt x="6529499" y="1512863"/>
                  <a:pt x="6528871" y="1468972"/>
                  <a:pt x="6533287" y="1424399"/>
                </a:cubicBezTo>
                <a:cubicBezTo>
                  <a:pt x="6533143" y="1419044"/>
                  <a:pt x="6530210" y="1412921"/>
                  <a:pt x="6526993" y="1406456"/>
                </a:cubicBezTo>
                <a:cubicBezTo>
                  <a:pt x="6474133" y="1349406"/>
                  <a:pt x="6419136" y="1296031"/>
                  <a:pt x="6365960" y="1244423"/>
                </a:cubicBezTo>
                <a:lnTo>
                  <a:pt x="6365989" y="1244537"/>
                </a:lnTo>
                <a:lnTo>
                  <a:pt x="6275932" y="1154962"/>
                </a:lnTo>
                <a:lnTo>
                  <a:pt x="6239103" y="1170214"/>
                </a:lnTo>
                <a:cubicBezTo>
                  <a:pt x="6222712" y="1170214"/>
                  <a:pt x="6206322" y="1163962"/>
                  <a:pt x="6193818" y="1151460"/>
                </a:cubicBezTo>
                <a:cubicBezTo>
                  <a:pt x="6168812" y="1126451"/>
                  <a:pt x="6168812" y="1085894"/>
                  <a:pt x="6193818" y="1060887"/>
                </a:cubicBezTo>
                <a:cubicBezTo>
                  <a:pt x="6218824" y="1035881"/>
                  <a:pt x="6259382" y="1035881"/>
                  <a:pt x="6284390" y="1060887"/>
                </a:cubicBezTo>
                <a:cubicBezTo>
                  <a:pt x="6296894" y="1073390"/>
                  <a:pt x="6303145" y="1089782"/>
                  <a:pt x="6303145" y="1106173"/>
                </a:cubicBezTo>
                <a:lnTo>
                  <a:pt x="6287996" y="1142751"/>
                </a:lnTo>
                <a:lnTo>
                  <a:pt x="6377951" y="1232204"/>
                </a:lnTo>
                <a:cubicBezTo>
                  <a:pt x="6431582" y="1284240"/>
                  <a:pt x="6487036" y="1338042"/>
                  <a:pt x="6540463" y="1395775"/>
                </a:cubicBezTo>
                <a:lnTo>
                  <a:pt x="6541289" y="1396686"/>
                </a:lnTo>
                <a:lnTo>
                  <a:pt x="6541832" y="1397768"/>
                </a:lnTo>
                <a:cubicBezTo>
                  <a:pt x="6546075" y="1406284"/>
                  <a:pt x="6550461" y="1415086"/>
                  <a:pt x="6550433" y="1424855"/>
                </a:cubicBezTo>
                <a:lnTo>
                  <a:pt x="6550433" y="1425709"/>
                </a:lnTo>
                <a:cubicBezTo>
                  <a:pt x="6546046" y="1469457"/>
                  <a:pt x="6546673" y="1513004"/>
                  <a:pt x="6547298" y="1555130"/>
                </a:cubicBezTo>
                <a:cubicBezTo>
                  <a:pt x="6547755" y="1585976"/>
                  <a:pt x="6548212" y="1617818"/>
                  <a:pt x="6546759" y="1650003"/>
                </a:cubicBezTo>
                <a:cubicBezTo>
                  <a:pt x="6750116" y="1850796"/>
                  <a:pt x="6954786" y="2056346"/>
                  <a:pt x="7152733" y="2255149"/>
                </a:cubicBezTo>
                <a:cubicBezTo>
                  <a:pt x="7250880" y="2353695"/>
                  <a:pt x="7352332" y="2455603"/>
                  <a:pt x="7452104" y="2555375"/>
                </a:cubicBezTo>
                <a:cubicBezTo>
                  <a:pt x="7483264" y="2556686"/>
                  <a:pt x="7514395" y="2555774"/>
                  <a:pt x="7544527" y="2554892"/>
                </a:cubicBezTo>
                <a:cubicBezTo>
                  <a:pt x="7591607" y="2553523"/>
                  <a:pt x="7640282" y="2552100"/>
                  <a:pt x="7689784" y="2559164"/>
                </a:cubicBezTo>
                <a:lnTo>
                  <a:pt x="7692689" y="2559591"/>
                </a:lnTo>
                <a:lnTo>
                  <a:pt x="7694740" y="2561699"/>
                </a:lnTo>
                <a:cubicBezTo>
                  <a:pt x="7871981" y="2744807"/>
                  <a:pt x="8054833" y="2926606"/>
                  <a:pt x="8232872" y="3103192"/>
                </a:cubicBezTo>
                <a:close/>
              </a:path>
            </a:pathLst>
          </a:custGeom>
          <a:gradFill>
            <a:gsLst>
              <a:gs pos="0">
                <a:srgbClr val="96A8CE">
                  <a:alpha val="29804"/>
                </a:srgbClr>
              </a:gs>
              <a:gs pos="100000">
                <a:srgbClr val="374C75">
                  <a:alpha val="29804"/>
                </a:srgbClr>
              </a:gs>
            </a:gsLst>
            <a:lin ang="5400012"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nvGrpSpPr>
          <p:cNvPr id="347" name="Google Shape;347;p19"/>
          <p:cNvGrpSpPr/>
          <p:nvPr/>
        </p:nvGrpSpPr>
        <p:grpSpPr>
          <a:xfrm>
            <a:off x="1299101" y="1079261"/>
            <a:ext cx="6545499" cy="2754031"/>
            <a:chOff x="714846" y="1836422"/>
            <a:chExt cx="7714200" cy="3245764"/>
          </a:xfrm>
        </p:grpSpPr>
        <p:sp>
          <p:nvSpPr>
            <p:cNvPr id="348" name="Google Shape;348;p19"/>
            <p:cNvSpPr txBox="1"/>
            <p:nvPr/>
          </p:nvSpPr>
          <p:spPr>
            <a:xfrm>
              <a:off x="714846" y="3068327"/>
              <a:ext cx="7714200" cy="13878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7200">
                  <a:solidFill>
                    <a:schemeClr val="accent3"/>
                  </a:solidFill>
                  <a:latin typeface="Share Tech"/>
                  <a:ea typeface="Share Tech"/>
                  <a:cs typeface="Share Tech"/>
                  <a:sym typeface="Share Tech"/>
                </a:rPr>
                <a:t>THERMOMETER</a:t>
              </a:r>
              <a:endParaRPr sz="1100"/>
            </a:p>
          </p:txBody>
        </p:sp>
        <p:sp>
          <p:nvSpPr>
            <p:cNvPr id="349" name="Google Shape;349;p19"/>
            <p:cNvSpPr/>
            <p:nvPr/>
          </p:nvSpPr>
          <p:spPr>
            <a:xfrm>
              <a:off x="3734885" y="4589571"/>
              <a:ext cx="1674019" cy="30230"/>
            </a:xfrm>
            <a:custGeom>
              <a:rect b="b" l="l" r="r" t="t"/>
              <a:pathLst>
                <a:path extrusionOk="0" h="25457" w="1409700">
                  <a:moveTo>
                    <a:pt x="0" y="0"/>
                  </a:moveTo>
                  <a:lnTo>
                    <a:pt x="1409700" y="0"/>
                  </a:lnTo>
                  <a:lnTo>
                    <a:pt x="1409700" y="25457"/>
                  </a:lnTo>
                  <a:lnTo>
                    <a:pt x="0" y="25457"/>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t/>
              </a:r>
              <a:endParaRPr sz="1800">
                <a:solidFill>
                  <a:schemeClr val="accent2"/>
                </a:solidFill>
                <a:latin typeface="Share Tech"/>
                <a:ea typeface="Share Tech"/>
                <a:cs typeface="Share Tech"/>
                <a:sym typeface="Share Tech"/>
              </a:endParaRPr>
            </a:p>
          </p:txBody>
        </p:sp>
        <p:sp>
          <p:nvSpPr>
            <p:cNvPr id="350" name="Google Shape;350;p19"/>
            <p:cNvSpPr txBox="1"/>
            <p:nvPr/>
          </p:nvSpPr>
          <p:spPr>
            <a:xfrm>
              <a:off x="1531415" y="4728486"/>
              <a:ext cx="6081300" cy="353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en" sz="1500">
                  <a:solidFill>
                    <a:schemeClr val="lt1"/>
                  </a:solidFill>
                  <a:latin typeface="Share Tech"/>
                  <a:ea typeface="Share Tech"/>
                  <a:cs typeface="Share Tech"/>
                  <a:sym typeface="Share Tech"/>
                </a:rPr>
                <a:t>Defining Requirements, Interface, Implementation, Board Design</a:t>
              </a:r>
              <a:endParaRPr sz="1100"/>
            </a:p>
          </p:txBody>
        </p:sp>
        <p:grpSp>
          <p:nvGrpSpPr>
            <p:cNvPr id="351" name="Google Shape;351;p19"/>
            <p:cNvGrpSpPr/>
            <p:nvPr/>
          </p:nvGrpSpPr>
          <p:grpSpPr>
            <a:xfrm>
              <a:off x="3996212" y="1836422"/>
              <a:ext cx="1151700" cy="1151700"/>
              <a:chOff x="3996212" y="1836422"/>
              <a:chExt cx="1151700" cy="1151700"/>
            </a:xfrm>
          </p:grpSpPr>
          <p:sp>
            <p:nvSpPr>
              <p:cNvPr id="352" name="Google Shape;352;p19"/>
              <p:cNvSpPr/>
              <p:nvPr/>
            </p:nvSpPr>
            <p:spPr>
              <a:xfrm>
                <a:off x="3996212" y="1836422"/>
                <a:ext cx="1151700" cy="1151700"/>
              </a:xfrm>
              <a:prstGeom prst="ellipse">
                <a:avLst/>
              </a:prstGeom>
              <a:solidFill>
                <a:srgbClr val="F6FCAA"/>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t/>
                </a:r>
                <a:endParaRPr sz="1800">
                  <a:solidFill>
                    <a:schemeClr val="dk1"/>
                  </a:solidFill>
                  <a:latin typeface="Share Tech"/>
                  <a:ea typeface="Share Tech"/>
                  <a:cs typeface="Share Tech"/>
                  <a:sym typeface="Share Tech"/>
                </a:endParaRPr>
              </a:p>
            </p:txBody>
          </p:sp>
          <p:sp>
            <p:nvSpPr>
              <p:cNvPr id="353" name="Google Shape;353;p19"/>
              <p:cNvSpPr/>
              <p:nvPr/>
            </p:nvSpPr>
            <p:spPr>
              <a:xfrm>
                <a:off x="4173929" y="2014628"/>
                <a:ext cx="796144" cy="795165"/>
              </a:xfrm>
              <a:custGeom>
                <a:rect b="b" l="l" r="r" t="t"/>
                <a:pathLst>
                  <a:path extrusionOk="0" h="795165" w="796144">
                    <a:moveTo>
                      <a:pt x="398307" y="796208"/>
                    </a:moveTo>
                    <a:cubicBezTo>
                      <a:pt x="356621" y="798607"/>
                      <a:pt x="323781" y="778752"/>
                      <a:pt x="295175" y="750146"/>
                    </a:cubicBezTo>
                    <a:cubicBezTo>
                      <a:pt x="213215" y="668327"/>
                      <a:pt x="131820" y="585897"/>
                      <a:pt x="49483" y="504455"/>
                    </a:cubicBezTo>
                    <a:cubicBezTo>
                      <a:pt x="21254" y="476649"/>
                      <a:pt x="4223" y="444138"/>
                      <a:pt x="2434" y="405087"/>
                    </a:cubicBezTo>
                    <a:cubicBezTo>
                      <a:pt x="600" y="363213"/>
                      <a:pt x="16549" y="327126"/>
                      <a:pt x="46096" y="297297"/>
                    </a:cubicBezTo>
                    <a:cubicBezTo>
                      <a:pt x="85712" y="257211"/>
                      <a:pt x="125516" y="217266"/>
                      <a:pt x="165460" y="177463"/>
                    </a:cubicBezTo>
                    <a:cubicBezTo>
                      <a:pt x="205829" y="137001"/>
                      <a:pt x="245821" y="96209"/>
                      <a:pt x="286848" y="56452"/>
                    </a:cubicBezTo>
                    <a:cubicBezTo>
                      <a:pt x="300962" y="41867"/>
                      <a:pt x="316959" y="29211"/>
                      <a:pt x="334414" y="18813"/>
                    </a:cubicBezTo>
                    <a:cubicBezTo>
                      <a:pt x="390873" y="-11675"/>
                      <a:pt x="453920" y="-1654"/>
                      <a:pt x="499086" y="42337"/>
                    </a:cubicBezTo>
                    <a:cubicBezTo>
                      <a:pt x="581987" y="123262"/>
                      <a:pt x="662865" y="206257"/>
                      <a:pt x="745107" y="287793"/>
                    </a:cubicBezTo>
                    <a:cubicBezTo>
                      <a:pt x="765432" y="307930"/>
                      <a:pt x="783123" y="329244"/>
                      <a:pt x="791309" y="356956"/>
                    </a:cubicBezTo>
                    <a:cubicBezTo>
                      <a:pt x="805424" y="404381"/>
                      <a:pt x="799213" y="448748"/>
                      <a:pt x="766938" y="487188"/>
                    </a:cubicBezTo>
                    <a:cubicBezTo>
                      <a:pt x="750377" y="506902"/>
                      <a:pt x="731416" y="524827"/>
                      <a:pt x="713160" y="542988"/>
                    </a:cubicBezTo>
                    <a:cubicBezTo>
                      <a:pt x="643998" y="612292"/>
                      <a:pt x="574600" y="681266"/>
                      <a:pt x="505532" y="750664"/>
                    </a:cubicBezTo>
                    <a:cubicBezTo>
                      <a:pt x="476174" y="780399"/>
                      <a:pt x="442016" y="798372"/>
                      <a:pt x="398307" y="796208"/>
                    </a:cubicBezTo>
                    <a:close/>
                    <a:moveTo>
                      <a:pt x="289529" y="100255"/>
                    </a:moveTo>
                    <a:lnTo>
                      <a:pt x="283930" y="97856"/>
                    </a:lnTo>
                    <a:cubicBezTo>
                      <a:pt x="279743" y="100725"/>
                      <a:pt x="275744" y="103878"/>
                      <a:pt x="271932" y="107265"/>
                    </a:cubicBezTo>
                    <a:cubicBezTo>
                      <a:pt x="256971" y="122180"/>
                      <a:pt x="242385" y="137471"/>
                      <a:pt x="227471" y="152433"/>
                    </a:cubicBezTo>
                    <a:cubicBezTo>
                      <a:pt x="172141" y="207857"/>
                      <a:pt x="116483" y="262998"/>
                      <a:pt x="61481" y="318751"/>
                    </a:cubicBezTo>
                    <a:cubicBezTo>
                      <a:pt x="34287" y="344770"/>
                      <a:pt x="22149" y="382786"/>
                      <a:pt x="29253" y="419767"/>
                    </a:cubicBezTo>
                    <a:cubicBezTo>
                      <a:pt x="33958" y="446679"/>
                      <a:pt x="48448" y="467145"/>
                      <a:pt x="66892" y="485635"/>
                    </a:cubicBezTo>
                    <a:cubicBezTo>
                      <a:pt x="113942" y="532685"/>
                      <a:pt x="160991" y="579734"/>
                      <a:pt x="208040" y="626783"/>
                    </a:cubicBezTo>
                    <a:cubicBezTo>
                      <a:pt x="245680" y="664423"/>
                      <a:pt x="283319" y="702062"/>
                      <a:pt x="320958" y="739701"/>
                    </a:cubicBezTo>
                    <a:cubicBezTo>
                      <a:pt x="339778" y="758944"/>
                      <a:pt x="365090" y="770471"/>
                      <a:pt x="391955" y="772118"/>
                    </a:cubicBezTo>
                    <a:cubicBezTo>
                      <a:pt x="430065" y="775082"/>
                      <a:pt x="460365" y="759415"/>
                      <a:pt x="486477" y="733585"/>
                    </a:cubicBezTo>
                    <a:cubicBezTo>
                      <a:pt x="518799" y="701638"/>
                      <a:pt x="550746" y="669315"/>
                      <a:pt x="582834" y="637181"/>
                    </a:cubicBezTo>
                    <a:cubicBezTo>
                      <a:pt x="634258" y="585662"/>
                      <a:pt x="685684" y="534143"/>
                      <a:pt x="737109" y="482577"/>
                    </a:cubicBezTo>
                    <a:cubicBezTo>
                      <a:pt x="757104" y="463475"/>
                      <a:pt x="769760" y="437975"/>
                      <a:pt x="772865" y="410497"/>
                    </a:cubicBezTo>
                    <a:cubicBezTo>
                      <a:pt x="776818" y="377187"/>
                      <a:pt x="765103" y="343970"/>
                      <a:pt x="741107" y="320539"/>
                    </a:cubicBezTo>
                    <a:cubicBezTo>
                      <a:pt x="672604" y="250671"/>
                      <a:pt x="603301" y="181556"/>
                      <a:pt x="534090" y="112346"/>
                    </a:cubicBezTo>
                    <a:cubicBezTo>
                      <a:pt x="531268" y="109524"/>
                      <a:pt x="526469" y="108724"/>
                      <a:pt x="520918" y="106230"/>
                    </a:cubicBezTo>
                    <a:cubicBezTo>
                      <a:pt x="519788" y="111264"/>
                      <a:pt x="519035" y="116346"/>
                      <a:pt x="518565" y="121474"/>
                    </a:cubicBezTo>
                    <a:cubicBezTo>
                      <a:pt x="518565" y="141047"/>
                      <a:pt x="519459" y="160713"/>
                      <a:pt x="518141" y="180239"/>
                    </a:cubicBezTo>
                    <a:cubicBezTo>
                      <a:pt x="517106" y="195718"/>
                      <a:pt x="520823" y="206775"/>
                      <a:pt x="534045" y="216232"/>
                    </a:cubicBezTo>
                    <a:cubicBezTo>
                      <a:pt x="550418" y="227947"/>
                      <a:pt x="558838" y="244743"/>
                      <a:pt x="552582" y="265351"/>
                    </a:cubicBezTo>
                    <a:cubicBezTo>
                      <a:pt x="549100" y="276925"/>
                      <a:pt x="552910" y="284970"/>
                      <a:pt x="560768" y="292639"/>
                    </a:cubicBezTo>
                    <a:cubicBezTo>
                      <a:pt x="577047" y="308448"/>
                      <a:pt x="593467" y="324162"/>
                      <a:pt x="609182" y="340535"/>
                    </a:cubicBezTo>
                    <a:cubicBezTo>
                      <a:pt x="617885" y="349616"/>
                      <a:pt x="626778" y="354980"/>
                      <a:pt x="640045" y="352627"/>
                    </a:cubicBezTo>
                    <a:cubicBezTo>
                      <a:pt x="661641" y="348816"/>
                      <a:pt x="675992" y="360438"/>
                      <a:pt x="686436" y="377610"/>
                    </a:cubicBezTo>
                    <a:cubicBezTo>
                      <a:pt x="696881" y="394783"/>
                      <a:pt x="692694" y="418967"/>
                      <a:pt x="677545" y="433740"/>
                    </a:cubicBezTo>
                    <a:cubicBezTo>
                      <a:pt x="662723" y="448655"/>
                      <a:pt x="639623" y="451619"/>
                      <a:pt x="621508" y="440845"/>
                    </a:cubicBezTo>
                    <a:cubicBezTo>
                      <a:pt x="598877" y="426730"/>
                      <a:pt x="591773" y="409886"/>
                      <a:pt x="599207" y="383021"/>
                    </a:cubicBezTo>
                    <a:cubicBezTo>
                      <a:pt x="601889" y="373611"/>
                      <a:pt x="601183" y="367495"/>
                      <a:pt x="593608" y="360390"/>
                    </a:cubicBezTo>
                    <a:cubicBezTo>
                      <a:pt x="575306" y="343359"/>
                      <a:pt x="558086" y="325151"/>
                      <a:pt x="540537" y="307272"/>
                    </a:cubicBezTo>
                    <a:cubicBezTo>
                      <a:pt x="534750" y="300873"/>
                      <a:pt x="525904" y="298097"/>
                      <a:pt x="517483" y="300026"/>
                    </a:cubicBezTo>
                    <a:cubicBezTo>
                      <a:pt x="506850" y="301861"/>
                      <a:pt x="495934" y="300732"/>
                      <a:pt x="485865" y="296874"/>
                    </a:cubicBezTo>
                    <a:cubicBezTo>
                      <a:pt x="452931" y="281818"/>
                      <a:pt x="447003" y="238062"/>
                      <a:pt x="478149" y="216561"/>
                    </a:cubicBezTo>
                    <a:cubicBezTo>
                      <a:pt x="489629" y="209456"/>
                      <a:pt x="495981" y="196423"/>
                      <a:pt x="494522" y="183015"/>
                    </a:cubicBezTo>
                    <a:cubicBezTo>
                      <a:pt x="493629" y="157137"/>
                      <a:pt x="491935" y="131260"/>
                      <a:pt x="494522" y="105477"/>
                    </a:cubicBezTo>
                    <a:cubicBezTo>
                      <a:pt x="497440" y="77248"/>
                      <a:pt x="487135" y="58758"/>
                      <a:pt x="463235" y="45960"/>
                    </a:cubicBezTo>
                    <a:cubicBezTo>
                      <a:pt x="453825" y="40785"/>
                      <a:pt x="444415" y="34715"/>
                      <a:pt x="434440" y="30481"/>
                    </a:cubicBezTo>
                    <a:cubicBezTo>
                      <a:pt x="422349" y="25352"/>
                      <a:pt x="417174" y="29117"/>
                      <a:pt x="415856" y="42337"/>
                    </a:cubicBezTo>
                    <a:cubicBezTo>
                      <a:pt x="415715" y="45490"/>
                      <a:pt x="415715" y="48595"/>
                      <a:pt x="415856" y="51747"/>
                    </a:cubicBezTo>
                    <a:cubicBezTo>
                      <a:pt x="415856" y="145846"/>
                      <a:pt x="416514" y="239944"/>
                      <a:pt x="415856" y="334042"/>
                    </a:cubicBezTo>
                    <a:cubicBezTo>
                      <a:pt x="415856" y="346276"/>
                      <a:pt x="418491" y="355027"/>
                      <a:pt x="428701" y="361943"/>
                    </a:cubicBezTo>
                    <a:cubicBezTo>
                      <a:pt x="444510" y="372623"/>
                      <a:pt x="452225" y="388714"/>
                      <a:pt x="447003" y="406593"/>
                    </a:cubicBezTo>
                    <a:cubicBezTo>
                      <a:pt x="442721" y="421554"/>
                      <a:pt x="447615" y="430117"/>
                      <a:pt x="457635" y="439198"/>
                    </a:cubicBezTo>
                    <a:cubicBezTo>
                      <a:pt x="464129" y="444844"/>
                      <a:pt x="470245" y="450960"/>
                      <a:pt x="475938" y="457453"/>
                    </a:cubicBezTo>
                    <a:cubicBezTo>
                      <a:pt x="490711" y="474767"/>
                      <a:pt x="505579" y="485683"/>
                      <a:pt x="531785" y="479849"/>
                    </a:cubicBezTo>
                    <a:cubicBezTo>
                      <a:pt x="561238" y="473073"/>
                      <a:pt x="580858" y="501679"/>
                      <a:pt x="582082" y="526333"/>
                    </a:cubicBezTo>
                    <a:cubicBezTo>
                      <a:pt x="583211" y="549199"/>
                      <a:pt x="559215" y="575876"/>
                      <a:pt x="535879" y="573382"/>
                    </a:cubicBezTo>
                    <a:cubicBezTo>
                      <a:pt x="513389" y="570889"/>
                      <a:pt x="500780" y="580910"/>
                      <a:pt x="488077" y="595637"/>
                    </a:cubicBezTo>
                    <a:cubicBezTo>
                      <a:pt x="481301" y="603211"/>
                      <a:pt x="474103" y="610457"/>
                      <a:pt x="466528" y="617232"/>
                    </a:cubicBezTo>
                    <a:cubicBezTo>
                      <a:pt x="453496" y="629230"/>
                      <a:pt x="445450" y="641321"/>
                      <a:pt x="447191" y="661646"/>
                    </a:cubicBezTo>
                    <a:cubicBezTo>
                      <a:pt x="449826" y="692228"/>
                      <a:pt x="413410" y="715141"/>
                      <a:pt x="384756" y="704696"/>
                    </a:cubicBezTo>
                    <a:cubicBezTo>
                      <a:pt x="357139" y="694628"/>
                      <a:pt x="349282" y="672045"/>
                      <a:pt x="353657" y="651437"/>
                    </a:cubicBezTo>
                    <a:cubicBezTo>
                      <a:pt x="356668" y="637322"/>
                      <a:pt x="352951" y="627912"/>
                      <a:pt x="342130" y="618737"/>
                    </a:cubicBezTo>
                    <a:cubicBezTo>
                      <a:pt x="329286" y="607258"/>
                      <a:pt x="317194" y="594978"/>
                      <a:pt x="305809" y="582039"/>
                    </a:cubicBezTo>
                    <a:cubicBezTo>
                      <a:pt x="300021" y="574605"/>
                      <a:pt x="290518" y="571124"/>
                      <a:pt x="281295" y="572959"/>
                    </a:cubicBezTo>
                    <a:cubicBezTo>
                      <a:pt x="250008" y="577240"/>
                      <a:pt x="227048" y="557150"/>
                      <a:pt x="226342" y="526756"/>
                    </a:cubicBezTo>
                    <a:cubicBezTo>
                      <a:pt x="225637" y="497068"/>
                      <a:pt x="247231" y="474155"/>
                      <a:pt x="277532" y="480507"/>
                    </a:cubicBezTo>
                    <a:cubicBezTo>
                      <a:pt x="302514" y="485683"/>
                      <a:pt x="315406" y="475426"/>
                      <a:pt x="329286" y="459617"/>
                    </a:cubicBezTo>
                    <a:cubicBezTo>
                      <a:pt x="334272" y="453595"/>
                      <a:pt x="339872" y="448090"/>
                      <a:pt x="345988" y="443197"/>
                    </a:cubicBezTo>
                    <a:cubicBezTo>
                      <a:pt x="356809" y="434916"/>
                      <a:pt x="358739" y="425883"/>
                      <a:pt x="354881" y="412521"/>
                    </a:cubicBezTo>
                    <a:cubicBezTo>
                      <a:pt x="348623" y="390925"/>
                      <a:pt x="354881" y="371306"/>
                      <a:pt x="374877" y="359685"/>
                    </a:cubicBezTo>
                    <a:cubicBezTo>
                      <a:pt x="388662" y="351780"/>
                      <a:pt x="391438" y="341477"/>
                      <a:pt x="391391" y="326750"/>
                    </a:cubicBezTo>
                    <a:cubicBezTo>
                      <a:pt x="391014" y="233452"/>
                      <a:pt x="391391" y="140200"/>
                      <a:pt x="391391" y="46901"/>
                    </a:cubicBezTo>
                    <a:cubicBezTo>
                      <a:pt x="391014" y="40361"/>
                      <a:pt x="390262" y="33822"/>
                      <a:pt x="389180" y="27329"/>
                    </a:cubicBezTo>
                    <a:cubicBezTo>
                      <a:pt x="365231" y="28599"/>
                      <a:pt x="347258" y="38762"/>
                      <a:pt x="329991" y="50853"/>
                    </a:cubicBezTo>
                    <a:cubicBezTo>
                      <a:pt x="317852" y="58475"/>
                      <a:pt x="311078" y="72308"/>
                      <a:pt x="312442" y="86564"/>
                    </a:cubicBezTo>
                    <a:cubicBezTo>
                      <a:pt x="313901" y="118604"/>
                      <a:pt x="313665" y="150833"/>
                      <a:pt x="312442" y="182920"/>
                    </a:cubicBezTo>
                    <a:cubicBezTo>
                      <a:pt x="311877" y="197788"/>
                      <a:pt x="315359" y="207433"/>
                      <a:pt x="328438" y="215855"/>
                    </a:cubicBezTo>
                    <a:cubicBezTo>
                      <a:pt x="345377" y="225876"/>
                      <a:pt x="353139" y="246202"/>
                      <a:pt x="347258" y="264974"/>
                    </a:cubicBezTo>
                    <a:cubicBezTo>
                      <a:pt x="340483" y="290899"/>
                      <a:pt x="322463" y="302896"/>
                      <a:pt x="294752" y="301202"/>
                    </a:cubicBezTo>
                    <a:cubicBezTo>
                      <a:pt x="286612" y="300732"/>
                      <a:pt x="275508" y="299321"/>
                      <a:pt x="270615" y="303743"/>
                    </a:cubicBezTo>
                    <a:cubicBezTo>
                      <a:pt x="247891" y="324068"/>
                      <a:pt x="226813" y="346087"/>
                      <a:pt x="205311" y="367965"/>
                    </a:cubicBezTo>
                    <a:cubicBezTo>
                      <a:pt x="200041" y="373282"/>
                      <a:pt x="196842" y="379915"/>
                      <a:pt x="201500" y="387067"/>
                    </a:cubicBezTo>
                    <a:cubicBezTo>
                      <a:pt x="211286" y="402123"/>
                      <a:pt x="202535" y="414544"/>
                      <a:pt x="195290" y="426165"/>
                    </a:cubicBezTo>
                    <a:cubicBezTo>
                      <a:pt x="183481" y="444985"/>
                      <a:pt x="157979" y="452936"/>
                      <a:pt x="139630" y="444985"/>
                    </a:cubicBezTo>
                    <a:cubicBezTo>
                      <a:pt x="117376" y="435575"/>
                      <a:pt x="104249" y="412050"/>
                      <a:pt x="109001" y="390172"/>
                    </a:cubicBezTo>
                    <a:cubicBezTo>
                      <a:pt x="112954" y="366648"/>
                      <a:pt x="134313" y="350133"/>
                      <a:pt x="158073" y="352204"/>
                    </a:cubicBezTo>
                    <a:cubicBezTo>
                      <a:pt x="165790" y="352533"/>
                      <a:pt x="173459" y="354274"/>
                      <a:pt x="182633" y="355544"/>
                    </a:cubicBezTo>
                    <a:lnTo>
                      <a:pt x="259983" y="277113"/>
                    </a:lnTo>
                    <a:cubicBezTo>
                      <a:pt x="248643" y="254624"/>
                      <a:pt x="252125" y="234769"/>
                      <a:pt x="267557" y="222912"/>
                    </a:cubicBezTo>
                    <a:cubicBezTo>
                      <a:pt x="287223" y="207575"/>
                      <a:pt x="291082" y="189978"/>
                      <a:pt x="288635" y="167629"/>
                    </a:cubicBezTo>
                    <a:cubicBezTo>
                      <a:pt x="288165" y="159772"/>
                      <a:pt x="288165" y="151962"/>
                      <a:pt x="288635" y="144105"/>
                    </a:cubicBezTo>
                    <a:cubicBezTo>
                      <a:pt x="289576" y="129708"/>
                      <a:pt x="289529" y="115076"/>
                      <a:pt x="289529" y="100255"/>
                    </a:cubicBezTo>
                    <a:close/>
                    <a:moveTo>
                      <a:pt x="395202" y="447526"/>
                    </a:moveTo>
                    <a:cubicBezTo>
                      <a:pt x="378311" y="446820"/>
                      <a:pt x="378217" y="446773"/>
                      <a:pt x="366973" y="458300"/>
                    </a:cubicBezTo>
                    <a:cubicBezTo>
                      <a:pt x="359256" y="466063"/>
                      <a:pt x="352387" y="474720"/>
                      <a:pt x="344059" y="481824"/>
                    </a:cubicBezTo>
                    <a:cubicBezTo>
                      <a:pt x="329286" y="494339"/>
                      <a:pt x="316676" y="506855"/>
                      <a:pt x="322510" y="528873"/>
                    </a:cubicBezTo>
                    <a:cubicBezTo>
                      <a:pt x="323686" y="533296"/>
                      <a:pt x="319876" y="539178"/>
                      <a:pt x="317805" y="544259"/>
                    </a:cubicBezTo>
                    <a:cubicBezTo>
                      <a:pt x="314983" y="550893"/>
                      <a:pt x="316912" y="558562"/>
                      <a:pt x="322510" y="563078"/>
                    </a:cubicBezTo>
                    <a:cubicBezTo>
                      <a:pt x="337707" y="577664"/>
                      <a:pt x="352669" y="592531"/>
                      <a:pt x="367490" y="607493"/>
                    </a:cubicBezTo>
                    <a:cubicBezTo>
                      <a:pt x="372524" y="613562"/>
                      <a:pt x="380664" y="616056"/>
                      <a:pt x="388238" y="613798"/>
                    </a:cubicBezTo>
                    <a:cubicBezTo>
                      <a:pt x="397131" y="611539"/>
                      <a:pt x="406446" y="611774"/>
                      <a:pt x="415198" y="614409"/>
                    </a:cubicBezTo>
                    <a:cubicBezTo>
                      <a:pt x="423949" y="618267"/>
                      <a:pt x="434205" y="615773"/>
                      <a:pt x="440275" y="608340"/>
                    </a:cubicBezTo>
                    <a:cubicBezTo>
                      <a:pt x="452978" y="595637"/>
                      <a:pt x="465635" y="582886"/>
                      <a:pt x="478808" y="570700"/>
                    </a:cubicBezTo>
                    <a:cubicBezTo>
                      <a:pt x="489348" y="560914"/>
                      <a:pt x="497157" y="551316"/>
                      <a:pt x="487182" y="536495"/>
                    </a:cubicBezTo>
                    <a:cubicBezTo>
                      <a:pt x="485160" y="533108"/>
                      <a:pt x="484689" y="529015"/>
                      <a:pt x="485819" y="525204"/>
                    </a:cubicBezTo>
                    <a:cubicBezTo>
                      <a:pt x="493393" y="507514"/>
                      <a:pt x="483137" y="497539"/>
                      <a:pt x="471328" y="487329"/>
                    </a:cubicBezTo>
                    <a:cubicBezTo>
                      <a:pt x="463705" y="480648"/>
                      <a:pt x="456600" y="473356"/>
                      <a:pt x="450061" y="465545"/>
                    </a:cubicBezTo>
                    <a:cubicBezTo>
                      <a:pt x="437405" y="450631"/>
                      <a:pt x="424467" y="437316"/>
                      <a:pt x="402400" y="447243"/>
                    </a:cubicBezTo>
                    <a:cubicBezTo>
                      <a:pt x="400047" y="447855"/>
                      <a:pt x="397602" y="447996"/>
                      <a:pt x="395202" y="447666"/>
                    </a:cubicBezTo>
                    <a:close/>
                    <a:moveTo>
                      <a:pt x="179340" y="398594"/>
                    </a:moveTo>
                    <a:cubicBezTo>
                      <a:pt x="178916" y="387444"/>
                      <a:pt x="166825" y="375070"/>
                      <a:pt x="156615" y="375776"/>
                    </a:cubicBezTo>
                    <a:cubicBezTo>
                      <a:pt x="145135" y="376246"/>
                      <a:pt x="133090" y="389890"/>
                      <a:pt x="133843" y="401135"/>
                    </a:cubicBezTo>
                    <a:cubicBezTo>
                      <a:pt x="134596" y="412380"/>
                      <a:pt x="147017" y="423530"/>
                      <a:pt x="157744" y="422542"/>
                    </a:cubicBezTo>
                    <a:cubicBezTo>
                      <a:pt x="169741" y="420802"/>
                      <a:pt x="178823" y="410827"/>
                      <a:pt x="179434" y="398735"/>
                    </a:cubicBezTo>
                    <a:close/>
                    <a:moveTo>
                      <a:pt x="667899" y="398594"/>
                    </a:moveTo>
                    <a:cubicBezTo>
                      <a:pt x="667381" y="388808"/>
                      <a:pt x="653455" y="375070"/>
                      <a:pt x="644375" y="375634"/>
                    </a:cubicBezTo>
                    <a:cubicBezTo>
                      <a:pt x="633647" y="376105"/>
                      <a:pt x="619721" y="391067"/>
                      <a:pt x="620615" y="401182"/>
                    </a:cubicBezTo>
                    <a:cubicBezTo>
                      <a:pt x="621508" y="411297"/>
                      <a:pt x="635576" y="422966"/>
                      <a:pt x="645551" y="422307"/>
                    </a:cubicBezTo>
                    <a:cubicBezTo>
                      <a:pt x="656418" y="421931"/>
                      <a:pt x="668746" y="409039"/>
                      <a:pt x="667899" y="398876"/>
                    </a:cubicBezTo>
                    <a:close/>
                    <a:moveTo>
                      <a:pt x="424608" y="656565"/>
                    </a:moveTo>
                    <a:cubicBezTo>
                      <a:pt x="423902" y="647155"/>
                      <a:pt x="409410" y="635064"/>
                      <a:pt x="399577" y="635816"/>
                    </a:cubicBezTo>
                    <a:cubicBezTo>
                      <a:pt x="388850" y="636616"/>
                      <a:pt x="377088" y="649226"/>
                      <a:pt x="377370" y="659341"/>
                    </a:cubicBezTo>
                    <a:cubicBezTo>
                      <a:pt x="378828" y="672327"/>
                      <a:pt x="390262" y="681878"/>
                      <a:pt x="403294" y="681078"/>
                    </a:cubicBezTo>
                    <a:cubicBezTo>
                      <a:pt x="413457" y="680560"/>
                      <a:pt x="425313" y="666775"/>
                      <a:pt x="424608" y="656848"/>
                    </a:cubicBezTo>
                    <a:close/>
                    <a:moveTo>
                      <a:pt x="528822" y="255188"/>
                    </a:moveTo>
                    <a:cubicBezTo>
                      <a:pt x="529198" y="243426"/>
                      <a:pt x="519412" y="231664"/>
                      <a:pt x="508496" y="230817"/>
                    </a:cubicBezTo>
                    <a:cubicBezTo>
                      <a:pt x="497581" y="229970"/>
                      <a:pt x="483325" y="243096"/>
                      <a:pt x="482430" y="253353"/>
                    </a:cubicBezTo>
                    <a:cubicBezTo>
                      <a:pt x="481537" y="263610"/>
                      <a:pt x="495840" y="277537"/>
                      <a:pt x="506379" y="277630"/>
                    </a:cubicBezTo>
                    <a:cubicBezTo>
                      <a:pt x="518235" y="276690"/>
                      <a:pt x="527692" y="267374"/>
                      <a:pt x="528822" y="255518"/>
                    </a:cubicBezTo>
                    <a:close/>
                    <a:moveTo>
                      <a:pt x="556769" y="525580"/>
                    </a:moveTo>
                    <a:cubicBezTo>
                      <a:pt x="556393" y="513441"/>
                      <a:pt x="546936" y="503514"/>
                      <a:pt x="534797" y="502620"/>
                    </a:cubicBezTo>
                    <a:cubicBezTo>
                      <a:pt x="522705" y="503185"/>
                      <a:pt x="512778" y="512312"/>
                      <a:pt x="511272" y="524310"/>
                    </a:cubicBezTo>
                    <a:cubicBezTo>
                      <a:pt x="510707" y="535978"/>
                      <a:pt x="523129" y="549340"/>
                      <a:pt x="534467" y="549246"/>
                    </a:cubicBezTo>
                    <a:cubicBezTo>
                      <a:pt x="544113" y="549434"/>
                      <a:pt x="556393" y="536401"/>
                      <a:pt x="556769" y="525862"/>
                    </a:cubicBezTo>
                    <a:close/>
                    <a:moveTo>
                      <a:pt x="302233" y="231005"/>
                    </a:moveTo>
                    <a:cubicBezTo>
                      <a:pt x="290047" y="231523"/>
                      <a:pt x="280307" y="241214"/>
                      <a:pt x="279696" y="253353"/>
                    </a:cubicBezTo>
                    <a:cubicBezTo>
                      <a:pt x="279790" y="265492"/>
                      <a:pt x="288776" y="275702"/>
                      <a:pt x="300821" y="277396"/>
                    </a:cubicBezTo>
                    <a:cubicBezTo>
                      <a:pt x="311360" y="278289"/>
                      <a:pt x="325192" y="265022"/>
                      <a:pt x="325710" y="253588"/>
                    </a:cubicBezTo>
                    <a:cubicBezTo>
                      <a:pt x="326039" y="245167"/>
                      <a:pt x="312065" y="231710"/>
                      <a:pt x="302233" y="231287"/>
                    </a:cubicBezTo>
                    <a:close/>
                    <a:moveTo>
                      <a:pt x="400659" y="376152"/>
                    </a:moveTo>
                    <a:cubicBezTo>
                      <a:pt x="391767" y="375869"/>
                      <a:pt x="378076" y="389279"/>
                      <a:pt x="377135" y="399018"/>
                    </a:cubicBezTo>
                    <a:cubicBezTo>
                      <a:pt x="376194" y="408757"/>
                      <a:pt x="389368" y="421836"/>
                      <a:pt x="399625" y="422542"/>
                    </a:cubicBezTo>
                    <a:cubicBezTo>
                      <a:pt x="409881" y="423248"/>
                      <a:pt x="423619" y="411580"/>
                      <a:pt x="424278" y="401323"/>
                    </a:cubicBezTo>
                    <a:cubicBezTo>
                      <a:pt x="424936" y="391067"/>
                      <a:pt x="411716" y="376764"/>
                      <a:pt x="400565" y="376434"/>
                    </a:cubicBezTo>
                    <a:close/>
                    <a:moveTo>
                      <a:pt x="274803" y="502620"/>
                    </a:moveTo>
                    <a:cubicBezTo>
                      <a:pt x="263323" y="502855"/>
                      <a:pt x="250337" y="516358"/>
                      <a:pt x="251043" y="527321"/>
                    </a:cubicBezTo>
                    <a:cubicBezTo>
                      <a:pt x="251749" y="538283"/>
                      <a:pt x="265157" y="549999"/>
                      <a:pt x="274944" y="549340"/>
                    </a:cubicBezTo>
                    <a:cubicBezTo>
                      <a:pt x="284730" y="548682"/>
                      <a:pt x="297809" y="535225"/>
                      <a:pt x="297809" y="525533"/>
                    </a:cubicBezTo>
                    <a:cubicBezTo>
                      <a:pt x="297762" y="515229"/>
                      <a:pt x="285200" y="502667"/>
                      <a:pt x="274803" y="502902"/>
                    </a:cubicBezTo>
                    <a:close/>
                  </a:path>
                </a:pathLst>
              </a:custGeom>
              <a:solidFill>
                <a:srgbClr val="1D036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Defining Our Requirements</a:t>
            </a:r>
            <a:endParaRPr b="1">
              <a:solidFill>
                <a:srgbClr val="F6FCAA"/>
              </a:solidFill>
            </a:endParaRPr>
          </a:p>
        </p:txBody>
      </p:sp>
      <p:sp>
        <p:nvSpPr>
          <p:cNvPr id="359" name="Google Shape;35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lt1"/>
              </a:buClr>
              <a:buSzPts val="1500"/>
              <a:buAutoNum type="arabicParenR"/>
            </a:pPr>
            <a:r>
              <a:rPr lang="en" sz="1500">
                <a:solidFill>
                  <a:schemeClr val="lt1"/>
                </a:solidFill>
              </a:rPr>
              <a:t>Assignment</a:t>
            </a:r>
            <a:endParaRPr sz="1500">
              <a:solidFill>
                <a:schemeClr val="lt1"/>
              </a:solidFill>
            </a:endParaRPr>
          </a:p>
          <a:p>
            <a:pPr indent="-323850" lvl="1" marL="914400" rtl="0" algn="l">
              <a:spcBef>
                <a:spcPts val="0"/>
              </a:spcBef>
              <a:spcAft>
                <a:spcPts val="0"/>
              </a:spcAft>
              <a:buClr>
                <a:schemeClr val="lt1"/>
              </a:buClr>
              <a:buSzPts val="1500"/>
              <a:buAutoNum type="alphaLcParenR"/>
            </a:pPr>
            <a:r>
              <a:rPr lang="en" sz="1500">
                <a:solidFill>
                  <a:schemeClr val="lt1"/>
                </a:solidFill>
              </a:rPr>
              <a:t>Designing a Thermometer Daughterboard That Can Be Implemented in the </a:t>
            </a:r>
            <a:r>
              <a:rPr lang="en" sz="1500">
                <a:solidFill>
                  <a:schemeClr val="lt1"/>
                </a:solidFill>
              </a:rPr>
              <a:t>Phone</a:t>
            </a:r>
            <a:endParaRPr sz="1500">
              <a:solidFill>
                <a:schemeClr val="lt1"/>
              </a:solidFill>
            </a:endParaRPr>
          </a:p>
          <a:p>
            <a:pPr indent="-323850" lvl="0" marL="457200" rtl="0" algn="l">
              <a:spcBef>
                <a:spcPts val="0"/>
              </a:spcBef>
              <a:spcAft>
                <a:spcPts val="0"/>
              </a:spcAft>
              <a:buClr>
                <a:schemeClr val="lt1"/>
              </a:buClr>
              <a:buSzPts val="1500"/>
              <a:buAutoNum type="arabicParenR"/>
            </a:pPr>
            <a:r>
              <a:rPr lang="en" sz="1500">
                <a:solidFill>
                  <a:schemeClr val="lt1"/>
                </a:solidFill>
              </a:rPr>
              <a:t>Defined Objective</a:t>
            </a:r>
            <a:endParaRPr sz="1500">
              <a:solidFill>
                <a:schemeClr val="lt1"/>
              </a:solidFill>
            </a:endParaRPr>
          </a:p>
          <a:p>
            <a:pPr indent="-323850" lvl="1" marL="914400" rtl="0" algn="l">
              <a:spcBef>
                <a:spcPts val="0"/>
              </a:spcBef>
              <a:spcAft>
                <a:spcPts val="0"/>
              </a:spcAft>
              <a:buClr>
                <a:schemeClr val="lt1"/>
              </a:buClr>
              <a:buSzPts val="1500"/>
              <a:buAutoNum type="alphaLcParenR"/>
            </a:pPr>
            <a:r>
              <a:rPr lang="en" sz="1500">
                <a:solidFill>
                  <a:schemeClr val="lt1"/>
                </a:solidFill>
              </a:rPr>
              <a:t>Designing a Thermometer Daughterboard to: </a:t>
            </a:r>
            <a:endParaRPr sz="1500">
              <a:solidFill>
                <a:schemeClr val="lt1"/>
              </a:solidFill>
            </a:endParaRPr>
          </a:p>
          <a:p>
            <a:pPr indent="-323850" lvl="2" marL="1371600" rtl="0" algn="l">
              <a:spcBef>
                <a:spcPts val="0"/>
              </a:spcBef>
              <a:spcAft>
                <a:spcPts val="0"/>
              </a:spcAft>
              <a:buClr>
                <a:schemeClr val="lt1"/>
              </a:buClr>
              <a:buSzPts val="1500"/>
              <a:buAutoNum type="romanLcParenR"/>
            </a:pPr>
            <a:r>
              <a:rPr lang="en" sz="1500">
                <a:solidFill>
                  <a:schemeClr val="lt1"/>
                </a:solidFill>
              </a:rPr>
              <a:t>Detect fevers</a:t>
            </a:r>
            <a:endParaRPr sz="1500">
              <a:solidFill>
                <a:schemeClr val="lt1"/>
              </a:solidFill>
            </a:endParaRPr>
          </a:p>
          <a:p>
            <a:pPr indent="-323850" lvl="2" marL="1371600" rtl="0" algn="l">
              <a:spcBef>
                <a:spcPts val="0"/>
              </a:spcBef>
              <a:spcAft>
                <a:spcPts val="0"/>
              </a:spcAft>
              <a:buClr>
                <a:schemeClr val="lt1"/>
              </a:buClr>
              <a:buSzPts val="1500"/>
              <a:buAutoNum type="romanLcParenR"/>
            </a:pPr>
            <a:r>
              <a:rPr lang="en" sz="1500">
                <a:solidFill>
                  <a:schemeClr val="lt1"/>
                </a:solidFill>
              </a:rPr>
              <a:t>Sense outdoor ambient temperature</a:t>
            </a:r>
            <a:endParaRPr sz="1500">
              <a:solidFill>
                <a:schemeClr val="lt1"/>
              </a:solidFill>
            </a:endParaRPr>
          </a:p>
          <a:p>
            <a:pPr indent="-323850" lvl="2" marL="1371600" rtl="0" algn="l">
              <a:spcBef>
                <a:spcPts val="0"/>
              </a:spcBef>
              <a:spcAft>
                <a:spcPts val="0"/>
              </a:spcAft>
              <a:buClr>
                <a:schemeClr val="lt1"/>
              </a:buClr>
              <a:buSzPts val="1500"/>
              <a:buAutoNum type="romanLcParenR"/>
            </a:pPr>
            <a:r>
              <a:rPr lang="en" sz="1500">
                <a:solidFill>
                  <a:schemeClr val="lt1"/>
                </a:solidFill>
              </a:rPr>
              <a:t>Measure steak surface temperature (idea is we could estimate the Internal Temperature)</a:t>
            </a:r>
            <a:endParaRPr sz="1500">
              <a:solidFill>
                <a:schemeClr val="lt1"/>
              </a:solidFill>
            </a:endParaRPr>
          </a:p>
          <a:p>
            <a:pPr indent="-323850" lvl="0" marL="457200" rtl="0" algn="l">
              <a:spcBef>
                <a:spcPts val="0"/>
              </a:spcBef>
              <a:spcAft>
                <a:spcPts val="0"/>
              </a:spcAft>
              <a:buClr>
                <a:schemeClr val="lt1"/>
              </a:buClr>
              <a:buSzPts val="1500"/>
              <a:buAutoNum type="arabicParenR"/>
            </a:pPr>
            <a:r>
              <a:rPr lang="en" sz="1500">
                <a:solidFill>
                  <a:schemeClr val="lt1"/>
                </a:solidFill>
              </a:rPr>
              <a:t>System Context</a:t>
            </a:r>
            <a:endParaRPr sz="1500">
              <a:solidFill>
                <a:schemeClr val="lt1"/>
              </a:solidFill>
            </a:endParaRPr>
          </a:p>
          <a:p>
            <a:pPr indent="-323850" lvl="1" marL="914400" rtl="0" algn="l">
              <a:spcBef>
                <a:spcPts val="0"/>
              </a:spcBef>
              <a:spcAft>
                <a:spcPts val="0"/>
              </a:spcAft>
              <a:buClr>
                <a:schemeClr val="lt1"/>
              </a:buClr>
              <a:buSzPts val="1500"/>
              <a:buAutoNum type="alphaLcParenR"/>
            </a:pPr>
            <a:r>
              <a:rPr lang="en" sz="1500">
                <a:solidFill>
                  <a:schemeClr val="lt1"/>
                </a:solidFill>
              </a:rPr>
              <a:t>Part of a modular sensor daughterboard integrated with our FPGA-based SoC smartphone prototype</a:t>
            </a:r>
            <a:endParaRPr sz="1500">
              <a:solidFill>
                <a:schemeClr val="lt1"/>
              </a:solidFill>
            </a:endParaRPr>
          </a:p>
          <a:p>
            <a:pPr indent="-323850" lvl="1" marL="914400" rtl="0" algn="l">
              <a:spcBef>
                <a:spcPts val="0"/>
              </a:spcBef>
              <a:spcAft>
                <a:spcPts val="0"/>
              </a:spcAft>
              <a:buClr>
                <a:schemeClr val="lt1"/>
              </a:buClr>
              <a:buSzPts val="1500"/>
              <a:buAutoNum type="alphaLcParenR"/>
            </a:pPr>
            <a:r>
              <a:rPr lang="en" sz="1500">
                <a:solidFill>
                  <a:schemeClr val="lt1"/>
                </a:solidFill>
              </a:rPr>
              <a:t>Work within the same system as a Barometer</a:t>
            </a:r>
            <a:endParaRPr sz="1500">
              <a:solidFill>
                <a:schemeClr val="lt1"/>
              </a:solidFill>
            </a:endParaRPr>
          </a:p>
        </p:txBody>
      </p:sp>
      <p:pic>
        <p:nvPicPr>
          <p:cNvPr id="360" name="Google Shape;360;p20" title="pcb-removebg-preview.png"/>
          <p:cNvPicPr preferRelativeResize="0"/>
          <p:nvPr/>
        </p:nvPicPr>
        <p:blipFill rotWithShape="1">
          <a:blip r:embed="rId3">
            <a:alphaModFix/>
          </a:blip>
          <a:srcRect b="-26800" l="-19250" r="19250" t="26800"/>
          <a:stretch/>
        </p:blipFill>
        <p:spPr>
          <a:xfrm>
            <a:off x="7423798" y="385673"/>
            <a:ext cx="1241770" cy="1212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Our Requirements</a:t>
            </a:r>
            <a:endParaRPr b="1">
              <a:solidFill>
                <a:srgbClr val="F6FCAA"/>
              </a:solidFill>
            </a:endParaRPr>
          </a:p>
        </p:txBody>
      </p:sp>
      <p:sp>
        <p:nvSpPr>
          <p:cNvPr id="366" name="Google Shape;36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10000"/>
          </a:bodyPr>
          <a:lstStyle/>
          <a:p>
            <a:pPr indent="-288131" lvl="0" marL="457200" rtl="0" algn="l">
              <a:spcBef>
                <a:spcPts val="800"/>
              </a:spcBef>
              <a:spcAft>
                <a:spcPts val="0"/>
              </a:spcAft>
              <a:buClr>
                <a:schemeClr val="lt1"/>
              </a:buClr>
              <a:buSzPct val="100000"/>
              <a:buChar char="●"/>
            </a:pPr>
            <a:r>
              <a:rPr lang="en" sz="1500">
                <a:solidFill>
                  <a:schemeClr val="lt1"/>
                </a:solidFill>
                <a:latin typeface="Calibri"/>
                <a:ea typeface="Calibri"/>
                <a:cs typeface="Calibri"/>
                <a:sym typeface="Calibri"/>
              </a:rPr>
              <a:t>Temperature Range: –25°C to 250°C</a:t>
            </a:r>
            <a:endParaRPr sz="1500">
              <a:solidFill>
                <a:schemeClr val="lt1"/>
              </a:solidFill>
              <a:latin typeface="Calibri"/>
              <a:ea typeface="Calibri"/>
              <a:cs typeface="Calibri"/>
              <a:sym typeface="Calibri"/>
            </a:endParaRPr>
          </a:p>
          <a:p>
            <a:pPr indent="-288131" lvl="0" marL="4572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Accuracy: ±0.2°C (for medical-grade Fever detection)</a:t>
            </a:r>
            <a:endParaRPr sz="1500">
              <a:solidFill>
                <a:schemeClr val="lt1"/>
              </a:solidFill>
              <a:latin typeface="Calibri"/>
              <a:ea typeface="Calibri"/>
              <a:cs typeface="Calibri"/>
              <a:sym typeface="Calibri"/>
            </a:endParaRPr>
          </a:p>
          <a:p>
            <a:pPr indent="-288131" lvl="0" marL="4572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Interface of Choice: I</a:t>
            </a:r>
            <a:r>
              <a:rPr baseline="30000" lang="en" sz="1500">
                <a:solidFill>
                  <a:schemeClr val="lt1"/>
                </a:solidFill>
                <a:latin typeface="Calibri"/>
                <a:ea typeface="Calibri"/>
                <a:cs typeface="Calibri"/>
                <a:sym typeface="Calibri"/>
              </a:rPr>
              <a:t>2</a:t>
            </a:r>
            <a:r>
              <a:rPr lang="en" sz="1500">
                <a:solidFill>
                  <a:schemeClr val="lt1"/>
                </a:solidFill>
                <a:latin typeface="Calibri"/>
                <a:ea typeface="Calibri"/>
                <a:cs typeface="Calibri"/>
                <a:sym typeface="Calibri"/>
              </a:rPr>
              <a:t>C</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Analog</a:t>
            </a:r>
            <a:endParaRPr sz="1500">
              <a:solidFill>
                <a:schemeClr val="lt1"/>
              </a:solidFill>
              <a:latin typeface="Calibri"/>
              <a:ea typeface="Calibri"/>
              <a:cs typeface="Calibri"/>
              <a:sym typeface="Calibri"/>
            </a:endParaRPr>
          </a:p>
          <a:p>
            <a:pPr indent="-288131"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Transmits continuous voltage signals that directly represent a physical quantity, such as temperature or light intensity. Analog sensors output a voltage proportional to the measured value, which the receiving system interprets through an analog-to-digital converter (ADC). This method uses one wire per sensor signal and requires careful calibration due to noise and voltage scaling.</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SPI</a:t>
            </a:r>
            <a:endParaRPr sz="1500">
              <a:solidFill>
                <a:schemeClr val="lt1"/>
              </a:solidFill>
              <a:latin typeface="Calibri"/>
              <a:ea typeface="Calibri"/>
              <a:cs typeface="Calibri"/>
              <a:sym typeface="Calibri"/>
            </a:endParaRPr>
          </a:p>
          <a:p>
            <a:pPr indent="-288131"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Transfers data between a single master and one or more slave devices using four wires: serial clock (SCLK), master-out-slave-in (MOSI), master-in-slave-out (MISO), and chip select (CS). SPI is a high-speed, full-duplex protocol ideal for fast communication with peripherals like sensors, displays, or memory chips. Each slave device needs its own CS line.</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I</a:t>
            </a:r>
            <a:r>
              <a:rPr baseline="30000" lang="en" sz="1500">
                <a:solidFill>
                  <a:schemeClr val="lt1"/>
                </a:solidFill>
                <a:latin typeface="Calibri"/>
                <a:ea typeface="Calibri"/>
                <a:cs typeface="Calibri"/>
                <a:sym typeface="Calibri"/>
              </a:rPr>
              <a:t>2</a:t>
            </a:r>
            <a:r>
              <a:rPr lang="en" sz="1500">
                <a:solidFill>
                  <a:schemeClr val="lt1"/>
                </a:solidFill>
                <a:latin typeface="Calibri"/>
                <a:ea typeface="Calibri"/>
                <a:cs typeface="Calibri"/>
                <a:sym typeface="Calibri"/>
              </a:rPr>
              <a:t>C</a:t>
            </a:r>
            <a:endParaRPr sz="1500">
              <a:solidFill>
                <a:schemeClr val="lt1"/>
              </a:solidFill>
              <a:latin typeface="Calibri"/>
              <a:ea typeface="Calibri"/>
              <a:cs typeface="Calibri"/>
              <a:sym typeface="Calibri"/>
            </a:endParaRPr>
          </a:p>
          <a:p>
            <a:pPr indent="-288131"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Transfer data between a master (or multiple masters) and a single slave (or multiple slaves) device. It is a bidirectional two-wire serial bus that uses serial clock (SCL) and serial data (SDA) wires to send and manage data bit by bit between devices connected to the bus.</a:t>
            </a:r>
            <a:endParaRPr sz="1500">
              <a:solidFill>
                <a:schemeClr val="lt1"/>
              </a:solidFill>
              <a:latin typeface="Calibri"/>
              <a:ea typeface="Calibri"/>
              <a:cs typeface="Calibri"/>
              <a:sym typeface="Calibri"/>
            </a:endParaRPr>
          </a:p>
          <a:p>
            <a:pPr indent="-288131"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UART</a:t>
            </a:r>
            <a:endParaRPr sz="1500">
              <a:solidFill>
                <a:schemeClr val="lt1"/>
              </a:solidFill>
              <a:latin typeface="Calibri"/>
              <a:ea typeface="Calibri"/>
              <a:cs typeface="Calibri"/>
              <a:sym typeface="Calibri"/>
            </a:endParaRPr>
          </a:p>
          <a:p>
            <a:pPr indent="-288131"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Transfers data between two devices over two wires (TX for transmit, RX for receive) without needing a clock signal. UART uses start and stop bits to frame each data byte and requires both devices to agree on a communication speed (baud rate). It supports full-duplex communication but is limited to point-to-point connections (one-to-one).</a:t>
            </a:r>
            <a:endParaRPr sz="1500">
              <a:solidFill>
                <a:schemeClr val="lt1"/>
              </a:solidFill>
              <a:latin typeface="Calibri"/>
              <a:ea typeface="Calibri"/>
              <a:cs typeface="Calibri"/>
              <a:sym typeface="Calibri"/>
            </a:endParaRPr>
          </a:p>
          <a:p>
            <a:pPr indent="-288131" lvl="0" marL="4572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Power Supply: 3.3V</a:t>
            </a:r>
            <a:endParaRPr sz="1500">
              <a:solidFill>
                <a:schemeClr val="lt1"/>
              </a:solidFill>
              <a:latin typeface="Calibri"/>
              <a:ea typeface="Calibri"/>
              <a:cs typeface="Calibri"/>
              <a:sym typeface="Calibri"/>
            </a:endParaRPr>
          </a:p>
          <a:p>
            <a:pPr indent="-288131" lvl="0" marL="457200" rtl="0" algn="l">
              <a:spcBef>
                <a:spcPts val="0"/>
              </a:spcBef>
              <a:spcAft>
                <a:spcPts val="0"/>
              </a:spcAft>
              <a:buClr>
                <a:schemeClr val="lt1"/>
              </a:buClr>
              <a:buSzPct val="100000"/>
              <a:buChar char="●"/>
            </a:pPr>
            <a:r>
              <a:rPr lang="en" sz="1500">
                <a:solidFill>
                  <a:schemeClr val="lt1"/>
                </a:solidFill>
                <a:latin typeface="Calibri"/>
                <a:ea typeface="Calibri"/>
                <a:cs typeface="Calibri"/>
                <a:sym typeface="Calibri"/>
              </a:rPr>
              <a:t>Form Factor: Compact, aligns with daughterboard header</a:t>
            </a:r>
            <a:endParaRPr sz="1500">
              <a:solidFill>
                <a:schemeClr val="lt1"/>
              </a:solidFill>
              <a:latin typeface="Calibri"/>
              <a:ea typeface="Calibri"/>
              <a:cs typeface="Calibri"/>
              <a:sym typeface="Calibri"/>
            </a:endParaRPr>
          </a:p>
          <a:p>
            <a:pPr indent="0" lvl="0" marL="0" rtl="0" algn="l">
              <a:spcBef>
                <a:spcPts val="0"/>
              </a:spcBef>
              <a:spcAft>
                <a:spcPts val="1200"/>
              </a:spcAft>
              <a:buNone/>
            </a:pPr>
            <a:r>
              <a:t/>
            </a:r>
            <a:endParaRPr sz="1500">
              <a:solidFill>
                <a:schemeClr val="lt1"/>
              </a:solidFill>
            </a:endParaRPr>
          </a:p>
        </p:txBody>
      </p:sp>
      <p:pic>
        <p:nvPicPr>
          <p:cNvPr id="367" name="Google Shape;367;p21" title="pcb-removebg-preview.png"/>
          <p:cNvPicPr preferRelativeResize="0"/>
          <p:nvPr/>
        </p:nvPicPr>
        <p:blipFill>
          <a:blip r:embed="rId3">
            <a:alphaModFix/>
          </a:blip>
          <a:stretch>
            <a:fillRect/>
          </a:stretch>
        </p:blipFill>
        <p:spPr>
          <a:xfrm>
            <a:off x="7423798" y="385673"/>
            <a:ext cx="1241770" cy="1212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Sensor Selection Process</a:t>
            </a:r>
            <a:endParaRPr b="1">
              <a:solidFill>
                <a:srgbClr val="F6FCAA"/>
              </a:solidFill>
            </a:endParaRPr>
          </a:p>
        </p:txBody>
      </p:sp>
      <p:sp>
        <p:nvSpPr>
          <p:cNvPr id="373" name="Google Shape;37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16706" lvl="0" marL="457200" rtl="0" algn="l">
              <a:spcBef>
                <a:spcPts val="80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Understanding the Limitations of the Interface We Chose (I</a:t>
            </a:r>
            <a:r>
              <a:rPr baseline="30000" lang="en" sz="1500">
                <a:solidFill>
                  <a:schemeClr val="lt1"/>
                </a:solidFill>
                <a:latin typeface="Calibri"/>
                <a:ea typeface="Calibri"/>
                <a:cs typeface="Calibri"/>
                <a:sym typeface="Calibri"/>
              </a:rPr>
              <a:t>2</a:t>
            </a:r>
            <a:r>
              <a:rPr lang="en" sz="1500">
                <a:solidFill>
                  <a:schemeClr val="lt1"/>
                </a:solidFill>
                <a:latin typeface="Calibri"/>
                <a:ea typeface="Calibri"/>
                <a:cs typeface="Calibri"/>
                <a:sym typeface="Calibri"/>
              </a:rPr>
              <a:t>C)</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I</a:t>
            </a:r>
            <a:r>
              <a:rPr baseline="30000" lang="en" sz="1500">
                <a:solidFill>
                  <a:schemeClr val="lt1"/>
                </a:solidFill>
                <a:latin typeface="Calibri"/>
                <a:ea typeface="Calibri"/>
                <a:cs typeface="Calibri"/>
                <a:sym typeface="Calibri"/>
              </a:rPr>
              <a:t>2</a:t>
            </a:r>
            <a:r>
              <a:rPr lang="en" sz="1500">
                <a:solidFill>
                  <a:schemeClr val="lt1"/>
                </a:solidFill>
                <a:latin typeface="Calibri"/>
                <a:ea typeface="Calibri"/>
                <a:cs typeface="Calibri"/>
                <a:sym typeface="Calibri"/>
              </a:rPr>
              <a:t>C has addresses, so when there are multiple sensors from the same manufacturer, a lot of times there is an overlap causing conflicting data because data from both sensors gets sent on the same bus to SoC at the same time</a:t>
            </a:r>
            <a:endParaRPr sz="1500">
              <a:solidFill>
                <a:schemeClr val="lt1"/>
              </a:solidFill>
              <a:latin typeface="Calibri"/>
              <a:ea typeface="Calibri"/>
              <a:cs typeface="Calibri"/>
              <a:sym typeface="Calibri"/>
            </a:endParaRPr>
          </a:p>
          <a:p>
            <a:pPr indent="-316706"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Our Solution For This was to Use a Thermocouple</a:t>
            </a:r>
            <a:endParaRPr sz="1500">
              <a:solidFill>
                <a:schemeClr val="lt1"/>
              </a:solidFill>
              <a:latin typeface="Calibri"/>
              <a:ea typeface="Calibri"/>
              <a:cs typeface="Calibri"/>
              <a:sym typeface="Calibri"/>
            </a:endParaRPr>
          </a:p>
          <a:p>
            <a:pPr indent="-316706" lvl="0" marL="4572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We probably should have made a decision matrix which is a big no-no (don;t do what we did)</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However, the IC chip that we decided to use was the MCP9600T-E/MX</a:t>
            </a:r>
            <a:endParaRPr sz="1500">
              <a:solidFill>
                <a:schemeClr val="lt1"/>
              </a:solidFill>
              <a:latin typeface="Calibri"/>
              <a:ea typeface="Calibri"/>
              <a:cs typeface="Calibri"/>
              <a:sym typeface="Calibri"/>
            </a:endParaRPr>
          </a:p>
          <a:p>
            <a:pPr indent="-316706" lvl="0" marL="4572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What is an IC chip?</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The MCP9600 is an interface IC that lets a microcontroller read temperature from a thermocouple by converting its tiny voltage into precise, digital temperature data—communicated via I²C.</a:t>
            </a:r>
            <a:endParaRPr sz="1500">
              <a:solidFill>
                <a:schemeClr val="lt1"/>
              </a:solidFill>
              <a:latin typeface="Calibri"/>
              <a:ea typeface="Calibri"/>
              <a:cs typeface="Calibri"/>
              <a:sym typeface="Calibri"/>
            </a:endParaRPr>
          </a:p>
          <a:p>
            <a:pPr indent="-316706"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Reads a Thermocouple</a:t>
            </a:r>
            <a:endParaRPr sz="1500">
              <a:solidFill>
                <a:schemeClr val="lt1"/>
              </a:solidFill>
              <a:latin typeface="Calibri"/>
              <a:ea typeface="Calibri"/>
              <a:cs typeface="Calibri"/>
              <a:sym typeface="Calibri"/>
            </a:endParaRPr>
          </a:p>
          <a:p>
            <a:pPr indent="-316706"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Does Math Conversion/Logic</a:t>
            </a:r>
            <a:endParaRPr sz="1500">
              <a:solidFill>
                <a:schemeClr val="lt1"/>
              </a:solidFill>
              <a:latin typeface="Calibri"/>
              <a:ea typeface="Calibri"/>
              <a:cs typeface="Calibri"/>
              <a:sym typeface="Calibri"/>
            </a:endParaRPr>
          </a:p>
          <a:p>
            <a:pPr indent="-316706" lvl="2" marL="13716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Communicates with Microcontroller or FPGA</a:t>
            </a:r>
            <a:endParaRPr sz="1500">
              <a:solidFill>
                <a:schemeClr val="lt1"/>
              </a:solidFill>
              <a:latin typeface="Calibri"/>
              <a:ea typeface="Calibri"/>
              <a:cs typeface="Calibri"/>
              <a:sym typeface="Calibri"/>
            </a:endParaRPr>
          </a:p>
          <a:p>
            <a:pPr indent="0" lvl="0" marL="0" rtl="0" algn="l">
              <a:spcBef>
                <a:spcPts val="0"/>
              </a:spcBef>
              <a:spcAft>
                <a:spcPts val="1200"/>
              </a:spcAft>
              <a:buNone/>
            </a:pPr>
            <a:r>
              <a:t/>
            </a:r>
            <a:endParaRPr sz="15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Thermocouple IC Pinout</a:t>
            </a:r>
            <a:endParaRPr b="1">
              <a:solidFill>
                <a:srgbClr val="F6FCAA"/>
              </a:solidFill>
            </a:endParaRPr>
          </a:p>
        </p:txBody>
      </p:sp>
      <p:sp>
        <p:nvSpPr>
          <p:cNvPr id="379" name="Google Shape;379;p23"/>
          <p:cNvSpPr txBox="1"/>
          <p:nvPr>
            <p:ph idx="1" type="body"/>
          </p:nvPr>
        </p:nvSpPr>
        <p:spPr>
          <a:xfrm>
            <a:off x="311700" y="1152475"/>
            <a:ext cx="4524600" cy="3416400"/>
          </a:xfrm>
          <a:prstGeom prst="rect">
            <a:avLst/>
          </a:prstGeom>
        </p:spPr>
        <p:txBody>
          <a:bodyPr anchorCtr="0" anchor="t" bIns="91425" lIns="91425" spcFirstLastPara="1" rIns="91425" wrap="square" tIns="91425">
            <a:normAutofit fontScale="92500" lnSpcReduction="20000"/>
          </a:bodyPr>
          <a:lstStyle/>
          <a:p>
            <a:pPr indent="-316706" lvl="0" marL="457200" rtl="0" algn="l">
              <a:spcBef>
                <a:spcPts val="80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MCP9600T-E/MX</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Ground Pin (GND) - System Ground; required for operation</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Voltage at the Drain (VDD) - VDD is the power pin. The operating voltage range, as specified in the DC Characteristics table, is applied on this pin.</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Thermocouple Input (</a:t>
            </a:r>
            <a:r>
              <a:rPr lang="en" sz="1500">
                <a:solidFill>
                  <a:schemeClr val="lt1"/>
                </a:solidFill>
                <a:latin typeface="Calibri"/>
                <a:ea typeface="Calibri"/>
                <a:cs typeface="Calibri"/>
                <a:sym typeface="Calibri"/>
              </a:rPr>
              <a:t>V</a:t>
            </a:r>
            <a:r>
              <a:rPr baseline="-25000" lang="en" sz="1500">
                <a:solidFill>
                  <a:schemeClr val="lt1"/>
                </a:solidFill>
                <a:latin typeface="Calibri"/>
                <a:ea typeface="Calibri"/>
                <a:cs typeface="Calibri"/>
                <a:sym typeface="Calibri"/>
              </a:rPr>
              <a:t>in +</a:t>
            </a:r>
            <a:r>
              <a:rPr lang="en" sz="1500">
                <a:solidFill>
                  <a:schemeClr val="lt1"/>
                </a:solidFill>
                <a:latin typeface="Calibri"/>
                <a:ea typeface="Calibri"/>
                <a:cs typeface="Calibri"/>
                <a:sym typeface="Calibri"/>
              </a:rPr>
              <a:t> and V</a:t>
            </a:r>
            <a:r>
              <a:rPr baseline="-25000" lang="en" sz="1500">
                <a:solidFill>
                  <a:schemeClr val="lt1"/>
                </a:solidFill>
                <a:latin typeface="Calibri"/>
                <a:ea typeface="Calibri"/>
                <a:cs typeface="Calibri"/>
                <a:sym typeface="Calibri"/>
              </a:rPr>
              <a:t>in -</a:t>
            </a:r>
            <a:r>
              <a:rPr lang="en" sz="1500">
                <a:solidFill>
                  <a:schemeClr val="lt1"/>
                </a:solidFill>
                <a:latin typeface="Calibri"/>
                <a:ea typeface="Calibri"/>
                <a:cs typeface="Calibri"/>
                <a:sym typeface="Calibri"/>
              </a:rPr>
              <a:t>) - Connect thermocouple; measures voltage</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Alert Outputs (Alert 1–4): Temperature-triggered digital alerts</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I²C Address Pin (ADDR) - Sets I²C address level</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Serial Clock Line (SCL) - I²C Clock input from master</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Serial Data Line (SDA) - I²C bidirectional data line</a:t>
            </a:r>
            <a:endParaRPr sz="1500">
              <a:solidFill>
                <a:schemeClr val="lt1"/>
              </a:solidFill>
              <a:latin typeface="Calibri"/>
              <a:ea typeface="Calibri"/>
              <a:cs typeface="Calibri"/>
              <a:sym typeface="Calibri"/>
            </a:endParaRPr>
          </a:p>
        </p:txBody>
      </p:sp>
      <p:pic>
        <p:nvPicPr>
          <p:cNvPr id="380" name="Google Shape;380;p23"/>
          <p:cNvPicPr preferRelativeResize="0"/>
          <p:nvPr/>
        </p:nvPicPr>
        <p:blipFill>
          <a:blip r:embed="rId3">
            <a:alphaModFix/>
          </a:blip>
          <a:stretch>
            <a:fillRect/>
          </a:stretch>
        </p:blipFill>
        <p:spPr>
          <a:xfrm>
            <a:off x="5122900" y="1400000"/>
            <a:ext cx="3440025" cy="2921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Our </a:t>
            </a:r>
            <a:r>
              <a:rPr lang="en">
                <a:solidFill>
                  <a:srgbClr val="F6FCAA"/>
                </a:solidFill>
              </a:rPr>
              <a:t>Daughter Board</a:t>
            </a:r>
            <a:r>
              <a:rPr lang="en">
                <a:solidFill>
                  <a:srgbClr val="F6FCAA"/>
                </a:solidFill>
              </a:rPr>
              <a:t> Design</a:t>
            </a:r>
            <a:endParaRPr b="1">
              <a:solidFill>
                <a:srgbClr val="F6FCAA"/>
              </a:solidFill>
            </a:endParaRPr>
          </a:p>
        </p:txBody>
      </p:sp>
      <p:pic>
        <p:nvPicPr>
          <p:cNvPr id="386" name="Google Shape;386;p24"/>
          <p:cNvPicPr preferRelativeResize="0"/>
          <p:nvPr/>
        </p:nvPicPr>
        <p:blipFill>
          <a:blip r:embed="rId3">
            <a:alphaModFix/>
          </a:blip>
          <a:stretch>
            <a:fillRect/>
          </a:stretch>
        </p:blipFill>
        <p:spPr>
          <a:xfrm>
            <a:off x="1868950" y="1017725"/>
            <a:ext cx="5806454" cy="3820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How Our Thermometer Works</a:t>
            </a:r>
            <a:endParaRPr b="1">
              <a:solidFill>
                <a:srgbClr val="F6FCAA"/>
              </a:solidFill>
            </a:endParaRPr>
          </a:p>
        </p:txBody>
      </p:sp>
      <p:pic>
        <p:nvPicPr>
          <p:cNvPr id="392" name="Google Shape;392;p25"/>
          <p:cNvPicPr preferRelativeResize="0"/>
          <p:nvPr/>
        </p:nvPicPr>
        <p:blipFill>
          <a:blip r:embed="rId3">
            <a:alphaModFix/>
          </a:blip>
          <a:stretch>
            <a:fillRect/>
          </a:stretch>
        </p:blipFill>
        <p:spPr>
          <a:xfrm>
            <a:off x="4572000" y="1367175"/>
            <a:ext cx="4121077" cy="2711910"/>
          </a:xfrm>
          <a:prstGeom prst="rect">
            <a:avLst/>
          </a:prstGeom>
          <a:noFill/>
          <a:ln>
            <a:noFill/>
          </a:ln>
        </p:spPr>
      </p:pic>
      <p:sp>
        <p:nvSpPr>
          <p:cNvPr id="393" name="Google Shape;393;p25"/>
          <p:cNvSpPr txBox="1"/>
          <p:nvPr>
            <p:ph idx="1" type="body"/>
          </p:nvPr>
        </p:nvSpPr>
        <p:spPr>
          <a:xfrm>
            <a:off x="311700" y="1152475"/>
            <a:ext cx="3844200" cy="3416400"/>
          </a:xfrm>
          <a:prstGeom prst="rect">
            <a:avLst/>
          </a:prstGeom>
        </p:spPr>
        <p:txBody>
          <a:bodyPr anchorCtr="0" anchor="t" bIns="91425" lIns="91425" spcFirstLastPara="1" rIns="91425" wrap="square" tIns="91425">
            <a:normAutofit fontScale="92500"/>
          </a:bodyPr>
          <a:lstStyle/>
          <a:p>
            <a:pPr indent="-316706" lvl="0" marL="457200" rtl="0" algn="l">
              <a:spcBef>
                <a:spcPts val="80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V</a:t>
            </a:r>
            <a:r>
              <a:rPr baseline="-25000" lang="en" sz="1500">
                <a:solidFill>
                  <a:schemeClr val="lt1"/>
                </a:solidFill>
                <a:latin typeface="Calibri"/>
                <a:ea typeface="Calibri"/>
                <a:cs typeface="Calibri"/>
                <a:sym typeface="Calibri"/>
              </a:rPr>
              <a:t>in</a:t>
            </a:r>
            <a:r>
              <a:rPr lang="en" sz="1500">
                <a:solidFill>
                  <a:schemeClr val="lt1"/>
                </a:solidFill>
                <a:latin typeface="Calibri"/>
                <a:ea typeface="Calibri"/>
                <a:cs typeface="Calibri"/>
                <a:sym typeface="Calibri"/>
              </a:rPr>
              <a:t> and V</a:t>
            </a:r>
            <a:r>
              <a:rPr baseline="-25000" lang="en" sz="1500">
                <a:solidFill>
                  <a:schemeClr val="lt1"/>
                </a:solidFill>
                <a:latin typeface="Calibri"/>
                <a:ea typeface="Calibri"/>
                <a:cs typeface="Calibri"/>
                <a:sym typeface="Calibri"/>
              </a:rPr>
              <a:t>out</a:t>
            </a:r>
            <a:endParaRPr baseline="-25000"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Voltage In and Out in this IC circuit is not bidirectional, so what we can do here is take the difference in voltage </a:t>
            </a:r>
            <a:endParaRPr sz="1500">
              <a:solidFill>
                <a:schemeClr val="lt1"/>
              </a:solidFill>
              <a:latin typeface="Calibri"/>
              <a:ea typeface="Calibri"/>
              <a:cs typeface="Calibri"/>
              <a:sym typeface="Calibri"/>
            </a:endParaRPr>
          </a:p>
          <a:p>
            <a:pPr indent="-316706" lvl="0" marL="4572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V = IR and R</a:t>
            </a:r>
            <a:r>
              <a:rPr baseline="-25000" lang="en" sz="1500">
                <a:solidFill>
                  <a:schemeClr val="lt1"/>
                </a:solidFill>
                <a:latin typeface="Calibri"/>
                <a:ea typeface="Calibri"/>
                <a:cs typeface="Calibri"/>
                <a:sym typeface="Calibri"/>
              </a:rPr>
              <a:t>f</a:t>
            </a:r>
            <a:r>
              <a:rPr lang="en" sz="1500">
                <a:solidFill>
                  <a:schemeClr val="lt1"/>
                </a:solidFill>
                <a:latin typeface="Calibri"/>
                <a:ea typeface="Calibri"/>
                <a:cs typeface="Calibri"/>
                <a:sym typeface="Calibri"/>
              </a:rPr>
              <a:t> = R₀(1 + αΔT)</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Resistance is Directly Proportional to Voltage, so a Voltage Difference Can Be Used to Calculate Resistance</a:t>
            </a:r>
            <a:endParaRPr sz="1500">
              <a:solidFill>
                <a:schemeClr val="lt1"/>
              </a:solidFill>
              <a:latin typeface="Calibri"/>
              <a:ea typeface="Calibri"/>
              <a:cs typeface="Calibri"/>
              <a:sym typeface="Calibri"/>
            </a:endParaRPr>
          </a:p>
          <a:p>
            <a:pPr indent="-316706" lvl="1" marL="9144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Temperature </a:t>
            </a:r>
            <a:r>
              <a:rPr lang="en" sz="1500">
                <a:solidFill>
                  <a:schemeClr val="lt1"/>
                </a:solidFill>
                <a:latin typeface="Calibri"/>
                <a:ea typeface="Calibri"/>
                <a:cs typeface="Calibri"/>
                <a:sym typeface="Calibri"/>
              </a:rPr>
              <a:t>is Directly Proportional to Resistance, so a Resistance Difference Can Be Used to Calculate Temperature</a:t>
            </a:r>
            <a:endParaRPr sz="1500">
              <a:solidFill>
                <a:schemeClr val="lt1"/>
              </a:solidFill>
              <a:latin typeface="Calibri"/>
              <a:ea typeface="Calibri"/>
              <a:cs typeface="Calibri"/>
              <a:sym typeface="Calibri"/>
            </a:endParaRPr>
          </a:p>
          <a:p>
            <a:pPr indent="-316706" lvl="0" marL="457200" rtl="0" algn="l">
              <a:spcBef>
                <a:spcPts val="0"/>
              </a:spcBef>
              <a:spcAft>
                <a:spcPts val="0"/>
              </a:spcAft>
              <a:buClr>
                <a:schemeClr val="lt1"/>
              </a:buClr>
              <a:buSzPct val="100000"/>
              <a:buFont typeface="Calibri"/>
              <a:buChar char="●"/>
            </a:pPr>
            <a:r>
              <a:rPr lang="en" sz="1500">
                <a:solidFill>
                  <a:schemeClr val="lt1"/>
                </a:solidFill>
                <a:latin typeface="Calibri"/>
                <a:ea typeface="Calibri"/>
                <a:cs typeface="Calibri"/>
                <a:sym typeface="Calibri"/>
              </a:rPr>
              <a:t>IC Chip Does The Calculations</a:t>
            </a:r>
            <a:endParaRPr sz="15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Our Daughter Board Design</a:t>
            </a:r>
            <a:endParaRPr b="1">
              <a:solidFill>
                <a:srgbClr val="F6FCAA"/>
              </a:solidFill>
            </a:endParaRPr>
          </a:p>
        </p:txBody>
      </p:sp>
      <p:pic>
        <p:nvPicPr>
          <p:cNvPr id="399" name="Google Shape;399;p26"/>
          <p:cNvPicPr preferRelativeResize="0"/>
          <p:nvPr/>
        </p:nvPicPr>
        <p:blipFill>
          <a:blip r:embed="rId3">
            <a:alphaModFix/>
          </a:blip>
          <a:stretch>
            <a:fillRect/>
          </a:stretch>
        </p:blipFill>
        <p:spPr>
          <a:xfrm>
            <a:off x="1868950" y="1017725"/>
            <a:ext cx="5806454" cy="382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6FCAA"/>
                </a:solidFill>
              </a:rPr>
              <a:t>Sources</a:t>
            </a:r>
            <a:endParaRPr b="1">
              <a:solidFill>
                <a:srgbClr val="F6FCAA"/>
              </a:solidFill>
            </a:endParaRPr>
          </a:p>
        </p:txBody>
      </p:sp>
      <p:sp>
        <p:nvSpPr>
          <p:cNvPr id="405" name="Google Shape;40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chemeClr val="lt1"/>
                </a:solidFill>
                <a:latin typeface="Calibri"/>
                <a:ea typeface="Calibri"/>
                <a:cs typeface="Calibri"/>
                <a:sym typeface="Calibri"/>
              </a:rPr>
              <a:t>Notion:</a:t>
            </a:r>
            <a:endParaRPr sz="1500">
              <a:solidFill>
                <a:schemeClr val="lt1"/>
              </a:solidFill>
              <a:latin typeface="Calibri"/>
              <a:ea typeface="Calibri"/>
              <a:cs typeface="Calibri"/>
              <a:sym typeface="Calibri"/>
            </a:endParaRPr>
          </a:p>
          <a:p>
            <a:pPr indent="0" lvl="0" marL="0" rtl="0" algn="l">
              <a:spcBef>
                <a:spcPts val="1200"/>
              </a:spcBef>
              <a:spcAft>
                <a:spcPts val="0"/>
              </a:spcAft>
              <a:buNone/>
            </a:pPr>
            <a:r>
              <a:rPr lang="en" sz="1500" u="sng">
                <a:solidFill>
                  <a:schemeClr val="hlink"/>
                </a:solidFill>
                <a:latin typeface="Calibri"/>
                <a:ea typeface="Calibri"/>
                <a:cs typeface="Calibri"/>
                <a:sym typeface="Calibri"/>
                <a:hlinkClick r:id="rId3"/>
              </a:rPr>
              <a:t>https://www.notion.so/Thermometer-21e169473d778007bf46e3cce8d5c230?source=copy_link</a:t>
            </a:r>
            <a:endParaRPr sz="1500">
              <a:solidFill>
                <a:schemeClr val="lt1"/>
              </a:solidFill>
              <a:latin typeface="Calibri"/>
              <a:ea typeface="Calibri"/>
              <a:cs typeface="Calibri"/>
              <a:sym typeface="Calibri"/>
            </a:endParaRPr>
          </a:p>
          <a:p>
            <a:pPr indent="0" lvl="0" marL="0" rtl="0" algn="l">
              <a:spcBef>
                <a:spcPts val="1200"/>
              </a:spcBef>
              <a:spcAft>
                <a:spcPts val="0"/>
              </a:spcAft>
              <a:buNone/>
            </a:pPr>
            <a:r>
              <a:rPr lang="en" sz="1500">
                <a:solidFill>
                  <a:schemeClr val="lt1"/>
                </a:solidFill>
                <a:latin typeface="Calibri"/>
                <a:ea typeface="Calibri"/>
                <a:cs typeface="Calibri"/>
                <a:sym typeface="Calibri"/>
              </a:rPr>
              <a:t>Datasheet:</a:t>
            </a:r>
            <a:endParaRPr sz="1500">
              <a:solidFill>
                <a:schemeClr val="lt1"/>
              </a:solidFill>
              <a:latin typeface="Calibri"/>
              <a:ea typeface="Calibri"/>
              <a:cs typeface="Calibri"/>
              <a:sym typeface="Calibri"/>
            </a:endParaRPr>
          </a:p>
          <a:p>
            <a:pPr indent="0" lvl="0" marL="0" rtl="0" algn="l">
              <a:spcBef>
                <a:spcPts val="1200"/>
              </a:spcBef>
              <a:spcAft>
                <a:spcPts val="0"/>
              </a:spcAft>
              <a:buNone/>
            </a:pPr>
            <a:r>
              <a:rPr lang="en" sz="1500" u="sng">
                <a:solidFill>
                  <a:schemeClr val="hlink"/>
                </a:solidFill>
                <a:latin typeface="Calibri"/>
                <a:ea typeface="Calibri"/>
                <a:cs typeface="Calibri"/>
                <a:sym typeface="Calibri"/>
                <a:hlinkClick r:id="rId4"/>
              </a:rPr>
              <a:t>https://s3.amazonaws.com/snapeda/datasheet/MCP9600-E/MX_Microchip.pdf</a:t>
            </a:r>
            <a:r>
              <a:rPr lang="en" sz="1500">
                <a:solidFill>
                  <a:schemeClr val="lt1"/>
                </a:solidFill>
                <a:latin typeface="Calibri"/>
                <a:ea typeface="Calibri"/>
                <a:cs typeface="Calibri"/>
                <a:sym typeface="Calibri"/>
              </a:rPr>
              <a:t> </a:t>
            </a:r>
            <a:endParaRPr sz="1500">
              <a:solidFill>
                <a:schemeClr val="lt1"/>
              </a:solidFill>
              <a:latin typeface="Calibri"/>
              <a:ea typeface="Calibri"/>
              <a:cs typeface="Calibri"/>
              <a:sym typeface="Calibri"/>
            </a:endParaRPr>
          </a:p>
          <a:p>
            <a:pPr indent="0" lvl="0" marL="0" rtl="0" algn="l">
              <a:spcBef>
                <a:spcPts val="1200"/>
              </a:spcBef>
              <a:spcAft>
                <a:spcPts val="0"/>
              </a:spcAft>
              <a:buNone/>
            </a:pPr>
            <a:r>
              <a:rPr lang="en" sz="1500" u="sng">
                <a:solidFill>
                  <a:schemeClr val="hlink"/>
                </a:solidFill>
                <a:latin typeface="Calibri"/>
                <a:ea typeface="Calibri"/>
                <a:cs typeface="Calibri"/>
                <a:sym typeface="Calibri"/>
                <a:hlinkClick r:id="rId5"/>
              </a:rPr>
              <a:t>https://www.notion.so/Recorded-Meetings-23a169473d7780039354ecdf9b171754?source=copy_link</a:t>
            </a:r>
            <a:r>
              <a:rPr lang="en" sz="1500">
                <a:solidFill>
                  <a:schemeClr val="lt1"/>
                </a:solidFill>
                <a:latin typeface="Calibri"/>
                <a:ea typeface="Calibri"/>
                <a:cs typeface="Calibri"/>
                <a:sym typeface="Calibri"/>
              </a:rPr>
              <a:t> </a:t>
            </a:r>
            <a:endParaRPr sz="1500">
              <a:solidFill>
                <a:schemeClr val="lt1"/>
              </a:solidFill>
              <a:latin typeface="Calibri"/>
              <a:ea typeface="Calibri"/>
              <a:cs typeface="Calibri"/>
              <a:sym typeface="Calibri"/>
            </a:endParaRPr>
          </a:p>
          <a:p>
            <a:pPr indent="0" lvl="0" marL="0" rtl="0" algn="l">
              <a:spcBef>
                <a:spcPts val="1200"/>
              </a:spcBef>
              <a:spcAft>
                <a:spcPts val="1200"/>
              </a:spcAft>
              <a:buNone/>
            </a:pPr>
            <a:r>
              <a:t/>
            </a:r>
            <a:endParaRPr sz="15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eme2">
  <a:themeElements>
    <a:clrScheme name="Custom 121">
      <a:dk1>
        <a:srgbClr val="000000"/>
      </a:dk1>
      <a:lt1>
        <a:srgbClr val="FFFFFF"/>
      </a:lt1>
      <a:dk2>
        <a:srgbClr val="44546A"/>
      </a:dk2>
      <a:lt2>
        <a:srgbClr val="E7E6E6"/>
      </a:lt2>
      <a:accent1>
        <a:srgbClr val="A46AFA"/>
      </a:accent1>
      <a:accent2>
        <a:srgbClr val="E14DF1"/>
      </a:accent2>
      <a:accent3>
        <a:srgbClr val="F1FA81"/>
      </a:accent3>
      <a:accent4>
        <a:srgbClr val="1A0365"/>
      </a:accent4>
      <a:accent5>
        <a:srgbClr val="3207BD"/>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