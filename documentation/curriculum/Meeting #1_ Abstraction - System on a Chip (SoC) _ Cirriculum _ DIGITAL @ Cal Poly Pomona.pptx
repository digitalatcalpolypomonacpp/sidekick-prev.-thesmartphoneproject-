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4"/>
    <p:sldMasterId id="214748369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Audiowide"/>
      <p:regular r:id="rId24"/>
    </p:embeddedFont>
    <p:embeddedFont>
      <p:font typeface="Roboto"/>
      <p:regular r:id="rId25"/>
      <p:bold r:id="rId26"/>
      <p:italic r:id="rId27"/>
      <p:boldItalic r:id="rId28"/>
    </p:embeddedFont>
    <p:embeddedFont>
      <p:font typeface="Playfair Display"/>
      <p:regular r:id="rId29"/>
      <p:bold r:id="rId30"/>
      <p:italic r:id="rId31"/>
      <p:boldItalic r:id="rId32"/>
    </p:embeddedFont>
    <p:embeddedFont>
      <p:font typeface="Fira Sans Extra Condensed Medium"/>
      <p:regular r:id="rId33"/>
      <p:bold r:id="rId34"/>
      <p:italic r:id="rId35"/>
      <p:boldItalic r:id="rId36"/>
    </p:embeddedFont>
    <p:embeddedFont>
      <p:font typeface="Permanent Marker"/>
      <p:regular r:id="rId37"/>
    </p:embeddedFont>
    <p:embeddedFont>
      <p:font typeface="Quicksand"/>
      <p:regular r:id="rId38"/>
      <p:bold r:id="rId39"/>
    </p:embeddedFont>
    <p:embeddedFont>
      <p:font typeface="Fira Sans Extra Condensed"/>
      <p:regular r:id="rId40"/>
      <p:bold r:id="rId41"/>
      <p:italic r:id="rId42"/>
      <p:boldItalic r:id="rId43"/>
    </p:embeddedFont>
    <p:embeddedFont>
      <p:font typeface="Fira Sans Extra Condensed SemiBold"/>
      <p:regular r:id="rId44"/>
      <p:bold r:id="rId45"/>
      <p:italic r:id="rId46"/>
      <p:boldItalic r:id="rId47"/>
    </p:embeddedFont>
    <p:embeddedFont>
      <p:font typeface="Share Tech"/>
      <p:regular r:id="rId48"/>
    </p:embeddedFont>
    <p:embeddedFont>
      <p:font typeface="Karla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iraSansExtraCondensed-regular.fntdata"/><Relationship Id="rId42" Type="http://schemas.openxmlformats.org/officeDocument/2006/relationships/font" Target="fonts/FiraSansExtraCondensed-italic.fntdata"/><Relationship Id="rId41" Type="http://schemas.openxmlformats.org/officeDocument/2006/relationships/font" Target="fonts/FiraSansExtraCondensed-bold.fntdata"/><Relationship Id="rId44" Type="http://schemas.openxmlformats.org/officeDocument/2006/relationships/font" Target="fonts/FiraSansExtraCondensedSemiBold-regular.fntdata"/><Relationship Id="rId43" Type="http://schemas.openxmlformats.org/officeDocument/2006/relationships/font" Target="fonts/FiraSansExtraCondensed-boldItalic.fntdata"/><Relationship Id="rId46" Type="http://schemas.openxmlformats.org/officeDocument/2006/relationships/font" Target="fonts/FiraSansExtraCondensedSemiBold-italic.fntdata"/><Relationship Id="rId45" Type="http://schemas.openxmlformats.org/officeDocument/2006/relationships/font" Target="fonts/FiraSansExtraCondensed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ShareTech-regular.fntdata"/><Relationship Id="rId47" Type="http://schemas.openxmlformats.org/officeDocument/2006/relationships/font" Target="fonts/FiraSansExtraCondensedSemiBold-boldItalic.fntdata"/><Relationship Id="rId49" Type="http://schemas.openxmlformats.org/officeDocument/2006/relationships/font" Target="fonts/Karla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layfairDisplay-italic.fntdata"/><Relationship Id="rId30" Type="http://schemas.openxmlformats.org/officeDocument/2006/relationships/font" Target="fonts/PlayfairDisplay-bold.fntdata"/><Relationship Id="rId33" Type="http://schemas.openxmlformats.org/officeDocument/2006/relationships/font" Target="fonts/FiraSansExtraCondensedMedium-regular.fntdata"/><Relationship Id="rId32" Type="http://schemas.openxmlformats.org/officeDocument/2006/relationships/font" Target="fonts/PlayfairDisplay-boldItalic.fntdata"/><Relationship Id="rId35" Type="http://schemas.openxmlformats.org/officeDocument/2006/relationships/font" Target="fonts/FiraSansExtraCondensedMedium-italic.fntdata"/><Relationship Id="rId34" Type="http://schemas.openxmlformats.org/officeDocument/2006/relationships/font" Target="fonts/FiraSansExtraCondensedMedium-bold.fntdata"/><Relationship Id="rId37" Type="http://schemas.openxmlformats.org/officeDocument/2006/relationships/font" Target="fonts/PermanentMarker-regular.fntdata"/><Relationship Id="rId36" Type="http://schemas.openxmlformats.org/officeDocument/2006/relationships/font" Target="fonts/FiraSansExtraCondensedMedium-boldItalic.fntdata"/><Relationship Id="rId39" Type="http://schemas.openxmlformats.org/officeDocument/2006/relationships/font" Target="fonts/Quicksand-bold.fntdata"/><Relationship Id="rId38" Type="http://schemas.openxmlformats.org/officeDocument/2006/relationships/font" Target="fonts/Quicksand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Audiowide-regular.fntdata"/><Relationship Id="rId23" Type="http://schemas.openxmlformats.org/officeDocument/2006/relationships/slide" Target="slides/slide17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29" Type="http://schemas.openxmlformats.org/officeDocument/2006/relationships/font" Target="fonts/PlayfairDisplay-regular.fntdata"/><Relationship Id="rId51" Type="http://schemas.openxmlformats.org/officeDocument/2006/relationships/font" Target="fonts/Karla-italic.fntdata"/><Relationship Id="rId50" Type="http://schemas.openxmlformats.org/officeDocument/2006/relationships/font" Target="fonts/Karla-bold.fntdata"/><Relationship Id="rId52" Type="http://schemas.openxmlformats.org/officeDocument/2006/relationships/font" Target="fonts/Karla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21caab1d1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121caab1d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36d12e68da_0_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336d12e68da_0_7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6aca476b3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6aca476b3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6aca476b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g36aca476b3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36d12e68d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g336d12e68da_0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36d12e68da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g336d12e68da_0_1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6aca476b34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6aca476b34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6aca476b34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6aca476b3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6aca476b3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g36aca476b34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6aca476b34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g36aca476b34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6aca476b34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g36aca476b34_0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6aca476b34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g36aca476b34_0_1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6aca476b34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g36aca476b34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6aca476b34_7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g36aca476b34_7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36aca476b34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g36aca476b34_7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6aca476b34_7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g36aca476b34_7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6aca476b34_7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g36aca476b34_7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Relationship Id="rId6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b="17754" l="0" r="0" t="1621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1625850" y="1317528"/>
            <a:ext cx="5892300" cy="23583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500">
                <a:latin typeface="Audiowide"/>
                <a:ea typeface="Audiowide"/>
                <a:cs typeface="Audiowide"/>
                <a:sym typeface="Audiowid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25850" y="3778500"/>
            <a:ext cx="5892300" cy="473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5" name="Google Shape;15;p2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-1011050" y="-447675"/>
            <a:ext cx="5892301" cy="364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10800000">
            <a:off x="4261050" y="1962150"/>
            <a:ext cx="5892301" cy="364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17754" l="0" r="0" t="1621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 txBox="1"/>
          <p:nvPr>
            <p:ph type="title"/>
          </p:nvPr>
        </p:nvSpPr>
        <p:spPr>
          <a:xfrm>
            <a:off x="4491888" y="1682463"/>
            <a:ext cx="3312300" cy="111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7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4491888" y="2851113"/>
            <a:ext cx="3312300" cy="6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hasCustomPrompt="1" idx="2" type="title"/>
          </p:nvPr>
        </p:nvSpPr>
        <p:spPr>
          <a:xfrm>
            <a:off x="1931113" y="1872250"/>
            <a:ext cx="1728900" cy="11886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pic>
        <p:nvPicPr>
          <p:cNvPr id="25" name="Google Shape;25;p3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-1015800" y="-419100"/>
            <a:ext cx="6190054" cy="3832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10800000">
            <a:off x="4352926" y="1967775"/>
            <a:ext cx="5790899" cy="358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b="17754" l="0" r="0" t="1621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720000" y="1168463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2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/>
        </p:txBody>
      </p:sp>
      <p:pic>
        <p:nvPicPr>
          <p:cNvPr id="33" name="Google Shape;33;p4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-825300" y="-371475"/>
            <a:ext cx="4857272" cy="300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4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10800000">
            <a:off x="5048253" y="2398274"/>
            <a:ext cx="5095572" cy="315487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 txBox="1"/>
          <p:nvPr>
            <p:ph type="title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/>
          <p:cNvPicPr preferRelativeResize="0"/>
          <p:nvPr/>
        </p:nvPicPr>
        <p:blipFill rotWithShape="1">
          <a:blip r:embed="rId2">
            <a:alphaModFix amt="75000"/>
          </a:blip>
          <a:srcRect b="0" l="17266" r="0" t="16653"/>
          <a:stretch/>
        </p:blipFill>
        <p:spPr>
          <a:xfrm rot="10800000">
            <a:off x="4688049" y="2278552"/>
            <a:ext cx="4684549" cy="292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5"/>
          <p:cNvPicPr preferRelativeResize="0"/>
          <p:nvPr/>
        </p:nvPicPr>
        <p:blipFill rotWithShape="1">
          <a:blip r:embed="rId2">
            <a:alphaModFix amt="75000"/>
          </a:blip>
          <a:srcRect b="0" l="16618" r="0" t="14668"/>
          <a:stretch/>
        </p:blipFill>
        <p:spPr>
          <a:xfrm rot="4">
            <a:off x="-57150" y="-190497"/>
            <a:ext cx="4810127" cy="304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5"/>
          <p:cNvPicPr preferRelativeResize="0"/>
          <p:nvPr/>
        </p:nvPicPr>
        <p:blipFill rotWithShape="1">
          <a:blip r:embed="rId3">
            <a:alphaModFix/>
          </a:blip>
          <a:srcRect b="17754" l="0" r="0" t="1621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 txBox="1"/>
          <p:nvPr>
            <p:ph type="title"/>
          </p:nvPr>
        </p:nvSpPr>
        <p:spPr>
          <a:xfrm>
            <a:off x="720000" y="540000"/>
            <a:ext cx="7704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" type="subTitle"/>
          </p:nvPr>
        </p:nvSpPr>
        <p:spPr>
          <a:xfrm>
            <a:off x="1605775" y="3703499"/>
            <a:ext cx="2846700" cy="7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2" type="subTitle"/>
          </p:nvPr>
        </p:nvSpPr>
        <p:spPr>
          <a:xfrm>
            <a:off x="4688050" y="3703499"/>
            <a:ext cx="2846700" cy="7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3" type="subTitle"/>
          </p:nvPr>
        </p:nvSpPr>
        <p:spPr>
          <a:xfrm>
            <a:off x="1605779" y="3328943"/>
            <a:ext cx="28467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7" name="Google Shape;47;p5"/>
          <p:cNvSpPr txBox="1"/>
          <p:nvPr>
            <p:ph idx="4" type="subTitle"/>
          </p:nvPr>
        </p:nvSpPr>
        <p:spPr>
          <a:xfrm>
            <a:off x="4688055" y="3328943"/>
            <a:ext cx="28467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6"/>
          <p:cNvPicPr preferRelativeResize="0"/>
          <p:nvPr/>
        </p:nvPicPr>
        <p:blipFill rotWithShape="1">
          <a:blip r:embed="rId2">
            <a:alphaModFix/>
          </a:blip>
          <a:srcRect b="17754" l="0" r="0" t="1621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 txBox="1"/>
          <p:nvPr>
            <p:ph type="title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" name="Google Shape;54;p6"/>
          <p:cNvPicPr preferRelativeResize="0"/>
          <p:nvPr/>
        </p:nvPicPr>
        <p:blipFill rotWithShape="1">
          <a:blip r:embed="rId3">
            <a:alphaModFix amt="75000"/>
          </a:blip>
          <a:srcRect b="0" l="24087" r="0" t="19904"/>
          <a:stretch/>
        </p:blipFill>
        <p:spPr>
          <a:xfrm>
            <a:off x="-104775" y="-85500"/>
            <a:ext cx="3714749" cy="2426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6"/>
          <p:cNvPicPr preferRelativeResize="0"/>
          <p:nvPr/>
        </p:nvPicPr>
        <p:blipFill rotWithShape="1">
          <a:blip r:embed="rId3">
            <a:alphaModFix amt="75000"/>
          </a:blip>
          <a:srcRect b="0" l="22039" r="0" t="14089"/>
          <a:stretch/>
        </p:blipFill>
        <p:spPr>
          <a:xfrm rot="-10799995">
            <a:off x="5705475" y="2752926"/>
            <a:ext cx="3629025" cy="2476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"/>
          <p:cNvPicPr preferRelativeResize="0"/>
          <p:nvPr/>
        </p:nvPicPr>
        <p:blipFill rotWithShape="1">
          <a:blip r:embed="rId2">
            <a:alphaModFix/>
          </a:blip>
          <a:srcRect b="17754" l="0" r="0" t="1621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7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7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381506" y="887025"/>
            <a:ext cx="4038600" cy="95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" type="body"/>
          </p:nvPr>
        </p:nvSpPr>
        <p:spPr>
          <a:xfrm>
            <a:off x="4381500" y="1843575"/>
            <a:ext cx="4038600" cy="243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pic>
        <p:nvPicPr>
          <p:cNvPr id="63" name="Google Shape;63;p7"/>
          <p:cNvPicPr preferRelativeResize="0"/>
          <p:nvPr/>
        </p:nvPicPr>
        <p:blipFill rotWithShape="1">
          <a:blip r:embed="rId3">
            <a:alphaModFix amt="75000"/>
          </a:blip>
          <a:srcRect b="0" l="24156" r="0" t="16304"/>
          <a:stretch/>
        </p:blipFill>
        <p:spPr>
          <a:xfrm rot="5400000">
            <a:off x="5767588" y="527636"/>
            <a:ext cx="4294574" cy="2934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 rotWithShape="1">
          <a:blip r:embed="rId2">
            <a:alphaModFix/>
          </a:blip>
          <a:srcRect b="17754" l="0" r="0" t="1621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8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8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8"/>
          <p:cNvSpPr txBox="1"/>
          <p:nvPr>
            <p:ph type="title"/>
          </p:nvPr>
        </p:nvSpPr>
        <p:spPr>
          <a:xfrm>
            <a:off x="2005350" y="1506750"/>
            <a:ext cx="5133300" cy="213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pic>
        <p:nvPicPr>
          <p:cNvPr id="70" name="Google Shape;70;p8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5400000">
            <a:off x="4270575" y="37800"/>
            <a:ext cx="6816287" cy="4220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8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-5399997">
            <a:off x="-1890149" y="942974"/>
            <a:ext cx="6692275" cy="41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9"/>
          <p:cNvPicPr preferRelativeResize="0"/>
          <p:nvPr/>
        </p:nvPicPr>
        <p:blipFill rotWithShape="1">
          <a:blip r:embed="rId2">
            <a:alphaModFix/>
          </a:blip>
          <a:srcRect b="17754" l="0" r="0" t="1621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9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9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9"/>
          <p:cNvSpPr txBox="1"/>
          <p:nvPr>
            <p:ph type="title"/>
          </p:nvPr>
        </p:nvSpPr>
        <p:spPr>
          <a:xfrm>
            <a:off x="970400" y="1168075"/>
            <a:ext cx="3133800" cy="181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8" name="Google Shape;78;p9"/>
          <p:cNvSpPr txBox="1"/>
          <p:nvPr>
            <p:ph idx="1" type="subTitle"/>
          </p:nvPr>
        </p:nvSpPr>
        <p:spPr>
          <a:xfrm>
            <a:off x="970400" y="3167250"/>
            <a:ext cx="3133800" cy="8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9" name="Google Shape;79;p9"/>
          <p:cNvPicPr preferRelativeResize="0"/>
          <p:nvPr/>
        </p:nvPicPr>
        <p:blipFill rotWithShape="1">
          <a:blip r:embed="rId3">
            <a:alphaModFix amt="75000"/>
          </a:blip>
          <a:srcRect b="0" l="19107" r="0" t="4943"/>
          <a:stretch/>
        </p:blipFill>
        <p:spPr>
          <a:xfrm rot="-5400000">
            <a:off x="-727588" y="1263239"/>
            <a:ext cx="4580326" cy="333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0"/>
          <p:cNvPicPr preferRelativeResize="0"/>
          <p:nvPr/>
        </p:nvPicPr>
        <p:blipFill rotWithShape="1">
          <a:blip r:embed="rId2">
            <a:alphaModFix/>
          </a:blip>
          <a:srcRect b="17754" l="0" r="0" t="1621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0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0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0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0"/>
          <p:cNvSpPr txBox="1"/>
          <p:nvPr>
            <p:ph type="title"/>
          </p:nvPr>
        </p:nvSpPr>
        <p:spPr>
          <a:xfrm rot="300">
            <a:off x="720000" y="3295650"/>
            <a:ext cx="3433500" cy="1207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 rotWithShape="1">
          <a:blip r:embed="rId2">
            <a:alphaModFix/>
          </a:blip>
          <a:srcRect b="17754" l="0" r="0" t="1621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1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1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1"/>
          <p:cNvSpPr txBox="1"/>
          <p:nvPr>
            <p:ph hasCustomPrompt="1" type="title"/>
          </p:nvPr>
        </p:nvSpPr>
        <p:spPr>
          <a:xfrm rot="186">
            <a:off x="977225" y="1686338"/>
            <a:ext cx="5538000" cy="1234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1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11"/>
          <p:cNvSpPr txBox="1"/>
          <p:nvPr>
            <p:ph idx="1" type="subTitle"/>
          </p:nvPr>
        </p:nvSpPr>
        <p:spPr>
          <a:xfrm>
            <a:off x="977225" y="2821638"/>
            <a:ext cx="55380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93" name="Google Shape;93;p11"/>
          <p:cNvPicPr preferRelativeResize="0"/>
          <p:nvPr/>
        </p:nvPicPr>
        <p:blipFill rotWithShape="1">
          <a:blip r:embed="rId3">
            <a:alphaModFix amt="75000"/>
          </a:blip>
          <a:srcRect b="0" l="0" r="0" t="0"/>
          <a:stretch/>
        </p:blipFill>
        <p:spPr>
          <a:xfrm rot="6015032">
            <a:off x="3802652" y="445901"/>
            <a:ext cx="7113000" cy="440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1"/>
          <p:cNvPicPr preferRelativeResize="0"/>
          <p:nvPr/>
        </p:nvPicPr>
        <p:blipFill rotWithShape="1">
          <a:blip r:embed="rId3">
            <a:alphaModFix amt="75000"/>
          </a:blip>
          <a:srcRect b="0" l="-60" r="0" t="537"/>
          <a:stretch/>
        </p:blipFill>
        <p:spPr>
          <a:xfrm rot="-5399997">
            <a:off x="-1590800" y="1404054"/>
            <a:ext cx="5772273" cy="3552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3"/>
          <p:cNvPicPr preferRelativeResize="0"/>
          <p:nvPr/>
        </p:nvPicPr>
        <p:blipFill rotWithShape="1">
          <a:blip r:embed="rId2">
            <a:alphaModFix/>
          </a:blip>
          <a:srcRect b="17754" l="0" r="0" t="1621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3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3"/>
          <p:cNvSpPr txBox="1"/>
          <p:nvPr>
            <p:ph type="title"/>
          </p:nvPr>
        </p:nvSpPr>
        <p:spPr>
          <a:xfrm>
            <a:off x="713224" y="1835250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2" name="Google Shape;102;p13"/>
          <p:cNvSpPr txBox="1"/>
          <p:nvPr>
            <p:ph idx="1" type="subTitle"/>
          </p:nvPr>
        </p:nvSpPr>
        <p:spPr>
          <a:xfrm>
            <a:off x="713224" y="226937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3"/>
          <p:cNvSpPr txBox="1"/>
          <p:nvPr>
            <p:ph idx="2" type="title"/>
          </p:nvPr>
        </p:nvSpPr>
        <p:spPr>
          <a:xfrm>
            <a:off x="713224" y="3680488"/>
            <a:ext cx="2305500" cy="527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4" name="Google Shape;104;p13"/>
          <p:cNvSpPr txBox="1"/>
          <p:nvPr>
            <p:ph idx="3" type="subTitle"/>
          </p:nvPr>
        </p:nvSpPr>
        <p:spPr>
          <a:xfrm>
            <a:off x="713224" y="4114613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3"/>
          <p:cNvSpPr txBox="1"/>
          <p:nvPr>
            <p:ph idx="4" type="title"/>
          </p:nvPr>
        </p:nvSpPr>
        <p:spPr>
          <a:xfrm>
            <a:off x="3419251" y="3680488"/>
            <a:ext cx="2305500" cy="527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6" name="Google Shape;106;p13"/>
          <p:cNvSpPr txBox="1"/>
          <p:nvPr>
            <p:ph idx="5" type="subTitle"/>
          </p:nvPr>
        </p:nvSpPr>
        <p:spPr>
          <a:xfrm>
            <a:off x="3419251" y="4114613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idx="6" type="title"/>
          </p:nvPr>
        </p:nvSpPr>
        <p:spPr>
          <a:xfrm>
            <a:off x="3419251" y="1835250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8" name="Google Shape;108;p13"/>
          <p:cNvSpPr txBox="1"/>
          <p:nvPr>
            <p:ph idx="7" type="subTitle"/>
          </p:nvPr>
        </p:nvSpPr>
        <p:spPr>
          <a:xfrm>
            <a:off x="3419251" y="226937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hasCustomPrompt="1" idx="8" type="title"/>
          </p:nvPr>
        </p:nvSpPr>
        <p:spPr>
          <a:xfrm>
            <a:off x="1415374" y="1344775"/>
            <a:ext cx="901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/>
          <p:nvPr>
            <p:ph hasCustomPrompt="1" idx="9" type="title"/>
          </p:nvPr>
        </p:nvSpPr>
        <p:spPr>
          <a:xfrm>
            <a:off x="4121401" y="3190025"/>
            <a:ext cx="901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/>
          <p:nvPr>
            <p:ph hasCustomPrompt="1" idx="13" type="title"/>
          </p:nvPr>
        </p:nvSpPr>
        <p:spPr>
          <a:xfrm>
            <a:off x="1415374" y="3190025"/>
            <a:ext cx="901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/>
          <p:nvPr>
            <p:ph hasCustomPrompt="1" idx="14" type="title"/>
          </p:nvPr>
        </p:nvSpPr>
        <p:spPr>
          <a:xfrm>
            <a:off x="4121401" y="1344775"/>
            <a:ext cx="901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/>
          <p:nvPr>
            <p:ph idx="15" type="title"/>
          </p:nvPr>
        </p:nvSpPr>
        <p:spPr>
          <a:xfrm>
            <a:off x="6125276" y="3680488"/>
            <a:ext cx="2305500" cy="527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4" name="Google Shape;114;p13"/>
          <p:cNvSpPr txBox="1"/>
          <p:nvPr>
            <p:ph idx="16" type="subTitle"/>
          </p:nvPr>
        </p:nvSpPr>
        <p:spPr>
          <a:xfrm>
            <a:off x="6125276" y="4114613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3"/>
          <p:cNvSpPr txBox="1"/>
          <p:nvPr>
            <p:ph idx="17" type="title"/>
          </p:nvPr>
        </p:nvSpPr>
        <p:spPr>
          <a:xfrm>
            <a:off x="6125276" y="1835250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6" name="Google Shape;116;p13"/>
          <p:cNvSpPr txBox="1"/>
          <p:nvPr>
            <p:ph idx="18" type="subTitle"/>
          </p:nvPr>
        </p:nvSpPr>
        <p:spPr>
          <a:xfrm>
            <a:off x="6125276" y="2269375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3"/>
          <p:cNvSpPr txBox="1"/>
          <p:nvPr>
            <p:ph hasCustomPrompt="1" idx="19" type="title"/>
          </p:nvPr>
        </p:nvSpPr>
        <p:spPr>
          <a:xfrm>
            <a:off x="6827426" y="3190025"/>
            <a:ext cx="901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/>
          <p:nvPr>
            <p:ph hasCustomPrompt="1" idx="20" type="title"/>
          </p:nvPr>
        </p:nvSpPr>
        <p:spPr>
          <a:xfrm>
            <a:off x="6827426" y="1344775"/>
            <a:ext cx="9012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pic>
        <p:nvPicPr>
          <p:cNvPr id="119" name="Google Shape;119;p13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-5400000">
            <a:off x="-1377750" y="2269750"/>
            <a:ext cx="4857272" cy="300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3"/>
          <p:cNvPicPr preferRelativeResize="0"/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 rot="5400000">
            <a:off x="5366340" y="82974"/>
            <a:ext cx="5095572" cy="315487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3"/>
          <p:cNvSpPr txBox="1"/>
          <p:nvPr>
            <p:ph idx="21" type="title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4"/>
          <p:cNvPicPr preferRelativeResize="0"/>
          <p:nvPr/>
        </p:nvPicPr>
        <p:blipFill rotWithShape="1">
          <a:blip r:embed="rId2">
            <a:alphaModFix/>
          </a:blip>
          <a:srcRect b="17754" l="0" r="0" t="1621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4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4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4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4"/>
          <p:cNvSpPr txBox="1"/>
          <p:nvPr>
            <p:ph type="title"/>
          </p:nvPr>
        </p:nvSpPr>
        <p:spPr>
          <a:xfrm>
            <a:off x="1486024" y="3068248"/>
            <a:ext cx="6172200" cy="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2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1" type="subTitle"/>
          </p:nvPr>
        </p:nvSpPr>
        <p:spPr>
          <a:xfrm>
            <a:off x="1485800" y="1628863"/>
            <a:ext cx="6172200" cy="1498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29" name="Google Shape;129;p14"/>
          <p:cNvPicPr preferRelativeResize="0"/>
          <p:nvPr/>
        </p:nvPicPr>
        <p:blipFill rotWithShape="1">
          <a:blip r:embed="rId3">
            <a:alphaModFix amt="75000"/>
          </a:blip>
          <a:srcRect b="0" l="0" r="0" t="0"/>
          <a:stretch/>
        </p:blipFill>
        <p:spPr>
          <a:xfrm>
            <a:off x="-1436100" y="-758750"/>
            <a:ext cx="6816174" cy="4220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4"/>
          <p:cNvPicPr preferRelativeResize="0"/>
          <p:nvPr/>
        </p:nvPicPr>
        <p:blipFill rotWithShape="1">
          <a:blip r:embed="rId3">
            <a:alphaModFix amt="75000"/>
          </a:blip>
          <a:srcRect b="0" l="-60" r="0" t="537"/>
          <a:stretch/>
        </p:blipFill>
        <p:spPr>
          <a:xfrm rot="-10799997">
            <a:off x="4648077" y="1876429"/>
            <a:ext cx="5772273" cy="3552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_1_2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754" l="0" r="0" t="1621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5"/>
          <p:cNvSpPr txBox="1"/>
          <p:nvPr>
            <p:ph type="title"/>
          </p:nvPr>
        </p:nvSpPr>
        <p:spPr>
          <a:xfrm>
            <a:off x="964750" y="1536350"/>
            <a:ext cx="2947500" cy="55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" name="Google Shape;137;p15"/>
          <p:cNvSpPr txBox="1"/>
          <p:nvPr>
            <p:ph idx="1" type="subTitle"/>
          </p:nvPr>
        </p:nvSpPr>
        <p:spPr>
          <a:xfrm rot="350">
            <a:off x="964550" y="2381675"/>
            <a:ext cx="2947500" cy="1404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8" name="Google Shape;138;p15"/>
          <p:cNvPicPr preferRelativeResize="0"/>
          <p:nvPr/>
        </p:nvPicPr>
        <p:blipFill rotWithShape="1">
          <a:blip r:embed="rId3">
            <a:alphaModFix amt="75000"/>
          </a:blip>
          <a:srcRect b="0" l="20572" r="0" t="8876"/>
          <a:stretch/>
        </p:blipFill>
        <p:spPr>
          <a:xfrm rot="10800000">
            <a:off x="4713096" y="1967777"/>
            <a:ext cx="4497577" cy="319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/>
          <p:cNvPicPr preferRelativeResize="0"/>
          <p:nvPr/>
        </p:nvPicPr>
        <p:blipFill rotWithShape="1">
          <a:blip r:embed="rId3">
            <a:alphaModFix amt="75000"/>
          </a:blip>
          <a:srcRect b="0" l="20886" r="0" t="8232"/>
          <a:stretch/>
        </p:blipFill>
        <p:spPr>
          <a:xfrm rot="4">
            <a:off x="-66675" y="-190497"/>
            <a:ext cx="4563850" cy="3277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_1_1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6"/>
          <p:cNvPicPr preferRelativeResize="0"/>
          <p:nvPr/>
        </p:nvPicPr>
        <p:blipFill rotWithShape="1">
          <a:blip r:embed="rId2">
            <a:alphaModFix/>
          </a:blip>
          <a:srcRect b="17754" l="0" r="0" t="1621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6"/>
          <p:cNvSpPr txBox="1"/>
          <p:nvPr>
            <p:ph idx="1" type="body"/>
          </p:nvPr>
        </p:nvSpPr>
        <p:spPr>
          <a:xfrm>
            <a:off x="720000" y="1456400"/>
            <a:ext cx="7704000" cy="25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 b="1" sz="12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6" name="Google Shape;146;p16"/>
          <p:cNvSpPr txBox="1"/>
          <p:nvPr>
            <p:ph type="title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47" name="Google Shape;147;p16"/>
          <p:cNvPicPr preferRelativeResize="0"/>
          <p:nvPr/>
        </p:nvPicPr>
        <p:blipFill rotWithShape="1">
          <a:blip r:embed="rId3">
            <a:alphaModFix amt="75000"/>
          </a:blip>
          <a:srcRect b="0" l="0" r="0" t="0"/>
          <a:stretch/>
        </p:blipFill>
        <p:spPr>
          <a:xfrm rot="5400000">
            <a:off x="5369415" y="-442041"/>
            <a:ext cx="5662423" cy="3506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/>
          <p:cNvPicPr preferRelativeResize="0"/>
          <p:nvPr/>
        </p:nvPicPr>
        <p:blipFill rotWithShape="1">
          <a:blip r:embed="rId3">
            <a:alphaModFix amt="75000"/>
          </a:blip>
          <a:srcRect b="0" l="-60" r="0" t="537"/>
          <a:stretch/>
        </p:blipFill>
        <p:spPr>
          <a:xfrm rot="-5399997">
            <a:off x="-1828923" y="1781179"/>
            <a:ext cx="5772273" cy="3552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2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7"/>
          <p:cNvPicPr preferRelativeResize="0"/>
          <p:nvPr/>
        </p:nvPicPr>
        <p:blipFill rotWithShape="1">
          <a:blip r:embed="rId2">
            <a:alphaModFix/>
          </a:blip>
          <a:srcRect b="17754" l="0" r="0" t="1621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"/>
          <p:cNvSpPr txBox="1"/>
          <p:nvPr>
            <p:ph idx="1" type="body"/>
          </p:nvPr>
        </p:nvSpPr>
        <p:spPr>
          <a:xfrm>
            <a:off x="713225" y="1475125"/>
            <a:ext cx="77175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5" name="Google Shape;155;p17"/>
          <p:cNvSpPr txBox="1"/>
          <p:nvPr>
            <p:ph type="title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6" name="Google Shape;156;p17"/>
          <p:cNvPicPr preferRelativeResize="0"/>
          <p:nvPr/>
        </p:nvPicPr>
        <p:blipFill rotWithShape="1">
          <a:blip r:embed="rId3">
            <a:alphaModFix amt="75000"/>
          </a:blip>
          <a:srcRect b="73706" l="-60" r="0" t="536"/>
          <a:stretch/>
        </p:blipFill>
        <p:spPr>
          <a:xfrm rot="5400003">
            <a:off x="-2495438" y="2110890"/>
            <a:ext cx="5461376" cy="870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/>
          <p:cNvPicPr preferRelativeResize="0"/>
          <p:nvPr/>
        </p:nvPicPr>
        <p:blipFill rotWithShape="1">
          <a:blip r:embed="rId3">
            <a:alphaModFix amt="75000"/>
          </a:blip>
          <a:srcRect b="73706" l="-60" r="0" t="536"/>
          <a:stretch/>
        </p:blipFill>
        <p:spPr>
          <a:xfrm rot="-5399997">
            <a:off x="6178013" y="2110891"/>
            <a:ext cx="5461376" cy="870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3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/>
          <p:cNvPicPr preferRelativeResize="0"/>
          <p:nvPr/>
        </p:nvPicPr>
        <p:blipFill rotWithShape="1">
          <a:blip r:embed="rId2">
            <a:alphaModFix/>
          </a:blip>
          <a:srcRect b="17754" l="0" r="0" t="1621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8"/>
          <p:cNvSpPr txBox="1"/>
          <p:nvPr>
            <p:ph type="title"/>
          </p:nvPr>
        </p:nvSpPr>
        <p:spPr>
          <a:xfrm rot="-1114">
            <a:off x="726775" y="2183450"/>
            <a:ext cx="2778300" cy="82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2" name="Google Shape;162;p18"/>
          <p:cNvSpPr txBox="1"/>
          <p:nvPr>
            <p:ph idx="1" type="subTitle"/>
          </p:nvPr>
        </p:nvSpPr>
        <p:spPr>
          <a:xfrm rot="371">
            <a:off x="726775" y="2991552"/>
            <a:ext cx="2778300" cy="48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8"/>
          <p:cNvSpPr txBox="1"/>
          <p:nvPr>
            <p:ph idx="2" type="title"/>
          </p:nvPr>
        </p:nvSpPr>
        <p:spPr>
          <a:xfrm>
            <a:off x="3189587" y="3304275"/>
            <a:ext cx="27783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4" name="Google Shape;164;p18"/>
          <p:cNvSpPr txBox="1"/>
          <p:nvPr>
            <p:ph idx="3" type="subTitle"/>
          </p:nvPr>
        </p:nvSpPr>
        <p:spPr>
          <a:xfrm>
            <a:off x="3189587" y="4114925"/>
            <a:ext cx="27783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8"/>
          <p:cNvSpPr txBox="1"/>
          <p:nvPr>
            <p:ph idx="4" type="title"/>
          </p:nvPr>
        </p:nvSpPr>
        <p:spPr>
          <a:xfrm>
            <a:off x="5652399" y="2182150"/>
            <a:ext cx="27783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6" name="Google Shape;166;p18"/>
          <p:cNvSpPr txBox="1"/>
          <p:nvPr>
            <p:ph idx="5" type="subTitle"/>
          </p:nvPr>
        </p:nvSpPr>
        <p:spPr>
          <a:xfrm>
            <a:off x="5652399" y="2991875"/>
            <a:ext cx="2778300" cy="48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8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 amt="75000"/>
          </a:blip>
          <a:srcRect b="0" l="16597" r="0" t="23395"/>
          <a:stretch/>
        </p:blipFill>
        <p:spPr>
          <a:xfrm rot="-5400000">
            <a:off x="-1349762" y="941737"/>
            <a:ext cx="5684874" cy="3233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 amt="75000"/>
          </a:blip>
          <a:srcRect b="0" l="23059" r="0" t="16269"/>
          <a:stretch/>
        </p:blipFill>
        <p:spPr>
          <a:xfrm rot="5400004">
            <a:off x="5600637" y="400113"/>
            <a:ext cx="4438774" cy="299084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>
            <p:ph idx="6" type="title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3_1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9"/>
          <p:cNvPicPr preferRelativeResize="0"/>
          <p:nvPr/>
        </p:nvPicPr>
        <p:blipFill rotWithShape="1">
          <a:blip r:embed="rId2">
            <a:alphaModFix/>
          </a:blip>
          <a:srcRect b="17754" l="0" r="0" t="1621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9"/>
          <p:cNvSpPr txBox="1"/>
          <p:nvPr>
            <p:ph type="title"/>
          </p:nvPr>
        </p:nvSpPr>
        <p:spPr>
          <a:xfrm>
            <a:off x="1600200" y="1345325"/>
            <a:ext cx="5943600" cy="38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" name="Google Shape;178;p19"/>
          <p:cNvSpPr txBox="1"/>
          <p:nvPr>
            <p:ph idx="1" type="subTitle"/>
          </p:nvPr>
        </p:nvSpPr>
        <p:spPr>
          <a:xfrm>
            <a:off x="1600200" y="1576824"/>
            <a:ext cx="5943600" cy="7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19"/>
          <p:cNvSpPr txBox="1"/>
          <p:nvPr>
            <p:ph idx="2" type="title"/>
          </p:nvPr>
        </p:nvSpPr>
        <p:spPr>
          <a:xfrm>
            <a:off x="1600200" y="2491787"/>
            <a:ext cx="5943600" cy="38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0" name="Google Shape;180;p19"/>
          <p:cNvSpPr txBox="1"/>
          <p:nvPr>
            <p:ph idx="3" type="subTitle"/>
          </p:nvPr>
        </p:nvSpPr>
        <p:spPr>
          <a:xfrm>
            <a:off x="1600200" y="2721226"/>
            <a:ext cx="5943600" cy="7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19"/>
          <p:cNvSpPr txBox="1"/>
          <p:nvPr>
            <p:ph idx="4" type="title"/>
          </p:nvPr>
        </p:nvSpPr>
        <p:spPr>
          <a:xfrm>
            <a:off x="1593425" y="3636142"/>
            <a:ext cx="5943600" cy="38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2" name="Google Shape;182;p19"/>
          <p:cNvSpPr txBox="1"/>
          <p:nvPr>
            <p:ph idx="5" type="subTitle"/>
          </p:nvPr>
        </p:nvSpPr>
        <p:spPr>
          <a:xfrm>
            <a:off x="1593425" y="3867801"/>
            <a:ext cx="5943600" cy="7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3" name="Google Shape;183;p19"/>
          <p:cNvPicPr preferRelativeResize="0"/>
          <p:nvPr/>
        </p:nvPicPr>
        <p:blipFill rotWithShape="1">
          <a:blip r:embed="rId3">
            <a:alphaModFix amt="75000"/>
          </a:blip>
          <a:srcRect b="66797" l="-60" r="0" t="536"/>
          <a:stretch/>
        </p:blipFill>
        <p:spPr>
          <a:xfrm rot="-5399997">
            <a:off x="5922077" y="1921653"/>
            <a:ext cx="5772273" cy="1166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 amt="75000"/>
          </a:blip>
          <a:srcRect b="66797" l="-60" r="0" t="536"/>
          <a:stretch/>
        </p:blipFill>
        <p:spPr>
          <a:xfrm rot="5400003">
            <a:off x="-2553948" y="1988316"/>
            <a:ext cx="5772273" cy="116687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>
            <p:ph idx="6" type="title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4_2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0"/>
          <p:cNvPicPr preferRelativeResize="0"/>
          <p:nvPr/>
        </p:nvPicPr>
        <p:blipFill rotWithShape="1">
          <a:blip r:embed="rId2">
            <a:alphaModFix/>
          </a:blip>
          <a:srcRect b="17754" l="0" r="0" t="1621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0"/>
          <p:cNvSpPr txBox="1"/>
          <p:nvPr>
            <p:ph idx="1" type="subTitle"/>
          </p:nvPr>
        </p:nvSpPr>
        <p:spPr>
          <a:xfrm>
            <a:off x="2109048" y="1553404"/>
            <a:ext cx="23154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9pPr>
          </a:lstStyle>
          <a:p/>
        </p:txBody>
      </p:sp>
      <p:sp>
        <p:nvSpPr>
          <p:cNvPr id="192" name="Google Shape;192;p20"/>
          <p:cNvSpPr txBox="1"/>
          <p:nvPr>
            <p:ph idx="2" type="subTitle"/>
          </p:nvPr>
        </p:nvSpPr>
        <p:spPr>
          <a:xfrm>
            <a:off x="2109047" y="1915655"/>
            <a:ext cx="23154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3" name="Google Shape;193;p20"/>
          <p:cNvSpPr txBox="1"/>
          <p:nvPr>
            <p:ph idx="3" type="subTitle"/>
          </p:nvPr>
        </p:nvSpPr>
        <p:spPr>
          <a:xfrm>
            <a:off x="4708749" y="1553404"/>
            <a:ext cx="2326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9pPr>
          </a:lstStyle>
          <a:p/>
        </p:txBody>
      </p:sp>
      <p:sp>
        <p:nvSpPr>
          <p:cNvPr id="194" name="Google Shape;194;p20"/>
          <p:cNvSpPr txBox="1"/>
          <p:nvPr>
            <p:ph idx="4" type="subTitle"/>
          </p:nvPr>
        </p:nvSpPr>
        <p:spPr>
          <a:xfrm>
            <a:off x="4708753" y="1915655"/>
            <a:ext cx="23262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5" name="Google Shape;195;p20"/>
          <p:cNvSpPr txBox="1"/>
          <p:nvPr>
            <p:ph idx="5" type="subTitle"/>
          </p:nvPr>
        </p:nvSpPr>
        <p:spPr>
          <a:xfrm>
            <a:off x="2109048" y="3102807"/>
            <a:ext cx="23133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9pPr>
          </a:lstStyle>
          <a:p/>
        </p:txBody>
      </p:sp>
      <p:sp>
        <p:nvSpPr>
          <p:cNvPr id="196" name="Google Shape;196;p20"/>
          <p:cNvSpPr txBox="1"/>
          <p:nvPr>
            <p:ph idx="6" type="subTitle"/>
          </p:nvPr>
        </p:nvSpPr>
        <p:spPr>
          <a:xfrm>
            <a:off x="2109047" y="3462836"/>
            <a:ext cx="23133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7" name="Google Shape;197;p20"/>
          <p:cNvSpPr txBox="1"/>
          <p:nvPr>
            <p:ph idx="7" type="subTitle"/>
          </p:nvPr>
        </p:nvSpPr>
        <p:spPr>
          <a:xfrm>
            <a:off x="4708750" y="3102806"/>
            <a:ext cx="2326200" cy="45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Audiowide"/>
                <a:ea typeface="Audiowide"/>
                <a:cs typeface="Audiowide"/>
                <a:sym typeface="Audiowide"/>
              </a:defRPr>
            </a:lvl9pPr>
          </a:lstStyle>
          <a:p/>
        </p:txBody>
      </p:sp>
      <p:sp>
        <p:nvSpPr>
          <p:cNvPr id="198" name="Google Shape;198;p20"/>
          <p:cNvSpPr txBox="1"/>
          <p:nvPr>
            <p:ph idx="8" type="subTitle"/>
          </p:nvPr>
        </p:nvSpPr>
        <p:spPr>
          <a:xfrm>
            <a:off x="4708753" y="3462836"/>
            <a:ext cx="2326200" cy="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9" name="Google Shape;199;p20"/>
          <p:cNvSpPr txBox="1"/>
          <p:nvPr>
            <p:ph type="title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0" name="Google Shape;200;p20"/>
          <p:cNvPicPr preferRelativeResize="0"/>
          <p:nvPr/>
        </p:nvPicPr>
        <p:blipFill rotWithShape="1">
          <a:blip r:embed="rId3">
            <a:alphaModFix amt="75000"/>
          </a:blip>
          <a:srcRect b="0" l="23664" r="0" t="13300"/>
          <a:stretch/>
        </p:blipFill>
        <p:spPr>
          <a:xfrm>
            <a:off x="-142875" y="-308600"/>
            <a:ext cx="4171950" cy="2933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/>
          <p:cNvPicPr preferRelativeResize="0"/>
          <p:nvPr/>
        </p:nvPicPr>
        <p:blipFill rotWithShape="1">
          <a:blip r:embed="rId3">
            <a:alphaModFix amt="75000"/>
          </a:blip>
          <a:srcRect b="0" l="21334" r="0" t="3883"/>
          <a:stretch/>
        </p:blipFill>
        <p:spPr>
          <a:xfrm rot="-10799995">
            <a:off x="5587300" y="2451302"/>
            <a:ext cx="3747200" cy="2835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5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1"/>
          <p:cNvPicPr preferRelativeResize="0"/>
          <p:nvPr/>
        </p:nvPicPr>
        <p:blipFill rotWithShape="1">
          <a:blip r:embed="rId2">
            <a:alphaModFix/>
          </a:blip>
          <a:srcRect b="17754" l="0" r="0" t="1621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1"/>
          <p:cNvSpPr txBox="1"/>
          <p:nvPr>
            <p:ph type="title"/>
          </p:nvPr>
        </p:nvSpPr>
        <p:spPr>
          <a:xfrm>
            <a:off x="720000" y="1748246"/>
            <a:ext cx="2423100" cy="42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2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08" name="Google Shape;208;p21"/>
          <p:cNvSpPr txBox="1"/>
          <p:nvPr>
            <p:ph idx="1" type="subTitle"/>
          </p:nvPr>
        </p:nvSpPr>
        <p:spPr>
          <a:xfrm>
            <a:off x="720204" y="2019748"/>
            <a:ext cx="2423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1"/>
          <p:cNvSpPr txBox="1"/>
          <p:nvPr>
            <p:ph idx="2" type="title"/>
          </p:nvPr>
        </p:nvSpPr>
        <p:spPr>
          <a:xfrm>
            <a:off x="3368276" y="1748246"/>
            <a:ext cx="2423100" cy="42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2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0" name="Google Shape;210;p21"/>
          <p:cNvSpPr txBox="1"/>
          <p:nvPr>
            <p:ph idx="3" type="subTitle"/>
          </p:nvPr>
        </p:nvSpPr>
        <p:spPr>
          <a:xfrm>
            <a:off x="3368275" y="2019748"/>
            <a:ext cx="2423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21"/>
          <p:cNvSpPr txBox="1"/>
          <p:nvPr>
            <p:ph idx="4" type="title"/>
          </p:nvPr>
        </p:nvSpPr>
        <p:spPr>
          <a:xfrm>
            <a:off x="720204" y="3237376"/>
            <a:ext cx="2423100" cy="42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2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2" name="Google Shape;212;p21"/>
          <p:cNvSpPr txBox="1"/>
          <p:nvPr>
            <p:ph idx="5" type="subTitle"/>
          </p:nvPr>
        </p:nvSpPr>
        <p:spPr>
          <a:xfrm>
            <a:off x="720204" y="3509446"/>
            <a:ext cx="2423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1"/>
          <p:cNvSpPr txBox="1"/>
          <p:nvPr>
            <p:ph idx="6" type="title"/>
          </p:nvPr>
        </p:nvSpPr>
        <p:spPr>
          <a:xfrm>
            <a:off x="3368276" y="3237376"/>
            <a:ext cx="2423100" cy="42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2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4" name="Google Shape;214;p21"/>
          <p:cNvSpPr txBox="1"/>
          <p:nvPr>
            <p:ph idx="7" type="subTitle"/>
          </p:nvPr>
        </p:nvSpPr>
        <p:spPr>
          <a:xfrm>
            <a:off x="3368275" y="3509446"/>
            <a:ext cx="2423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21"/>
          <p:cNvSpPr txBox="1"/>
          <p:nvPr>
            <p:ph idx="8" type="title"/>
          </p:nvPr>
        </p:nvSpPr>
        <p:spPr>
          <a:xfrm>
            <a:off x="6000876" y="1748246"/>
            <a:ext cx="2423100" cy="42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2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6" name="Google Shape;216;p21"/>
          <p:cNvSpPr txBox="1"/>
          <p:nvPr>
            <p:ph idx="9" type="subTitle"/>
          </p:nvPr>
        </p:nvSpPr>
        <p:spPr>
          <a:xfrm>
            <a:off x="6000875" y="2019748"/>
            <a:ext cx="2423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1"/>
          <p:cNvSpPr txBox="1"/>
          <p:nvPr>
            <p:ph idx="13" type="title"/>
          </p:nvPr>
        </p:nvSpPr>
        <p:spPr>
          <a:xfrm>
            <a:off x="6000876" y="3237376"/>
            <a:ext cx="2423100" cy="42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32352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2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8" name="Google Shape;218;p21"/>
          <p:cNvSpPr txBox="1"/>
          <p:nvPr>
            <p:ph idx="14" type="subTitle"/>
          </p:nvPr>
        </p:nvSpPr>
        <p:spPr>
          <a:xfrm>
            <a:off x="6000875" y="3509446"/>
            <a:ext cx="24231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1"/>
          <p:cNvSpPr txBox="1"/>
          <p:nvPr>
            <p:ph idx="15" type="title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0" name="Google Shape;220;p21"/>
          <p:cNvPicPr preferRelativeResize="0"/>
          <p:nvPr/>
        </p:nvPicPr>
        <p:blipFill rotWithShape="1">
          <a:blip r:embed="rId3">
            <a:alphaModFix amt="75000"/>
          </a:blip>
          <a:srcRect b="0" l="23148" r="0" t="15754"/>
          <a:stretch/>
        </p:blipFill>
        <p:spPr>
          <a:xfrm rot="5400000">
            <a:off x="5748539" y="489536"/>
            <a:ext cx="4351724" cy="295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/>
          <p:cNvPicPr preferRelativeResize="0"/>
          <p:nvPr/>
        </p:nvPicPr>
        <p:blipFill rotWithShape="1">
          <a:blip r:embed="rId3">
            <a:alphaModFix amt="75000"/>
          </a:blip>
          <a:srcRect b="0" l="19672" r="0" t="17471"/>
          <a:stretch/>
        </p:blipFill>
        <p:spPr>
          <a:xfrm rot="-5399996">
            <a:off x="-957325" y="1514479"/>
            <a:ext cx="4633974" cy="2947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9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2"/>
          <p:cNvPicPr preferRelativeResize="0"/>
          <p:nvPr/>
        </p:nvPicPr>
        <p:blipFill rotWithShape="1">
          <a:blip r:embed="rId2">
            <a:alphaModFix/>
          </a:blip>
          <a:srcRect b="17754" l="0" r="0" t="1621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2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2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2"/>
          <p:cNvSpPr txBox="1"/>
          <p:nvPr>
            <p:ph type="title"/>
          </p:nvPr>
        </p:nvSpPr>
        <p:spPr>
          <a:xfrm>
            <a:off x="867750" y="3269200"/>
            <a:ext cx="1841400" cy="36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8" name="Google Shape;228;p22"/>
          <p:cNvSpPr txBox="1"/>
          <p:nvPr>
            <p:ph idx="1" type="subTitle"/>
          </p:nvPr>
        </p:nvSpPr>
        <p:spPr>
          <a:xfrm>
            <a:off x="867750" y="3500976"/>
            <a:ext cx="1841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2"/>
          <p:cNvSpPr txBox="1"/>
          <p:nvPr>
            <p:ph idx="2" type="title"/>
          </p:nvPr>
        </p:nvSpPr>
        <p:spPr>
          <a:xfrm>
            <a:off x="3651596" y="3269200"/>
            <a:ext cx="1841400" cy="36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0" name="Google Shape;230;p22"/>
          <p:cNvSpPr txBox="1"/>
          <p:nvPr>
            <p:ph idx="3" type="subTitle"/>
          </p:nvPr>
        </p:nvSpPr>
        <p:spPr>
          <a:xfrm>
            <a:off x="3651596" y="3500976"/>
            <a:ext cx="1841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22"/>
          <p:cNvSpPr txBox="1"/>
          <p:nvPr>
            <p:ph idx="4" type="title"/>
          </p:nvPr>
        </p:nvSpPr>
        <p:spPr>
          <a:xfrm>
            <a:off x="6434843" y="3269200"/>
            <a:ext cx="1841400" cy="36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2" name="Google Shape;232;p22"/>
          <p:cNvSpPr txBox="1"/>
          <p:nvPr>
            <p:ph idx="5" type="subTitle"/>
          </p:nvPr>
        </p:nvSpPr>
        <p:spPr>
          <a:xfrm>
            <a:off x="6434843" y="3500976"/>
            <a:ext cx="18414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22"/>
          <p:cNvSpPr txBox="1"/>
          <p:nvPr>
            <p:ph hasCustomPrompt="1" idx="6" type="title"/>
          </p:nvPr>
        </p:nvSpPr>
        <p:spPr>
          <a:xfrm>
            <a:off x="1316850" y="1989375"/>
            <a:ext cx="943200" cy="514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34" name="Google Shape;234;p22"/>
          <p:cNvSpPr txBox="1"/>
          <p:nvPr>
            <p:ph hasCustomPrompt="1" idx="7" type="title"/>
          </p:nvPr>
        </p:nvSpPr>
        <p:spPr>
          <a:xfrm>
            <a:off x="4100400" y="1989375"/>
            <a:ext cx="943200" cy="514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5" name="Google Shape;235;p22"/>
          <p:cNvSpPr txBox="1"/>
          <p:nvPr>
            <p:ph hasCustomPrompt="1" idx="8" type="title"/>
          </p:nvPr>
        </p:nvSpPr>
        <p:spPr>
          <a:xfrm>
            <a:off x="6883943" y="1989375"/>
            <a:ext cx="943200" cy="514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6" name="Google Shape;236;p22"/>
          <p:cNvSpPr txBox="1"/>
          <p:nvPr>
            <p:ph idx="9" type="title"/>
          </p:nvPr>
        </p:nvSpPr>
        <p:spPr>
          <a:xfrm>
            <a:off x="718150" y="540000"/>
            <a:ext cx="7705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7" name="Google Shape;237;p22"/>
          <p:cNvPicPr preferRelativeResize="0"/>
          <p:nvPr/>
        </p:nvPicPr>
        <p:blipFill rotWithShape="1">
          <a:blip r:embed="rId3">
            <a:alphaModFix amt="75000"/>
          </a:blip>
          <a:srcRect b="0" l="23313" r="0" t="17390"/>
          <a:stretch/>
        </p:blipFill>
        <p:spPr>
          <a:xfrm rot="5400000">
            <a:off x="5724725" y="522874"/>
            <a:ext cx="4342200" cy="289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/>
          <p:cNvPicPr preferRelativeResize="0"/>
          <p:nvPr/>
        </p:nvPicPr>
        <p:blipFill rotWithShape="1">
          <a:blip r:embed="rId3">
            <a:alphaModFix amt="75000"/>
          </a:blip>
          <a:srcRect b="0" l="21489" r="0" t="20408"/>
          <a:stretch/>
        </p:blipFill>
        <p:spPr>
          <a:xfrm rot="-5399996">
            <a:off x="-852549" y="1514479"/>
            <a:ext cx="4529198" cy="284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7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3"/>
          <p:cNvPicPr preferRelativeResize="0"/>
          <p:nvPr/>
        </p:nvPicPr>
        <p:blipFill rotWithShape="1">
          <a:blip r:embed="rId2">
            <a:alphaModFix/>
          </a:blip>
          <a:srcRect b="17754" l="0" r="0" t="1621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3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3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3"/>
          <p:cNvSpPr txBox="1"/>
          <p:nvPr>
            <p:ph type="title"/>
          </p:nvPr>
        </p:nvSpPr>
        <p:spPr>
          <a:xfrm>
            <a:off x="721575" y="540775"/>
            <a:ext cx="7704000" cy="572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45" name="Google Shape;245;p23"/>
          <p:cNvPicPr preferRelativeResize="0"/>
          <p:nvPr/>
        </p:nvPicPr>
        <p:blipFill rotWithShape="1">
          <a:blip r:embed="rId3">
            <a:alphaModFix amt="75000"/>
          </a:blip>
          <a:srcRect b="0" l="26205" r="0" t="0"/>
          <a:stretch/>
        </p:blipFill>
        <p:spPr>
          <a:xfrm rot="-5400000">
            <a:off x="-785911" y="1937192"/>
            <a:ext cx="3611223" cy="303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/>
          <p:cNvPicPr preferRelativeResize="0"/>
          <p:nvPr/>
        </p:nvPicPr>
        <p:blipFill rotWithShape="1">
          <a:blip r:embed="rId3">
            <a:alphaModFix amt="75000"/>
          </a:blip>
          <a:srcRect b="0" l="26335" r="0" t="537"/>
          <a:stretch/>
        </p:blipFill>
        <p:spPr>
          <a:xfrm rot="5400005">
            <a:off x="6372987" y="109689"/>
            <a:ext cx="3429100" cy="2866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8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4"/>
          <p:cNvPicPr preferRelativeResize="0"/>
          <p:nvPr/>
        </p:nvPicPr>
        <p:blipFill rotWithShape="1">
          <a:blip r:embed="rId2">
            <a:alphaModFix/>
          </a:blip>
          <a:srcRect b="17754" l="0" r="0" t="1621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4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4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4"/>
          <p:cNvSpPr txBox="1"/>
          <p:nvPr>
            <p:ph type="ctrTitle"/>
          </p:nvPr>
        </p:nvSpPr>
        <p:spPr>
          <a:xfrm>
            <a:off x="2243613" y="573100"/>
            <a:ext cx="4661700" cy="115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3" name="Google Shape;253;p24"/>
          <p:cNvSpPr txBox="1"/>
          <p:nvPr>
            <p:ph idx="1" type="subTitle"/>
          </p:nvPr>
        </p:nvSpPr>
        <p:spPr>
          <a:xfrm>
            <a:off x="2243625" y="1723300"/>
            <a:ext cx="4661700" cy="115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4" name="Google Shape;254;p24"/>
          <p:cNvSpPr txBox="1"/>
          <p:nvPr/>
        </p:nvSpPr>
        <p:spPr>
          <a:xfrm>
            <a:off x="2072100" y="4182850"/>
            <a:ext cx="4999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CREDITS: This presentation template was created by </a:t>
            </a:r>
            <a:r>
              <a:rPr b="1" lang="en" sz="1200">
                <a:solidFill>
                  <a:schemeClr val="lt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, and includes icons by </a:t>
            </a:r>
            <a:r>
              <a:rPr b="1" lang="en" sz="1200">
                <a:solidFill>
                  <a:schemeClr val="lt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 and infographics &amp; images by </a:t>
            </a:r>
            <a:r>
              <a:rPr b="1" lang="en" sz="1200">
                <a:solidFill>
                  <a:schemeClr val="lt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255" name="Google Shape;255;p24"/>
          <p:cNvPicPr preferRelativeResize="0"/>
          <p:nvPr/>
        </p:nvPicPr>
        <p:blipFill rotWithShape="1">
          <a:blip r:embed="rId6">
            <a:alphaModFix amt="75000"/>
          </a:blip>
          <a:srcRect b="0" l="18321" r="0" t="0"/>
          <a:stretch/>
        </p:blipFill>
        <p:spPr>
          <a:xfrm rot="5400000">
            <a:off x="5077976" y="347474"/>
            <a:ext cx="5076823" cy="384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4"/>
          <p:cNvPicPr preferRelativeResize="0"/>
          <p:nvPr/>
        </p:nvPicPr>
        <p:blipFill rotWithShape="1">
          <a:blip r:embed="rId6">
            <a:alphaModFix amt="75000"/>
          </a:blip>
          <a:srcRect b="0" l="14259" r="0" t="537"/>
          <a:stretch/>
        </p:blipFill>
        <p:spPr>
          <a:xfrm rot="-5399997">
            <a:off x="-1076912" y="756716"/>
            <a:ext cx="5372099" cy="3858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8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5"/>
          <p:cNvPicPr preferRelativeResize="0"/>
          <p:nvPr/>
        </p:nvPicPr>
        <p:blipFill rotWithShape="1">
          <a:blip r:embed="rId2">
            <a:alphaModFix/>
          </a:blip>
          <a:srcRect b="17754" l="0" r="0" t="1621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5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5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2" name="Google Shape;262;p25"/>
          <p:cNvPicPr preferRelativeResize="0"/>
          <p:nvPr/>
        </p:nvPicPr>
        <p:blipFill rotWithShape="1">
          <a:blip r:embed="rId3">
            <a:alphaModFix amt="75000"/>
          </a:blip>
          <a:srcRect b="0" l="23664" r="0" t="13300"/>
          <a:stretch/>
        </p:blipFill>
        <p:spPr>
          <a:xfrm>
            <a:off x="9525" y="-156200"/>
            <a:ext cx="4171950" cy="2933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5"/>
          <p:cNvPicPr preferRelativeResize="0"/>
          <p:nvPr/>
        </p:nvPicPr>
        <p:blipFill rotWithShape="1">
          <a:blip r:embed="rId3">
            <a:alphaModFix amt="75000"/>
          </a:blip>
          <a:srcRect b="0" l="21334" r="0" t="3883"/>
          <a:stretch/>
        </p:blipFill>
        <p:spPr>
          <a:xfrm rot="-10799995">
            <a:off x="5739700" y="2603702"/>
            <a:ext cx="3747200" cy="2835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8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6"/>
          <p:cNvPicPr preferRelativeResize="0"/>
          <p:nvPr/>
        </p:nvPicPr>
        <p:blipFill rotWithShape="1">
          <a:blip r:embed="rId2">
            <a:alphaModFix/>
          </a:blip>
          <a:srcRect b="17754" l="0" r="0" t="1621"/>
          <a:stretch/>
        </p:blipFill>
        <p:spPr>
          <a:xfrm>
            <a:off x="-181700" y="-257175"/>
            <a:ext cx="9649551" cy="5667373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6"/>
          <p:cNvSpPr/>
          <p:nvPr/>
        </p:nvSpPr>
        <p:spPr>
          <a:xfrm rot="-5400000">
            <a:off x="2011650" y="-2135075"/>
            <a:ext cx="5316600" cy="9339900"/>
          </a:xfrm>
          <a:prstGeom prst="rect">
            <a:avLst/>
          </a:prstGeom>
          <a:gradFill>
            <a:gsLst>
              <a:gs pos="0">
                <a:srgbClr val="10355F">
                  <a:alpha val="59216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10355F">
                  <a:alpha val="59216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6"/>
          <p:cNvSpPr/>
          <p:nvPr/>
        </p:nvSpPr>
        <p:spPr>
          <a:xfrm rot="10800000">
            <a:off x="-371475" y="-85500"/>
            <a:ext cx="895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6"/>
          <p:cNvSpPr/>
          <p:nvPr/>
        </p:nvSpPr>
        <p:spPr>
          <a:xfrm>
            <a:off x="8739750" y="-117725"/>
            <a:ext cx="781200" cy="5305200"/>
          </a:xfrm>
          <a:prstGeom prst="rect">
            <a:avLst/>
          </a:prstGeom>
          <a:gradFill>
            <a:gsLst>
              <a:gs pos="0">
                <a:srgbClr val="FFFFFF">
                  <a:alpha val="47451"/>
                </a:srgbClr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9" name="Google Shape;269;p26"/>
          <p:cNvPicPr preferRelativeResize="0"/>
          <p:nvPr/>
        </p:nvPicPr>
        <p:blipFill rotWithShape="1">
          <a:blip r:embed="rId3">
            <a:alphaModFix amt="75000"/>
          </a:blip>
          <a:srcRect b="0" l="20357" r="0" t="0"/>
          <a:stretch/>
        </p:blipFill>
        <p:spPr>
          <a:xfrm rot="5400000">
            <a:off x="4631025" y="510125"/>
            <a:ext cx="5524500" cy="429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6"/>
          <p:cNvPicPr preferRelativeResize="0"/>
          <p:nvPr/>
        </p:nvPicPr>
        <p:blipFill rotWithShape="1">
          <a:blip r:embed="rId3">
            <a:alphaModFix amt="75000"/>
          </a:blip>
          <a:srcRect b="0" l="16646" r="0" t="537"/>
          <a:stretch/>
        </p:blipFill>
        <p:spPr>
          <a:xfrm rot="-5399997">
            <a:off x="-1058539" y="294014"/>
            <a:ext cx="5654502" cy="4177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 txBox="1"/>
          <p:nvPr>
            <p:ph type="ctrTitle"/>
          </p:nvPr>
        </p:nvSpPr>
        <p:spPr>
          <a:xfrm>
            <a:off x="504825" y="1477575"/>
            <a:ext cx="5199300" cy="189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77" name="Google Shape;277;p29"/>
          <p:cNvSpPr txBox="1"/>
          <p:nvPr>
            <p:ph idx="1" type="subTitle"/>
          </p:nvPr>
        </p:nvSpPr>
        <p:spPr>
          <a:xfrm>
            <a:off x="504825" y="3325425"/>
            <a:ext cx="3905400" cy="3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7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0" name="Google Shape;28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3" name="Google Shape;28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4" name="Google Shape;28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7" name="Google Shape;287;p3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8" name="Google Shape;288;p3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9" name="Google Shape;28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3"/>
          <p:cNvSpPr txBox="1"/>
          <p:nvPr>
            <p:ph type="title"/>
          </p:nvPr>
        </p:nvSpPr>
        <p:spPr>
          <a:xfrm>
            <a:off x="504750" y="342900"/>
            <a:ext cx="8134500" cy="1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7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4" name="Google Shape;294;p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5" name="Google Shape;29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8" name="Google Shape;29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02" name="Google Shape;302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03" name="Google Shape;303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4" name="Google Shape;30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307" name="Google Shape;307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10" name="Google Shape;310;p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1" name="Google Shape;311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315" name="Google Shape;315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477680"/>
            <a:ext cx="7828360" cy="2408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316" name="Google Shape;31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370" y="1478426"/>
            <a:ext cx="1202248" cy="108202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40"/>
          <p:cNvSpPr/>
          <p:nvPr/>
        </p:nvSpPr>
        <p:spPr>
          <a:xfrm>
            <a:off x="0" y="457200"/>
            <a:ext cx="7828500" cy="1026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40"/>
          <p:cNvSpPr/>
          <p:nvPr/>
        </p:nvSpPr>
        <p:spPr>
          <a:xfrm>
            <a:off x="7939370" y="457200"/>
            <a:ext cx="1202100" cy="102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40"/>
          <p:cNvSpPr txBox="1"/>
          <p:nvPr>
            <p:ph type="title"/>
          </p:nvPr>
        </p:nvSpPr>
        <p:spPr>
          <a:xfrm>
            <a:off x="510241" y="564921"/>
            <a:ext cx="72105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20" name="Google Shape;320;p40"/>
          <p:cNvSpPr txBox="1"/>
          <p:nvPr>
            <p:ph idx="1" type="body"/>
          </p:nvPr>
        </p:nvSpPr>
        <p:spPr>
          <a:xfrm>
            <a:off x="510240" y="1752655"/>
            <a:ext cx="3523800" cy="26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100"/>
            </a:lvl1pPr>
            <a:lvl2pPr indent="-3175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100"/>
            </a:lvl2pPr>
            <a:lvl3pPr indent="-3175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100"/>
            </a:lvl3pPr>
            <a:lvl4pPr indent="-3175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100"/>
            </a:lvl4pPr>
            <a:lvl5pPr indent="-3175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100"/>
            </a:lvl6pPr>
            <a:lvl7pPr indent="-3175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100"/>
            </a:lvl7pPr>
            <a:lvl8pPr indent="-3175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100"/>
            </a:lvl8pPr>
            <a:lvl9pPr indent="-3175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321" name="Google Shape;321;p40"/>
          <p:cNvSpPr txBox="1"/>
          <p:nvPr>
            <p:ph idx="2" type="body"/>
          </p:nvPr>
        </p:nvSpPr>
        <p:spPr>
          <a:xfrm>
            <a:off x="4195592" y="1752655"/>
            <a:ext cx="3525000" cy="26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100"/>
            </a:lvl1pPr>
            <a:lvl2pPr indent="-3175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100"/>
            </a:lvl2pPr>
            <a:lvl3pPr indent="-3175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100"/>
            </a:lvl3pPr>
            <a:lvl4pPr indent="-3175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100"/>
            </a:lvl4pPr>
            <a:lvl5pPr indent="-3175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100"/>
            </a:lvl6pPr>
            <a:lvl7pPr indent="-3175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100"/>
            </a:lvl7pPr>
            <a:lvl8pPr indent="-3175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100"/>
            </a:lvl8pPr>
            <a:lvl9pPr indent="-3175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322" name="Google Shape;322;p40"/>
          <p:cNvSpPr txBox="1"/>
          <p:nvPr>
            <p:ph idx="10" type="dt"/>
          </p:nvPr>
        </p:nvSpPr>
        <p:spPr>
          <a:xfrm>
            <a:off x="5663236" y="445214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23" name="Google Shape;323;p40"/>
          <p:cNvSpPr txBox="1"/>
          <p:nvPr>
            <p:ph idx="11" type="ftr"/>
          </p:nvPr>
        </p:nvSpPr>
        <p:spPr>
          <a:xfrm>
            <a:off x="510241" y="4452141"/>
            <a:ext cx="515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24" name="Google Shape;324;p40"/>
          <p:cNvSpPr txBox="1"/>
          <p:nvPr>
            <p:ph idx="12" type="sldNum"/>
          </p:nvPr>
        </p:nvSpPr>
        <p:spPr>
          <a:xfrm>
            <a:off x="8047091" y="564920"/>
            <a:ext cx="8655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 sz="1100"/>
            </a:lvl1pPr>
            <a:lvl2pPr indent="0" lvl="1" marL="0" algn="l">
              <a:spcBef>
                <a:spcPts val="0"/>
              </a:spcBef>
              <a:buNone/>
              <a:defRPr sz="1100"/>
            </a:lvl2pPr>
            <a:lvl3pPr indent="0" lvl="2" marL="0" algn="l">
              <a:spcBef>
                <a:spcPts val="0"/>
              </a:spcBef>
              <a:buNone/>
              <a:defRPr sz="1100"/>
            </a:lvl3pPr>
            <a:lvl4pPr indent="0" lvl="3" marL="0" algn="l">
              <a:spcBef>
                <a:spcPts val="0"/>
              </a:spcBef>
              <a:buNone/>
              <a:defRPr sz="1100"/>
            </a:lvl4pPr>
            <a:lvl5pPr indent="0" lvl="4" marL="0" algn="l">
              <a:spcBef>
                <a:spcPts val="0"/>
              </a:spcBef>
              <a:buNone/>
              <a:defRPr sz="1100"/>
            </a:lvl5pPr>
            <a:lvl6pPr indent="0" lvl="5" marL="0" algn="l">
              <a:spcBef>
                <a:spcPts val="0"/>
              </a:spcBef>
              <a:buNone/>
              <a:defRPr sz="1100"/>
            </a:lvl6pPr>
            <a:lvl7pPr indent="0" lvl="6" marL="0" algn="l">
              <a:spcBef>
                <a:spcPts val="0"/>
              </a:spcBef>
              <a:buNone/>
              <a:defRPr sz="1100"/>
            </a:lvl7pPr>
            <a:lvl8pPr indent="0" lvl="7" marL="0" algn="l">
              <a:spcBef>
                <a:spcPts val="0"/>
              </a:spcBef>
              <a:buNone/>
              <a:defRPr sz="1100"/>
            </a:lvl8pPr>
            <a:lvl9pPr indent="0" lvl="8" marL="0" algn="l">
              <a:spcBef>
                <a:spcPts val="0"/>
              </a:spcBef>
              <a:buNone/>
              <a:defRPr sz="11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326" name="Google Shape;326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477680"/>
            <a:ext cx="7828360" cy="2408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327" name="Google Shape;32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370" y="1478426"/>
            <a:ext cx="1202248" cy="108202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1"/>
          <p:cNvSpPr/>
          <p:nvPr/>
        </p:nvSpPr>
        <p:spPr>
          <a:xfrm>
            <a:off x="0" y="457200"/>
            <a:ext cx="7828500" cy="1026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41"/>
          <p:cNvSpPr/>
          <p:nvPr/>
        </p:nvSpPr>
        <p:spPr>
          <a:xfrm>
            <a:off x="7939370" y="457200"/>
            <a:ext cx="1202100" cy="102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41"/>
          <p:cNvSpPr txBox="1"/>
          <p:nvPr>
            <p:ph type="title"/>
          </p:nvPr>
        </p:nvSpPr>
        <p:spPr>
          <a:xfrm>
            <a:off x="510242" y="564921"/>
            <a:ext cx="72105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rebuchet MS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31" name="Google Shape;331;p41"/>
          <p:cNvSpPr/>
          <p:nvPr>
            <p:ph idx="2" type="pic"/>
          </p:nvPr>
        </p:nvSpPr>
        <p:spPr>
          <a:xfrm>
            <a:off x="3651250" y="1752656"/>
            <a:ext cx="4069500" cy="26994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5040000" dist="63500">
              <a:srgbClr val="000000">
                <a:alpha val="40780"/>
              </a:srgbClr>
            </a:outerShdw>
          </a:effectLst>
        </p:spPr>
      </p:sp>
      <p:sp>
        <p:nvSpPr>
          <p:cNvPr id="332" name="Google Shape;332;p41"/>
          <p:cNvSpPr txBox="1"/>
          <p:nvPr>
            <p:ph idx="1" type="body"/>
          </p:nvPr>
        </p:nvSpPr>
        <p:spPr>
          <a:xfrm>
            <a:off x="510242" y="1752655"/>
            <a:ext cx="2907300" cy="269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333" name="Google Shape;333;p41"/>
          <p:cNvSpPr txBox="1"/>
          <p:nvPr>
            <p:ph idx="10" type="dt"/>
          </p:nvPr>
        </p:nvSpPr>
        <p:spPr>
          <a:xfrm>
            <a:off x="5663236" y="445214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34" name="Google Shape;334;p41"/>
          <p:cNvSpPr txBox="1"/>
          <p:nvPr>
            <p:ph idx="11" type="ftr"/>
          </p:nvPr>
        </p:nvSpPr>
        <p:spPr>
          <a:xfrm>
            <a:off x="510241" y="4452141"/>
            <a:ext cx="515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35" name="Google Shape;335;p41"/>
          <p:cNvSpPr txBox="1"/>
          <p:nvPr>
            <p:ph idx="12" type="sldNum"/>
          </p:nvPr>
        </p:nvSpPr>
        <p:spPr>
          <a:xfrm>
            <a:off x="8047091" y="564920"/>
            <a:ext cx="8655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 sz="1100"/>
            </a:lvl1pPr>
            <a:lvl2pPr indent="0" lvl="1" marL="0" algn="l">
              <a:spcBef>
                <a:spcPts val="0"/>
              </a:spcBef>
              <a:buNone/>
              <a:defRPr sz="1100"/>
            </a:lvl2pPr>
            <a:lvl3pPr indent="0" lvl="2" marL="0" algn="l">
              <a:spcBef>
                <a:spcPts val="0"/>
              </a:spcBef>
              <a:buNone/>
              <a:defRPr sz="1100"/>
            </a:lvl3pPr>
            <a:lvl4pPr indent="0" lvl="3" marL="0" algn="l">
              <a:spcBef>
                <a:spcPts val="0"/>
              </a:spcBef>
              <a:buNone/>
              <a:defRPr sz="1100"/>
            </a:lvl4pPr>
            <a:lvl5pPr indent="0" lvl="4" marL="0" algn="l">
              <a:spcBef>
                <a:spcPts val="0"/>
              </a:spcBef>
              <a:buNone/>
              <a:defRPr sz="1100"/>
            </a:lvl5pPr>
            <a:lvl6pPr indent="0" lvl="5" marL="0" algn="l">
              <a:spcBef>
                <a:spcPts val="0"/>
              </a:spcBef>
              <a:buNone/>
              <a:defRPr sz="1100"/>
            </a:lvl6pPr>
            <a:lvl7pPr indent="0" lvl="6" marL="0" algn="l">
              <a:spcBef>
                <a:spcPts val="0"/>
              </a:spcBef>
              <a:buNone/>
              <a:defRPr sz="1100"/>
            </a:lvl7pPr>
            <a:lvl8pPr indent="0" lvl="7" marL="0" algn="l">
              <a:spcBef>
                <a:spcPts val="0"/>
              </a:spcBef>
              <a:buNone/>
              <a:defRPr sz="1100"/>
            </a:lvl8pPr>
            <a:lvl9pPr indent="0" lvl="8" marL="0" algn="l">
              <a:spcBef>
                <a:spcPts val="0"/>
              </a:spcBef>
              <a:buNone/>
              <a:defRPr sz="11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337" name="Google Shape;337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477680"/>
            <a:ext cx="7828360" cy="2408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338" name="Google Shape;33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370" y="1478426"/>
            <a:ext cx="1202248" cy="108202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2"/>
          <p:cNvSpPr/>
          <p:nvPr/>
        </p:nvSpPr>
        <p:spPr>
          <a:xfrm>
            <a:off x="0" y="457200"/>
            <a:ext cx="7828500" cy="1026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42"/>
          <p:cNvSpPr/>
          <p:nvPr/>
        </p:nvSpPr>
        <p:spPr>
          <a:xfrm>
            <a:off x="7939370" y="457200"/>
            <a:ext cx="1202100" cy="102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2"/>
          <p:cNvSpPr txBox="1"/>
          <p:nvPr>
            <p:ph type="title"/>
          </p:nvPr>
        </p:nvSpPr>
        <p:spPr>
          <a:xfrm>
            <a:off x="510241" y="564920"/>
            <a:ext cx="72105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rebuchet MS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42" name="Google Shape;342;p42"/>
          <p:cNvSpPr txBox="1"/>
          <p:nvPr>
            <p:ph idx="1" type="body"/>
          </p:nvPr>
        </p:nvSpPr>
        <p:spPr>
          <a:xfrm>
            <a:off x="3514385" y="1752655"/>
            <a:ext cx="4206300" cy="26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100"/>
            </a:lvl1pPr>
            <a:lvl2pPr indent="-3175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100"/>
            </a:lvl2pPr>
            <a:lvl3pPr indent="-3175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100"/>
            </a:lvl3pPr>
            <a:lvl4pPr indent="-3175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100"/>
            </a:lvl4pPr>
            <a:lvl5pPr indent="-3175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100"/>
            </a:lvl6pPr>
            <a:lvl7pPr indent="-3175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100"/>
            </a:lvl7pPr>
            <a:lvl8pPr indent="-3175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100"/>
            </a:lvl8pPr>
            <a:lvl9pPr indent="-3175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343" name="Google Shape;343;p42"/>
          <p:cNvSpPr txBox="1"/>
          <p:nvPr>
            <p:ph idx="2" type="body"/>
          </p:nvPr>
        </p:nvSpPr>
        <p:spPr>
          <a:xfrm>
            <a:off x="510242" y="1752654"/>
            <a:ext cx="2842500" cy="269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344" name="Google Shape;344;p42"/>
          <p:cNvSpPr txBox="1"/>
          <p:nvPr>
            <p:ph idx="10" type="dt"/>
          </p:nvPr>
        </p:nvSpPr>
        <p:spPr>
          <a:xfrm>
            <a:off x="5663236" y="445214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45" name="Google Shape;345;p42"/>
          <p:cNvSpPr txBox="1"/>
          <p:nvPr>
            <p:ph idx="11" type="ftr"/>
          </p:nvPr>
        </p:nvSpPr>
        <p:spPr>
          <a:xfrm>
            <a:off x="510241" y="4452141"/>
            <a:ext cx="515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46" name="Google Shape;346;p42"/>
          <p:cNvSpPr txBox="1"/>
          <p:nvPr>
            <p:ph idx="12" type="sldNum"/>
          </p:nvPr>
        </p:nvSpPr>
        <p:spPr>
          <a:xfrm>
            <a:off x="8047091" y="564920"/>
            <a:ext cx="8655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 sz="1100"/>
            </a:lvl1pPr>
            <a:lvl2pPr indent="0" lvl="1" marL="0" algn="l">
              <a:spcBef>
                <a:spcPts val="0"/>
              </a:spcBef>
              <a:buNone/>
              <a:defRPr sz="1100"/>
            </a:lvl2pPr>
            <a:lvl3pPr indent="0" lvl="2" marL="0" algn="l">
              <a:spcBef>
                <a:spcPts val="0"/>
              </a:spcBef>
              <a:buNone/>
              <a:defRPr sz="1100"/>
            </a:lvl3pPr>
            <a:lvl4pPr indent="0" lvl="3" marL="0" algn="l">
              <a:spcBef>
                <a:spcPts val="0"/>
              </a:spcBef>
              <a:buNone/>
              <a:defRPr sz="1100"/>
            </a:lvl4pPr>
            <a:lvl5pPr indent="0" lvl="4" marL="0" algn="l">
              <a:spcBef>
                <a:spcPts val="0"/>
              </a:spcBef>
              <a:buNone/>
              <a:defRPr sz="1100"/>
            </a:lvl5pPr>
            <a:lvl6pPr indent="0" lvl="5" marL="0" algn="l">
              <a:spcBef>
                <a:spcPts val="0"/>
              </a:spcBef>
              <a:buNone/>
              <a:defRPr sz="1100"/>
            </a:lvl6pPr>
            <a:lvl7pPr indent="0" lvl="6" marL="0" algn="l">
              <a:spcBef>
                <a:spcPts val="0"/>
              </a:spcBef>
              <a:buNone/>
              <a:defRPr sz="1100"/>
            </a:lvl7pPr>
            <a:lvl8pPr indent="0" lvl="7" marL="0" algn="l">
              <a:spcBef>
                <a:spcPts val="0"/>
              </a:spcBef>
              <a:buNone/>
              <a:defRPr sz="1100"/>
            </a:lvl8pPr>
            <a:lvl9pPr indent="0" lvl="8" marL="0" algn="l">
              <a:spcBef>
                <a:spcPts val="0"/>
              </a:spcBef>
              <a:buNone/>
              <a:defRPr sz="11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348" name="Google Shape;348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477680"/>
            <a:ext cx="7828360" cy="2408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349" name="Google Shape;34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9370" y="1478426"/>
            <a:ext cx="1202248" cy="108202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3"/>
          <p:cNvSpPr/>
          <p:nvPr/>
        </p:nvSpPr>
        <p:spPr>
          <a:xfrm>
            <a:off x="0" y="457200"/>
            <a:ext cx="7828500" cy="1026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43"/>
          <p:cNvSpPr/>
          <p:nvPr/>
        </p:nvSpPr>
        <p:spPr>
          <a:xfrm>
            <a:off x="7939370" y="457200"/>
            <a:ext cx="1202100" cy="102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3"/>
          <p:cNvSpPr txBox="1"/>
          <p:nvPr>
            <p:ph type="title"/>
          </p:nvPr>
        </p:nvSpPr>
        <p:spPr>
          <a:xfrm>
            <a:off x="510241" y="564921"/>
            <a:ext cx="72105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53" name="Google Shape;353;p43"/>
          <p:cNvSpPr txBox="1"/>
          <p:nvPr>
            <p:ph idx="1" type="body"/>
          </p:nvPr>
        </p:nvSpPr>
        <p:spPr>
          <a:xfrm>
            <a:off x="510241" y="1752655"/>
            <a:ext cx="7210500" cy="26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100"/>
            </a:lvl1pPr>
            <a:lvl2pPr indent="-3175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100"/>
            </a:lvl2pPr>
            <a:lvl3pPr indent="-3175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100"/>
            </a:lvl3pPr>
            <a:lvl4pPr indent="-3175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100"/>
            </a:lvl4pPr>
            <a:lvl5pPr indent="-3175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100"/>
            </a:lvl6pPr>
            <a:lvl7pPr indent="-3175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100"/>
            </a:lvl7pPr>
            <a:lvl8pPr indent="-3175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100"/>
            </a:lvl8pPr>
            <a:lvl9pPr indent="-3175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 sz="1100"/>
            </a:lvl9pPr>
          </a:lstStyle>
          <a:p/>
        </p:txBody>
      </p:sp>
      <p:sp>
        <p:nvSpPr>
          <p:cNvPr id="354" name="Google Shape;354;p43"/>
          <p:cNvSpPr txBox="1"/>
          <p:nvPr>
            <p:ph idx="10" type="dt"/>
          </p:nvPr>
        </p:nvSpPr>
        <p:spPr>
          <a:xfrm>
            <a:off x="5663236" y="445214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55" name="Google Shape;355;p43"/>
          <p:cNvSpPr txBox="1"/>
          <p:nvPr>
            <p:ph idx="11" type="ftr"/>
          </p:nvPr>
        </p:nvSpPr>
        <p:spPr>
          <a:xfrm>
            <a:off x="510241" y="4452141"/>
            <a:ext cx="515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56" name="Google Shape;356;p43"/>
          <p:cNvSpPr txBox="1"/>
          <p:nvPr>
            <p:ph idx="12" type="sldNum"/>
          </p:nvPr>
        </p:nvSpPr>
        <p:spPr>
          <a:xfrm>
            <a:off x="8047091" y="564920"/>
            <a:ext cx="8655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l">
              <a:spcBef>
                <a:spcPts val="0"/>
              </a:spcBef>
              <a:buNone/>
              <a:defRPr sz="1100"/>
            </a:lvl1pPr>
            <a:lvl2pPr indent="0" lvl="1" marL="0" algn="l">
              <a:spcBef>
                <a:spcPts val="0"/>
              </a:spcBef>
              <a:buNone/>
              <a:defRPr sz="1100"/>
            </a:lvl2pPr>
            <a:lvl3pPr indent="0" lvl="2" marL="0" algn="l">
              <a:spcBef>
                <a:spcPts val="0"/>
              </a:spcBef>
              <a:buNone/>
              <a:defRPr sz="1100"/>
            </a:lvl3pPr>
            <a:lvl4pPr indent="0" lvl="3" marL="0" algn="l">
              <a:spcBef>
                <a:spcPts val="0"/>
              </a:spcBef>
              <a:buNone/>
              <a:defRPr sz="1100"/>
            </a:lvl4pPr>
            <a:lvl5pPr indent="0" lvl="4" marL="0" algn="l">
              <a:spcBef>
                <a:spcPts val="0"/>
              </a:spcBef>
              <a:buNone/>
              <a:defRPr sz="1100"/>
            </a:lvl5pPr>
            <a:lvl6pPr indent="0" lvl="5" marL="0" algn="l">
              <a:spcBef>
                <a:spcPts val="0"/>
              </a:spcBef>
              <a:buNone/>
              <a:defRPr sz="1100"/>
            </a:lvl6pPr>
            <a:lvl7pPr indent="0" lvl="6" marL="0" algn="l">
              <a:spcBef>
                <a:spcPts val="0"/>
              </a:spcBef>
              <a:buNone/>
              <a:defRPr sz="1100"/>
            </a:lvl7pPr>
            <a:lvl8pPr indent="0" lvl="7" marL="0" algn="l">
              <a:spcBef>
                <a:spcPts val="0"/>
              </a:spcBef>
              <a:buNone/>
              <a:defRPr sz="1100"/>
            </a:lvl8pPr>
            <a:lvl9pPr indent="0" lvl="8" marL="0" algn="l">
              <a:spcBef>
                <a:spcPts val="0"/>
              </a:spcBef>
              <a:buNone/>
              <a:defRPr sz="11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0.xml"/><Relationship Id="rId1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dk2"/>
            </a:gs>
            <a:gs pos="37000">
              <a:schemeClr val="dk1"/>
            </a:gs>
            <a:gs pos="63000">
              <a:schemeClr val="dk1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82475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udiowide"/>
              <a:buNone/>
              <a:defRPr sz="2800">
                <a:solidFill>
                  <a:schemeClr val="lt1"/>
                </a:solidFill>
                <a:latin typeface="Audiowide"/>
                <a:ea typeface="Audiowide"/>
                <a:cs typeface="Audiowide"/>
                <a:sym typeface="Audiowi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82475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●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○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■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●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○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■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●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○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rla"/>
              <a:buChar char="■"/>
              <a:defRPr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/>
        </p:txBody>
      </p:sp>
      <p:sp>
        <p:nvSpPr>
          <p:cNvPr id="274" name="Google Shape;27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4"/>
          <p:cNvSpPr/>
          <p:nvPr/>
        </p:nvSpPr>
        <p:spPr>
          <a:xfrm>
            <a:off x="1103825" y="1249975"/>
            <a:ext cx="4449900" cy="2201400"/>
          </a:xfrm>
          <a:prstGeom prst="snip2DiagRect">
            <a:avLst>
              <a:gd fmla="val 0" name="adj1"/>
              <a:gd fmla="val 16667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44"/>
          <p:cNvSpPr txBox="1"/>
          <p:nvPr>
            <p:ph type="ctrTitle"/>
          </p:nvPr>
        </p:nvSpPr>
        <p:spPr>
          <a:xfrm>
            <a:off x="1103825" y="1137300"/>
            <a:ext cx="4843800" cy="28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500">
                <a:latin typeface="Quicksand"/>
                <a:ea typeface="Quicksand"/>
                <a:cs typeface="Quicksand"/>
                <a:sym typeface="Quicksand"/>
              </a:rPr>
              <a:t>The SoC Curriculum</a:t>
            </a:r>
            <a:endParaRPr sz="4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3" name="Google Shape;363;p44"/>
          <p:cNvGrpSpPr/>
          <p:nvPr/>
        </p:nvGrpSpPr>
        <p:grpSpPr>
          <a:xfrm>
            <a:off x="1006807" y="487596"/>
            <a:ext cx="288601" cy="1096693"/>
            <a:chOff x="1006700" y="2603975"/>
            <a:chExt cx="55450" cy="210700"/>
          </a:xfrm>
        </p:grpSpPr>
        <p:sp>
          <p:nvSpPr>
            <p:cNvPr id="364" name="Google Shape;364;p44"/>
            <p:cNvSpPr/>
            <p:nvPr/>
          </p:nvSpPr>
          <p:spPr>
            <a:xfrm>
              <a:off x="1006700" y="2629975"/>
              <a:ext cx="55450" cy="3850"/>
            </a:xfrm>
            <a:custGeom>
              <a:rect b="b" l="l" r="r" t="t"/>
              <a:pathLst>
                <a:path extrusionOk="0" h="154" w="2218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44"/>
            <p:cNvSpPr/>
            <p:nvPr/>
          </p:nvSpPr>
          <p:spPr>
            <a:xfrm>
              <a:off x="1032700" y="2603975"/>
              <a:ext cx="3850" cy="55450"/>
            </a:xfrm>
            <a:custGeom>
              <a:rect b="b" l="l" r="r" t="t"/>
              <a:pathLst>
                <a:path extrusionOk="0" h="2218" w="154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44"/>
            <p:cNvSpPr/>
            <p:nvPr/>
          </p:nvSpPr>
          <p:spPr>
            <a:xfrm>
              <a:off x="1006700" y="2707200"/>
              <a:ext cx="55450" cy="3850"/>
            </a:xfrm>
            <a:custGeom>
              <a:rect b="b" l="l" r="r" t="t"/>
              <a:pathLst>
                <a:path extrusionOk="0" h="154" w="2218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44"/>
            <p:cNvSpPr/>
            <p:nvPr/>
          </p:nvSpPr>
          <p:spPr>
            <a:xfrm>
              <a:off x="1032700" y="2681600"/>
              <a:ext cx="3850" cy="55450"/>
            </a:xfrm>
            <a:custGeom>
              <a:rect b="b" l="l" r="r" t="t"/>
              <a:pathLst>
                <a:path extrusionOk="0" h="2218" w="154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44"/>
            <p:cNvSpPr/>
            <p:nvPr/>
          </p:nvSpPr>
          <p:spPr>
            <a:xfrm>
              <a:off x="1006700" y="2785225"/>
              <a:ext cx="55450" cy="3850"/>
            </a:xfrm>
            <a:custGeom>
              <a:rect b="b" l="l" r="r" t="t"/>
              <a:pathLst>
                <a:path extrusionOk="0" h="154" w="2218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44"/>
            <p:cNvSpPr/>
            <p:nvPr/>
          </p:nvSpPr>
          <p:spPr>
            <a:xfrm>
              <a:off x="1032700" y="2759225"/>
              <a:ext cx="3850" cy="55450"/>
            </a:xfrm>
            <a:custGeom>
              <a:rect b="b" l="l" r="r" t="t"/>
              <a:pathLst>
                <a:path extrusionOk="0" h="2218" w="154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0" name="Google Shape;370;p44"/>
          <p:cNvGrpSpPr/>
          <p:nvPr/>
        </p:nvGrpSpPr>
        <p:grpSpPr>
          <a:xfrm rot="5400000">
            <a:off x="7769557" y="3906771"/>
            <a:ext cx="288601" cy="1096693"/>
            <a:chOff x="1006700" y="2603975"/>
            <a:chExt cx="55450" cy="210700"/>
          </a:xfrm>
        </p:grpSpPr>
        <p:sp>
          <p:nvSpPr>
            <p:cNvPr id="371" name="Google Shape;371;p44"/>
            <p:cNvSpPr/>
            <p:nvPr/>
          </p:nvSpPr>
          <p:spPr>
            <a:xfrm>
              <a:off x="1006700" y="2629975"/>
              <a:ext cx="55450" cy="3850"/>
            </a:xfrm>
            <a:custGeom>
              <a:rect b="b" l="l" r="r" t="t"/>
              <a:pathLst>
                <a:path extrusionOk="0" h="154" w="2218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44"/>
            <p:cNvSpPr/>
            <p:nvPr/>
          </p:nvSpPr>
          <p:spPr>
            <a:xfrm>
              <a:off x="1032700" y="2603975"/>
              <a:ext cx="3850" cy="55450"/>
            </a:xfrm>
            <a:custGeom>
              <a:rect b="b" l="l" r="r" t="t"/>
              <a:pathLst>
                <a:path extrusionOk="0" h="2218" w="154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44"/>
            <p:cNvSpPr/>
            <p:nvPr/>
          </p:nvSpPr>
          <p:spPr>
            <a:xfrm>
              <a:off x="1006700" y="2707200"/>
              <a:ext cx="55450" cy="3850"/>
            </a:xfrm>
            <a:custGeom>
              <a:rect b="b" l="l" r="r" t="t"/>
              <a:pathLst>
                <a:path extrusionOk="0" h="154" w="2218">
                  <a:moveTo>
                    <a:pt x="0" y="1"/>
                  </a:moveTo>
                  <a:lnTo>
                    <a:pt x="0" y="154"/>
                  </a:lnTo>
                  <a:lnTo>
                    <a:pt x="2218" y="154"/>
                  </a:lnTo>
                  <a:lnTo>
                    <a:pt x="22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44"/>
            <p:cNvSpPr/>
            <p:nvPr/>
          </p:nvSpPr>
          <p:spPr>
            <a:xfrm>
              <a:off x="1032700" y="2681600"/>
              <a:ext cx="3850" cy="55450"/>
            </a:xfrm>
            <a:custGeom>
              <a:rect b="b" l="l" r="r" t="t"/>
              <a:pathLst>
                <a:path extrusionOk="0" h="2218" w="154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44"/>
            <p:cNvSpPr/>
            <p:nvPr/>
          </p:nvSpPr>
          <p:spPr>
            <a:xfrm>
              <a:off x="1006700" y="2785225"/>
              <a:ext cx="55450" cy="3850"/>
            </a:xfrm>
            <a:custGeom>
              <a:rect b="b" l="l" r="r" t="t"/>
              <a:pathLst>
                <a:path extrusionOk="0" h="154" w="2218">
                  <a:moveTo>
                    <a:pt x="0" y="0"/>
                  </a:moveTo>
                  <a:lnTo>
                    <a:pt x="0" y="153"/>
                  </a:lnTo>
                  <a:lnTo>
                    <a:pt x="2218" y="15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44"/>
            <p:cNvSpPr/>
            <p:nvPr/>
          </p:nvSpPr>
          <p:spPr>
            <a:xfrm>
              <a:off x="1032700" y="2759225"/>
              <a:ext cx="3850" cy="55450"/>
            </a:xfrm>
            <a:custGeom>
              <a:rect b="b" l="l" r="r" t="t"/>
              <a:pathLst>
                <a:path extrusionOk="0" h="2218" w="154">
                  <a:moveTo>
                    <a:pt x="0" y="0"/>
                  </a:moveTo>
                  <a:lnTo>
                    <a:pt x="0" y="2218"/>
                  </a:lnTo>
                  <a:lnTo>
                    <a:pt x="153" y="2218"/>
                  </a:lnTo>
                  <a:lnTo>
                    <a:pt x="1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7" name="Google Shape;377;p44"/>
          <p:cNvGrpSpPr/>
          <p:nvPr/>
        </p:nvGrpSpPr>
        <p:grpSpPr>
          <a:xfrm>
            <a:off x="551124" y="3629702"/>
            <a:ext cx="1178637" cy="1096691"/>
            <a:chOff x="827350" y="3629733"/>
            <a:chExt cx="1431600" cy="1332067"/>
          </a:xfrm>
        </p:grpSpPr>
        <p:sp>
          <p:nvSpPr>
            <p:cNvPr id="378" name="Google Shape;378;p44"/>
            <p:cNvSpPr/>
            <p:nvPr/>
          </p:nvSpPr>
          <p:spPr>
            <a:xfrm>
              <a:off x="827350" y="3629733"/>
              <a:ext cx="778157" cy="1291383"/>
            </a:xfrm>
            <a:custGeom>
              <a:rect b="b" l="l" r="r" t="t"/>
              <a:pathLst>
                <a:path extrusionOk="0" h="22822" w="13752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44"/>
            <p:cNvSpPr/>
            <p:nvPr/>
          </p:nvSpPr>
          <p:spPr>
            <a:xfrm>
              <a:off x="1180440" y="4291834"/>
              <a:ext cx="1078510" cy="669966"/>
            </a:xfrm>
            <a:custGeom>
              <a:rect b="b" l="l" r="r" t="t"/>
              <a:pathLst>
                <a:path extrusionOk="0" h="11840" w="1906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44"/>
            <p:cNvSpPr/>
            <p:nvPr/>
          </p:nvSpPr>
          <p:spPr>
            <a:xfrm>
              <a:off x="1251454" y="3629733"/>
              <a:ext cx="1007496" cy="702842"/>
            </a:xfrm>
            <a:custGeom>
              <a:rect b="b" l="l" r="r" t="t"/>
              <a:pathLst>
                <a:path extrusionOk="0" h="12421" w="17805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1" name="Google Shape;381;p44"/>
          <p:cNvGrpSpPr/>
          <p:nvPr/>
        </p:nvGrpSpPr>
        <p:grpSpPr>
          <a:xfrm>
            <a:off x="322602" y="2902809"/>
            <a:ext cx="781224" cy="726909"/>
            <a:chOff x="827350" y="3629733"/>
            <a:chExt cx="1431600" cy="1332067"/>
          </a:xfrm>
        </p:grpSpPr>
        <p:sp>
          <p:nvSpPr>
            <p:cNvPr id="382" name="Google Shape;382;p44"/>
            <p:cNvSpPr/>
            <p:nvPr/>
          </p:nvSpPr>
          <p:spPr>
            <a:xfrm>
              <a:off x="827350" y="3629733"/>
              <a:ext cx="778157" cy="1291383"/>
            </a:xfrm>
            <a:custGeom>
              <a:rect b="b" l="l" r="r" t="t"/>
              <a:pathLst>
                <a:path extrusionOk="0" h="22822" w="13752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44"/>
            <p:cNvSpPr/>
            <p:nvPr/>
          </p:nvSpPr>
          <p:spPr>
            <a:xfrm>
              <a:off x="1180440" y="4291834"/>
              <a:ext cx="1078510" cy="669966"/>
            </a:xfrm>
            <a:custGeom>
              <a:rect b="b" l="l" r="r" t="t"/>
              <a:pathLst>
                <a:path extrusionOk="0" h="11840" w="1906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44"/>
            <p:cNvSpPr/>
            <p:nvPr/>
          </p:nvSpPr>
          <p:spPr>
            <a:xfrm>
              <a:off x="1251454" y="3629733"/>
              <a:ext cx="1007496" cy="702842"/>
            </a:xfrm>
            <a:custGeom>
              <a:rect b="b" l="l" r="r" t="t"/>
              <a:pathLst>
                <a:path extrusionOk="0" h="12421" w="17805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5" name="Google Shape;385;p44"/>
          <p:cNvGrpSpPr/>
          <p:nvPr/>
        </p:nvGrpSpPr>
        <p:grpSpPr>
          <a:xfrm>
            <a:off x="1816189" y="4394848"/>
            <a:ext cx="356325" cy="331552"/>
            <a:chOff x="827350" y="3629733"/>
            <a:chExt cx="1431600" cy="1332067"/>
          </a:xfrm>
        </p:grpSpPr>
        <p:sp>
          <p:nvSpPr>
            <p:cNvPr id="386" name="Google Shape;386;p44"/>
            <p:cNvSpPr/>
            <p:nvPr/>
          </p:nvSpPr>
          <p:spPr>
            <a:xfrm>
              <a:off x="827350" y="3629733"/>
              <a:ext cx="778157" cy="1291383"/>
            </a:xfrm>
            <a:custGeom>
              <a:rect b="b" l="l" r="r" t="t"/>
              <a:pathLst>
                <a:path extrusionOk="0" h="22822" w="13752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44"/>
            <p:cNvSpPr/>
            <p:nvPr/>
          </p:nvSpPr>
          <p:spPr>
            <a:xfrm>
              <a:off x="1180440" y="4291834"/>
              <a:ext cx="1078510" cy="669966"/>
            </a:xfrm>
            <a:custGeom>
              <a:rect b="b" l="l" r="r" t="t"/>
              <a:pathLst>
                <a:path extrusionOk="0" h="11840" w="1906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44"/>
            <p:cNvSpPr/>
            <p:nvPr/>
          </p:nvSpPr>
          <p:spPr>
            <a:xfrm>
              <a:off x="1251454" y="3629733"/>
              <a:ext cx="1007496" cy="702842"/>
            </a:xfrm>
            <a:custGeom>
              <a:rect b="b" l="l" r="r" t="t"/>
              <a:pathLst>
                <a:path extrusionOk="0" h="12421" w="17805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9" name="Google Shape;389;p44"/>
          <p:cNvGrpSpPr/>
          <p:nvPr/>
        </p:nvGrpSpPr>
        <p:grpSpPr>
          <a:xfrm>
            <a:off x="7466251" y="219713"/>
            <a:ext cx="895180" cy="832942"/>
            <a:chOff x="827350" y="3629733"/>
            <a:chExt cx="1431600" cy="1332067"/>
          </a:xfrm>
        </p:grpSpPr>
        <p:sp>
          <p:nvSpPr>
            <p:cNvPr id="390" name="Google Shape;390;p44"/>
            <p:cNvSpPr/>
            <p:nvPr/>
          </p:nvSpPr>
          <p:spPr>
            <a:xfrm>
              <a:off x="827350" y="3629733"/>
              <a:ext cx="778157" cy="1291383"/>
            </a:xfrm>
            <a:custGeom>
              <a:rect b="b" l="l" r="r" t="t"/>
              <a:pathLst>
                <a:path extrusionOk="0" h="22822" w="13752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44"/>
            <p:cNvSpPr/>
            <p:nvPr/>
          </p:nvSpPr>
          <p:spPr>
            <a:xfrm>
              <a:off x="1180440" y="4291834"/>
              <a:ext cx="1078510" cy="669966"/>
            </a:xfrm>
            <a:custGeom>
              <a:rect b="b" l="l" r="r" t="t"/>
              <a:pathLst>
                <a:path extrusionOk="0" h="11840" w="1906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44"/>
            <p:cNvSpPr/>
            <p:nvPr/>
          </p:nvSpPr>
          <p:spPr>
            <a:xfrm>
              <a:off x="1251454" y="3629733"/>
              <a:ext cx="1007496" cy="702842"/>
            </a:xfrm>
            <a:custGeom>
              <a:rect b="b" l="l" r="r" t="t"/>
              <a:pathLst>
                <a:path extrusionOk="0" h="12421" w="17805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3" name="Google Shape;393;p44"/>
          <p:cNvGrpSpPr/>
          <p:nvPr/>
        </p:nvGrpSpPr>
        <p:grpSpPr>
          <a:xfrm>
            <a:off x="8131283" y="1065715"/>
            <a:ext cx="598982" cy="557337"/>
            <a:chOff x="827350" y="3629733"/>
            <a:chExt cx="1431600" cy="1332067"/>
          </a:xfrm>
        </p:grpSpPr>
        <p:sp>
          <p:nvSpPr>
            <p:cNvPr id="394" name="Google Shape;394;p44"/>
            <p:cNvSpPr/>
            <p:nvPr/>
          </p:nvSpPr>
          <p:spPr>
            <a:xfrm>
              <a:off x="827350" y="3629733"/>
              <a:ext cx="778157" cy="1291383"/>
            </a:xfrm>
            <a:custGeom>
              <a:rect b="b" l="l" r="r" t="t"/>
              <a:pathLst>
                <a:path extrusionOk="0" h="22822" w="13752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44"/>
            <p:cNvSpPr/>
            <p:nvPr/>
          </p:nvSpPr>
          <p:spPr>
            <a:xfrm>
              <a:off x="1180440" y="4291834"/>
              <a:ext cx="1078510" cy="669966"/>
            </a:xfrm>
            <a:custGeom>
              <a:rect b="b" l="l" r="r" t="t"/>
              <a:pathLst>
                <a:path extrusionOk="0" h="11840" w="1906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44"/>
            <p:cNvSpPr/>
            <p:nvPr/>
          </p:nvSpPr>
          <p:spPr>
            <a:xfrm>
              <a:off x="1251454" y="3629733"/>
              <a:ext cx="1007496" cy="702842"/>
            </a:xfrm>
            <a:custGeom>
              <a:rect b="b" l="l" r="r" t="t"/>
              <a:pathLst>
                <a:path extrusionOk="0" h="12421" w="17805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7" name="Google Shape;397;p44"/>
          <p:cNvGrpSpPr/>
          <p:nvPr/>
        </p:nvGrpSpPr>
        <p:grpSpPr>
          <a:xfrm>
            <a:off x="6901231" y="620669"/>
            <a:ext cx="464268" cy="431989"/>
            <a:chOff x="827350" y="3629733"/>
            <a:chExt cx="1431600" cy="1332067"/>
          </a:xfrm>
        </p:grpSpPr>
        <p:sp>
          <p:nvSpPr>
            <p:cNvPr id="398" name="Google Shape;398;p44"/>
            <p:cNvSpPr/>
            <p:nvPr/>
          </p:nvSpPr>
          <p:spPr>
            <a:xfrm>
              <a:off x="827350" y="3629733"/>
              <a:ext cx="778157" cy="1291383"/>
            </a:xfrm>
            <a:custGeom>
              <a:rect b="b" l="l" r="r" t="t"/>
              <a:pathLst>
                <a:path extrusionOk="0" h="22822" w="13752">
                  <a:moveTo>
                    <a:pt x="7495" y="1"/>
                  </a:moveTo>
                  <a:lnTo>
                    <a:pt x="0" y="11105"/>
                  </a:lnTo>
                  <a:lnTo>
                    <a:pt x="6241" y="22822"/>
                  </a:lnTo>
                  <a:lnTo>
                    <a:pt x="13751" y="11702"/>
                  </a:lnTo>
                  <a:lnTo>
                    <a:pt x="7495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44"/>
            <p:cNvSpPr/>
            <p:nvPr/>
          </p:nvSpPr>
          <p:spPr>
            <a:xfrm>
              <a:off x="1180440" y="4291834"/>
              <a:ext cx="1078510" cy="669966"/>
            </a:xfrm>
            <a:custGeom>
              <a:rect b="b" l="l" r="r" t="t"/>
              <a:pathLst>
                <a:path extrusionOk="0" h="11840" w="19060">
                  <a:moveTo>
                    <a:pt x="7511" y="1"/>
                  </a:moveTo>
                  <a:lnTo>
                    <a:pt x="19059" y="720"/>
                  </a:lnTo>
                  <a:lnTo>
                    <a:pt x="11564" y="11840"/>
                  </a:lnTo>
                  <a:lnTo>
                    <a:pt x="1" y="1112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44"/>
            <p:cNvSpPr/>
            <p:nvPr/>
          </p:nvSpPr>
          <p:spPr>
            <a:xfrm>
              <a:off x="1251454" y="3629733"/>
              <a:ext cx="1007496" cy="702842"/>
            </a:xfrm>
            <a:custGeom>
              <a:rect b="b" l="l" r="r" t="t"/>
              <a:pathLst>
                <a:path extrusionOk="0" h="12421" w="17805">
                  <a:moveTo>
                    <a:pt x="0" y="1"/>
                  </a:moveTo>
                  <a:lnTo>
                    <a:pt x="11564" y="704"/>
                  </a:lnTo>
                  <a:lnTo>
                    <a:pt x="17804" y="12421"/>
                  </a:lnTo>
                  <a:lnTo>
                    <a:pt x="6256" y="117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1" name="Google Shape;401;p44"/>
          <p:cNvGrpSpPr/>
          <p:nvPr/>
        </p:nvGrpSpPr>
        <p:grpSpPr>
          <a:xfrm rot="899902">
            <a:off x="5987091" y="1042731"/>
            <a:ext cx="1550702" cy="3120624"/>
            <a:chOff x="5812139" y="178733"/>
            <a:chExt cx="2344092" cy="4786022"/>
          </a:xfrm>
        </p:grpSpPr>
        <p:sp>
          <p:nvSpPr>
            <p:cNvPr id="402" name="Google Shape;402;p44"/>
            <p:cNvSpPr/>
            <p:nvPr/>
          </p:nvSpPr>
          <p:spPr>
            <a:xfrm>
              <a:off x="5837742" y="178745"/>
              <a:ext cx="2294353" cy="4786010"/>
            </a:xfrm>
            <a:custGeom>
              <a:rect b="b" l="l" r="r" t="t"/>
              <a:pathLst>
                <a:path extrusionOk="0" h="16452" w="7886">
                  <a:moveTo>
                    <a:pt x="994" y="1"/>
                  </a:moveTo>
                  <a:cubicBezTo>
                    <a:pt x="446" y="1"/>
                    <a:pt x="0" y="447"/>
                    <a:pt x="0" y="995"/>
                  </a:cubicBezTo>
                  <a:lnTo>
                    <a:pt x="0" y="2342"/>
                  </a:lnTo>
                  <a:lnTo>
                    <a:pt x="0" y="2724"/>
                  </a:lnTo>
                  <a:lnTo>
                    <a:pt x="0" y="3434"/>
                  </a:lnTo>
                  <a:lnTo>
                    <a:pt x="0" y="4658"/>
                  </a:lnTo>
                  <a:lnTo>
                    <a:pt x="0" y="4957"/>
                  </a:lnTo>
                  <a:lnTo>
                    <a:pt x="0" y="6181"/>
                  </a:lnTo>
                  <a:lnTo>
                    <a:pt x="0" y="15457"/>
                  </a:lnTo>
                  <a:cubicBezTo>
                    <a:pt x="0" y="16006"/>
                    <a:pt x="446" y="16451"/>
                    <a:pt x="994" y="16451"/>
                  </a:cubicBezTo>
                  <a:lnTo>
                    <a:pt x="6886" y="16451"/>
                  </a:lnTo>
                  <a:cubicBezTo>
                    <a:pt x="7439" y="16451"/>
                    <a:pt x="7885" y="16006"/>
                    <a:pt x="7885" y="15457"/>
                  </a:cubicBezTo>
                  <a:lnTo>
                    <a:pt x="7885" y="5079"/>
                  </a:lnTo>
                  <a:lnTo>
                    <a:pt x="7885" y="3860"/>
                  </a:lnTo>
                  <a:lnTo>
                    <a:pt x="7885" y="995"/>
                  </a:lnTo>
                  <a:cubicBezTo>
                    <a:pt x="7885" y="447"/>
                    <a:pt x="7439" y="1"/>
                    <a:pt x="6886" y="1"/>
                  </a:cubicBezTo>
                  <a:lnTo>
                    <a:pt x="5946" y="1"/>
                  </a:lnTo>
                  <a:lnTo>
                    <a:pt x="5946" y="265"/>
                  </a:lnTo>
                  <a:lnTo>
                    <a:pt x="6866" y="265"/>
                  </a:lnTo>
                  <a:cubicBezTo>
                    <a:pt x="7302" y="265"/>
                    <a:pt x="7655" y="618"/>
                    <a:pt x="7655" y="1054"/>
                  </a:cubicBezTo>
                  <a:lnTo>
                    <a:pt x="7655" y="15398"/>
                  </a:lnTo>
                  <a:cubicBezTo>
                    <a:pt x="7655" y="15834"/>
                    <a:pt x="7302" y="16187"/>
                    <a:pt x="6866" y="16187"/>
                  </a:cubicBezTo>
                  <a:lnTo>
                    <a:pt x="1014" y="16187"/>
                  </a:lnTo>
                  <a:cubicBezTo>
                    <a:pt x="578" y="16187"/>
                    <a:pt x="226" y="15834"/>
                    <a:pt x="226" y="15398"/>
                  </a:cubicBezTo>
                  <a:lnTo>
                    <a:pt x="226" y="1054"/>
                  </a:lnTo>
                  <a:cubicBezTo>
                    <a:pt x="226" y="618"/>
                    <a:pt x="578" y="265"/>
                    <a:pt x="1014" y="265"/>
                  </a:cubicBezTo>
                  <a:lnTo>
                    <a:pt x="1935" y="265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44"/>
            <p:cNvSpPr/>
            <p:nvPr/>
          </p:nvSpPr>
          <p:spPr>
            <a:xfrm>
              <a:off x="5903203" y="255835"/>
              <a:ext cx="2161684" cy="4631829"/>
            </a:xfrm>
            <a:custGeom>
              <a:rect b="b" l="l" r="r" t="t"/>
              <a:pathLst>
                <a:path extrusionOk="0" h="15922" w="7430">
                  <a:moveTo>
                    <a:pt x="789" y="0"/>
                  </a:moveTo>
                  <a:cubicBezTo>
                    <a:pt x="353" y="0"/>
                    <a:pt x="1" y="353"/>
                    <a:pt x="1" y="789"/>
                  </a:cubicBezTo>
                  <a:lnTo>
                    <a:pt x="1" y="15133"/>
                  </a:lnTo>
                  <a:cubicBezTo>
                    <a:pt x="1" y="15569"/>
                    <a:pt x="353" y="15922"/>
                    <a:pt x="789" y="15922"/>
                  </a:cubicBezTo>
                  <a:lnTo>
                    <a:pt x="6641" y="15922"/>
                  </a:lnTo>
                  <a:cubicBezTo>
                    <a:pt x="7077" y="15922"/>
                    <a:pt x="7430" y="15569"/>
                    <a:pt x="7430" y="15133"/>
                  </a:cubicBezTo>
                  <a:lnTo>
                    <a:pt x="7430" y="789"/>
                  </a:lnTo>
                  <a:cubicBezTo>
                    <a:pt x="7430" y="353"/>
                    <a:pt x="7077" y="0"/>
                    <a:pt x="6641" y="0"/>
                  </a:cubicBezTo>
                  <a:lnTo>
                    <a:pt x="5721" y="0"/>
                  </a:lnTo>
                  <a:lnTo>
                    <a:pt x="5721" y="265"/>
                  </a:lnTo>
                  <a:cubicBezTo>
                    <a:pt x="5721" y="485"/>
                    <a:pt x="5544" y="666"/>
                    <a:pt x="5324" y="666"/>
                  </a:cubicBezTo>
                  <a:lnTo>
                    <a:pt x="2111" y="666"/>
                  </a:lnTo>
                  <a:cubicBezTo>
                    <a:pt x="1891" y="666"/>
                    <a:pt x="1710" y="485"/>
                    <a:pt x="1710" y="265"/>
                  </a:cubicBezTo>
                  <a:lnTo>
                    <a:pt x="171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44"/>
            <p:cNvSpPr/>
            <p:nvPr/>
          </p:nvSpPr>
          <p:spPr>
            <a:xfrm>
              <a:off x="6395153" y="178733"/>
              <a:ext cx="1177783" cy="271144"/>
            </a:xfrm>
            <a:custGeom>
              <a:rect b="b" l="l" r="r" t="t"/>
              <a:pathLst>
                <a:path extrusionOk="0" h="932" w="4012">
                  <a:moveTo>
                    <a:pt x="2503" y="471"/>
                  </a:moveTo>
                  <a:cubicBezTo>
                    <a:pt x="2547" y="471"/>
                    <a:pt x="2582" y="505"/>
                    <a:pt x="2582" y="549"/>
                  </a:cubicBezTo>
                  <a:cubicBezTo>
                    <a:pt x="2582" y="589"/>
                    <a:pt x="2547" y="623"/>
                    <a:pt x="2503" y="623"/>
                  </a:cubicBezTo>
                  <a:lnTo>
                    <a:pt x="1509" y="623"/>
                  </a:lnTo>
                  <a:cubicBezTo>
                    <a:pt x="1470" y="623"/>
                    <a:pt x="1431" y="589"/>
                    <a:pt x="1431" y="549"/>
                  </a:cubicBezTo>
                  <a:cubicBezTo>
                    <a:pt x="1431" y="505"/>
                    <a:pt x="1470" y="471"/>
                    <a:pt x="1509" y="471"/>
                  </a:cubicBezTo>
                  <a:close/>
                  <a:moveTo>
                    <a:pt x="2924" y="461"/>
                  </a:moveTo>
                  <a:cubicBezTo>
                    <a:pt x="2973" y="461"/>
                    <a:pt x="3013" y="500"/>
                    <a:pt x="3013" y="549"/>
                  </a:cubicBezTo>
                  <a:cubicBezTo>
                    <a:pt x="3013" y="593"/>
                    <a:pt x="2973" y="633"/>
                    <a:pt x="2924" y="633"/>
                  </a:cubicBezTo>
                  <a:cubicBezTo>
                    <a:pt x="2876" y="633"/>
                    <a:pt x="2836" y="593"/>
                    <a:pt x="2836" y="549"/>
                  </a:cubicBezTo>
                  <a:cubicBezTo>
                    <a:pt x="2836" y="500"/>
                    <a:pt x="2876" y="461"/>
                    <a:pt x="2924" y="461"/>
                  </a:cubicBezTo>
                  <a:close/>
                  <a:moveTo>
                    <a:pt x="1" y="1"/>
                  </a:moveTo>
                  <a:lnTo>
                    <a:pt x="1" y="265"/>
                  </a:lnTo>
                  <a:lnTo>
                    <a:pt x="1" y="530"/>
                  </a:lnTo>
                  <a:cubicBezTo>
                    <a:pt x="1" y="750"/>
                    <a:pt x="182" y="931"/>
                    <a:pt x="402" y="931"/>
                  </a:cubicBezTo>
                  <a:lnTo>
                    <a:pt x="3615" y="931"/>
                  </a:lnTo>
                  <a:cubicBezTo>
                    <a:pt x="3835" y="931"/>
                    <a:pt x="4012" y="750"/>
                    <a:pt x="4012" y="530"/>
                  </a:cubicBezTo>
                  <a:lnTo>
                    <a:pt x="4012" y="265"/>
                  </a:lnTo>
                  <a:lnTo>
                    <a:pt x="40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44"/>
            <p:cNvSpPr/>
            <p:nvPr/>
          </p:nvSpPr>
          <p:spPr>
            <a:xfrm>
              <a:off x="5854616" y="197363"/>
              <a:ext cx="2260313" cy="4748774"/>
            </a:xfrm>
            <a:custGeom>
              <a:rect b="b" l="l" r="r" t="t"/>
              <a:pathLst>
                <a:path extrusionOk="0" h="16324" w="7769">
                  <a:moveTo>
                    <a:pt x="6755" y="16324"/>
                  </a:moveTo>
                  <a:lnTo>
                    <a:pt x="1010" y="16324"/>
                  </a:lnTo>
                  <a:cubicBezTo>
                    <a:pt x="452" y="16324"/>
                    <a:pt x="1" y="15863"/>
                    <a:pt x="1" y="15300"/>
                  </a:cubicBezTo>
                  <a:lnTo>
                    <a:pt x="1" y="1024"/>
                  </a:lnTo>
                  <a:cubicBezTo>
                    <a:pt x="1" y="461"/>
                    <a:pt x="452" y="1"/>
                    <a:pt x="1010" y="1"/>
                  </a:cubicBezTo>
                  <a:lnTo>
                    <a:pt x="6755" y="1"/>
                  </a:lnTo>
                  <a:cubicBezTo>
                    <a:pt x="7313" y="1"/>
                    <a:pt x="7768" y="461"/>
                    <a:pt x="7768" y="1024"/>
                  </a:cubicBezTo>
                  <a:lnTo>
                    <a:pt x="7768" y="15300"/>
                  </a:lnTo>
                  <a:cubicBezTo>
                    <a:pt x="7768" y="15863"/>
                    <a:pt x="7313" y="16324"/>
                    <a:pt x="6755" y="16324"/>
                  </a:cubicBezTo>
                  <a:close/>
                  <a:moveTo>
                    <a:pt x="1010" y="79"/>
                  </a:moveTo>
                  <a:cubicBezTo>
                    <a:pt x="496" y="79"/>
                    <a:pt x="79" y="500"/>
                    <a:pt x="79" y="1024"/>
                  </a:cubicBezTo>
                  <a:lnTo>
                    <a:pt x="79" y="15300"/>
                  </a:lnTo>
                  <a:cubicBezTo>
                    <a:pt x="79" y="15819"/>
                    <a:pt x="496" y="16245"/>
                    <a:pt x="1010" y="16245"/>
                  </a:cubicBezTo>
                  <a:lnTo>
                    <a:pt x="6755" y="16245"/>
                  </a:lnTo>
                  <a:cubicBezTo>
                    <a:pt x="7269" y="16245"/>
                    <a:pt x="7685" y="15819"/>
                    <a:pt x="7685" y="15300"/>
                  </a:cubicBezTo>
                  <a:lnTo>
                    <a:pt x="7685" y="1024"/>
                  </a:lnTo>
                  <a:cubicBezTo>
                    <a:pt x="7685" y="500"/>
                    <a:pt x="7269" y="79"/>
                    <a:pt x="6755" y="79"/>
                  </a:cubicBezTo>
                  <a:lnTo>
                    <a:pt x="1010" y="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44"/>
            <p:cNvSpPr/>
            <p:nvPr/>
          </p:nvSpPr>
          <p:spPr>
            <a:xfrm>
              <a:off x="7228085" y="312853"/>
              <a:ext cx="51496" cy="50036"/>
            </a:xfrm>
            <a:custGeom>
              <a:rect b="b" l="l" r="r" t="t"/>
              <a:pathLst>
                <a:path extrusionOk="0" h="172" w="177">
                  <a:moveTo>
                    <a:pt x="88" y="0"/>
                  </a:moveTo>
                  <a:cubicBezTo>
                    <a:pt x="40" y="0"/>
                    <a:pt x="0" y="39"/>
                    <a:pt x="0" y="88"/>
                  </a:cubicBezTo>
                  <a:cubicBezTo>
                    <a:pt x="0" y="132"/>
                    <a:pt x="40" y="172"/>
                    <a:pt x="88" y="172"/>
                  </a:cubicBezTo>
                  <a:cubicBezTo>
                    <a:pt x="137" y="172"/>
                    <a:pt x="177" y="132"/>
                    <a:pt x="177" y="88"/>
                  </a:cubicBezTo>
                  <a:cubicBezTo>
                    <a:pt x="177" y="39"/>
                    <a:pt x="137" y="0"/>
                    <a:pt x="88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44"/>
            <p:cNvSpPr/>
            <p:nvPr/>
          </p:nvSpPr>
          <p:spPr>
            <a:xfrm>
              <a:off x="6816459" y="315471"/>
              <a:ext cx="335163" cy="44509"/>
            </a:xfrm>
            <a:custGeom>
              <a:rect b="b" l="l" r="r" t="t"/>
              <a:pathLst>
                <a:path extrusionOk="0" h="153" w="1152">
                  <a:moveTo>
                    <a:pt x="79" y="1"/>
                  </a:moveTo>
                  <a:cubicBezTo>
                    <a:pt x="40" y="1"/>
                    <a:pt x="1" y="35"/>
                    <a:pt x="1" y="79"/>
                  </a:cubicBezTo>
                  <a:cubicBezTo>
                    <a:pt x="1" y="119"/>
                    <a:pt x="40" y="153"/>
                    <a:pt x="79" y="153"/>
                  </a:cubicBezTo>
                  <a:lnTo>
                    <a:pt x="1073" y="153"/>
                  </a:lnTo>
                  <a:cubicBezTo>
                    <a:pt x="1117" y="153"/>
                    <a:pt x="1152" y="119"/>
                    <a:pt x="1152" y="79"/>
                  </a:cubicBezTo>
                  <a:cubicBezTo>
                    <a:pt x="1152" y="35"/>
                    <a:pt x="1117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44"/>
            <p:cNvSpPr/>
            <p:nvPr/>
          </p:nvSpPr>
          <p:spPr>
            <a:xfrm>
              <a:off x="6934871" y="664559"/>
              <a:ext cx="98629" cy="121599"/>
            </a:xfrm>
            <a:custGeom>
              <a:rect b="b" l="l" r="r" t="t"/>
              <a:pathLst>
                <a:path extrusionOk="0" h="418" w="339">
                  <a:moveTo>
                    <a:pt x="172" y="65"/>
                  </a:moveTo>
                  <a:cubicBezTo>
                    <a:pt x="230" y="65"/>
                    <a:pt x="279" y="114"/>
                    <a:pt x="279" y="172"/>
                  </a:cubicBezTo>
                  <a:lnTo>
                    <a:pt x="279" y="353"/>
                  </a:lnTo>
                  <a:lnTo>
                    <a:pt x="64" y="353"/>
                  </a:lnTo>
                  <a:lnTo>
                    <a:pt x="64" y="172"/>
                  </a:lnTo>
                  <a:cubicBezTo>
                    <a:pt x="64" y="114"/>
                    <a:pt x="113" y="65"/>
                    <a:pt x="172" y="65"/>
                  </a:cubicBezTo>
                  <a:close/>
                  <a:moveTo>
                    <a:pt x="172" y="1"/>
                  </a:moveTo>
                  <a:cubicBezTo>
                    <a:pt x="79" y="1"/>
                    <a:pt x="0" y="79"/>
                    <a:pt x="0" y="172"/>
                  </a:cubicBezTo>
                  <a:lnTo>
                    <a:pt x="0" y="417"/>
                  </a:lnTo>
                  <a:lnTo>
                    <a:pt x="338" y="417"/>
                  </a:lnTo>
                  <a:lnTo>
                    <a:pt x="338" y="172"/>
                  </a:lnTo>
                  <a:cubicBezTo>
                    <a:pt x="338" y="79"/>
                    <a:pt x="265" y="1"/>
                    <a:pt x="1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44"/>
            <p:cNvSpPr/>
            <p:nvPr/>
          </p:nvSpPr>
          <p:spPr>
            <a:xfrm>
              <a:off x="6914796" y="735831"/>
              <a:ext cx="138487" cy="81454"/>
            </a:xfrm>
            <a:custGeom>
              <a:rect b="b" l="l" r="r" t="t"/>
              <a:pathLst>
                <a:path extrusionOk="0" h="280" w="476">
                  <a:moveTo>
                    <a:pt x="50" y="1"/>
                  </a:moveTo>
                  <a:cubicBezTo>
                    <a:pt x="20" y="1"/>
                    <a:pt x="1" y="25"/>
                    <a:pt x="1" y="50"/>
                  </a:cubicBezTo>
                  <a:lnTo>
                    <a:pt x="1" y="231"/>
                  </a:lnTo>
                  <a:cubicBezTo>
                    <a:pt x="1" y="260"/>
                    <a:pt x="20" y="280"/>
                    <a:pt x="50" y="280"/>
                  </a:cubicBezTo>
                  <a:lnTo>
                    <a:pt x="427" y="280"/>
                  </a:lnTo>
                  <a:cubicBezTo>
                    <a:pt x="456" y="280"/>
                    <a:pt x="476" y="260"/>
                    <a:pt x="476" y="231"/>
                  </a:cubicBezTo>
                  <a:lnTo>
                    <a:pt x="476" y="50"/>
                  </a:lnTo>
                  <a:cubicBezTo>
                    <a:pt x="476" y="25"/>
                    <a:pt x="456" y="1"/>
                    <a:pt x="4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44"/>
            <p:cNvSpPr/>
            <p:nvPr/>
          </p:nvSpPr>
          <p:spPr>
            <a:xfrm>
              <a:off x="7712841" y="334089"/>
              <a:ext cx="88446" cy="68654"/>
            </a:xfrm>
            <a:custGeom>
              <a:rect b="b" l="l" r="r" t="t"/>
              <a:pathLst>
                <a:path extrusionOk="0" h="236" w="304">
                  <a:moveTo>
                    <a:pt x="152" y="1"/>
                  </a:moveTo>
                  <a:cubicBezTo>
                    <a:pt x="93" y="1"/>
                    <a:pt x="39" y="25"/>
                    <a:pt x="0" y="59"/>
                  </a:cubicBezTo>
                  <a:lnTo>
                    <a:pt x="25" y="84"/>
                  </a:lnTo>
                  <a:cubicBezTo>
                    <a:pt x="54" y="50"/>
                    <a:pt x="103" y="30"/>
                    <a:pt x="152" y="30"/>
                  </a:cubicBezTo>
                  <a:cubicBezTo>
                    <a:pt x="201" y="30"/>
                    <a:pt x="245" y="50"/>
                    <a:pt x="279" y="84"/>
                  </a:cubicBezTo>
                  <a:lnTo>
                    <a:pt x="304" y="59"/>
                  </a:lnTo>
                  <a:cubicBezTo>
                    <a:pt x="265" y="25"/>
                    <a:pt x="211" y="1"/>
                    <a:pt x="152" y="1"/>
                  </a:cubicBezTo>
                  <a:close/>
                  <a:moveTo>
                    <a:pt x="152" y="59"/>
                  </a:moveTo>
                  <a:cubicBezTo>
                    <a:pt x="108" y="59"/>
                    <a:pt x="74" y="79"/>
                    <a:pt x="44" y="104"/>
                  </a:cubicBezTo>
                  <a:lnTo>
                    <a:pt x="69" y="128"/>
                  </a:lnTo>
                  <a:cubicBezTo>
                    <a:pt x="88" y="104"/>
                    <a:pt x="118" y="94"/>
                    <a:pt x="152" y="94"/>
                  </a:cubicBezTo>
                  <a:cubicBezTo>
                    <a:pt x="186" y="94"/>
                    <a:pt x="216" y="104"/>
                    <a:pt x="235" y="128"/>
                  </a:cubicBezTo>
                  <a:lnTo>
                    <a:pt x="260" y="104"/>
                  </a:lnTo>
                  <a:cubicBezTo>
                    <a:pt x="230" y="79"/>
                    <a:pt x="191" y="59"/>
                    <a:pt x="152" y="59"/>
                  </a:cubicBezTo>
                  <a:close/>
                  <a:moveTo>
                    <a:pt x="152" y="128"/>
                  </a:moveTo>
                  <a:cubicBezTo>
                    <a:pt x="128" y="128"/>
                    <a:pt x="108" y="138"/>
                    <a:pt x="93" y="152"/>
                  </a:cubicBezTo>
                  <a:lnTo>
                    <a:pt x="118" y="177"/>
                  </a:lnTo>
                  <a:cubicBezTo>
                    <a:pt x="123" y="167"/>
                    <a:pt x="137" y="162"/>
                    <a:pt x="152" y="162"/>
                  </a:cubicBezTo>
                  <a:cubicBezTo>
                    <a:pt x="167" y="162"/>
                    <a:pt x="177" y="167"/>
                    <a:pt x="186" y="177"/>
                  </a:cubicBezTo>
                  <a:lnTo>
                    <a:pt x="211" y="152"/>
                  </a:lnTo>
                  <a:cubicBezTo>
                    <a:pt x="196" y="138"/>
                    <a:pt x="172" y="128"/>
                    <a:pt x="152" y="128"/>
                  </a:cubicBezTo>
                  <a:close/>
                  <a:moveTo>
                    <a:pt x="152" y="187"/>
                  </a:moveTo>
                  <a:cubicBezTo>
                    <a:pt x="137" y="187"/>
                    <a:pt x="128" y="197"/>
                    <a:pt x="128" y="211"/>
                  </a:cubicBezTo>
                  <a:cubicBezTo>
                    <a:pt x="128" y="226"/>
                    <a:pt x="137" y="236"/>
                    <a:pt x="152" y="236"/>
                  </a:cubicBezTo>
                  <a:cubicBezTo>
                    <a:pt x="167" y="236"/>
                    <a:pt x="177" y="226"/>
                    <a:pt x="177" y="211"/>
                  </a:cubicBezTo>
                  <a:cubicBezTo>
                    <a:pt x="177" y="197"/>
                    <a:pt x="167" y="187"/>
                    <a:pt x="152" y="1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44"/>
            <p:cNvSpPr/>
            <p:nvPr/>
          </p:nvSpPr>
          <p:spPr>
            <a:xfrm>
              <a:off x="7614503" y="343980"/>
              <a:ext cx="77099" cy="57309"/>
            </a:xfrm>
            <a:custGeom>
              <a:rect b="b" l="l" r="r" t="t"/>
              <a:pathLst>
                <a:path extrusionOk="0" h="197" w="265">
                  <a:moveTo>
                    <a:pt x="0" y="143"/>
                  </a:moveTo>
                  <a:lnTo>
                    <a:pt x="0" y="192"/>
                  </a:lnTo>
                  <a:lnTo>
                    <a:pt x="30" y="192"/>
                  </a:lnTo>
                  <a:lnTo>
                    <a:pt x="30" y="143"/>
                  </a:lnTo>
                  <a:close/>
                  <a:moveTo>
                    <a:pt x="59" y="109"/>
                  </a:moveTo>
                  <a:lnTo>
                    <a:pt x="59" y="192"/>
                  </a:lnTo>
                  <a:lnTo>
                    <a:pt x="88" y="192"/>
                  </a:lnTo>
                  <a:lnTo>
                    <a:pt x="88" y="109"/>
                  </a:lnTo>
                  <a:close/>
                  <a:moveTo>
                    <a:pt x="118" y="70"/>
                  </a:moveTo>
                  <a:lnTo>
                    <a:pt x="118" y="192"/>
                  </a:lnTo>
                  <a:lnTo>
                    <a:pt x="147" y="192"/>
                  </a:lnTo>
                  <a:lnTo>
                    <a:pt x="147" y="70"/>
                  </a:lnTo>
                  <a:close/>
                  <a:moveTo>
                    <a:pt x="177" y="35"/>
                  </a:moveTo>
                  <a:lnTo>
                    <a:pt x="177" y="192"/>
                  </a:lnTo>
                  <a:lnTo>
                    <a:pt x="206" y="192"/>
                  </a:lnTo>
                  <a:lnTo>
                    <a:pt x="206" y="35"/>
                  </a:lnTo>
                  <a:close/>
                  <a:moveTo>
                    <a:pt x="235" y="1"/>
                  </a:moveTo>
                  <a:lnTo>
                    <a:pt x="235" y="197"/>
                  </a:lnTo>
                  <a:lnTo>
                    <a:pt x="265" y="197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44"/>
            <p:cNvSpPr/>
            <p:nvPr/>
          </p:nvSpPr>
          <p:spPr>
            <a:xfrm>
              <a:off x="7823979" y="345434"/>
              <a:ext cx="115503" cy="55854"/>
            </a:xfrm>
            <a:custGeom>
              <a:rect b="b" l="l" r="r" t="t"/>
              <a:pathLst>
                <a:path extrusionOk="0" h="192" w="397">
                  <a:moveTo>
                    <a:pt x="44" y="20"/>
                  </a:moveTo>
                  <a:cubicBezTo>
                    <a:pt x="30" y="20"/>
                    <a:pt x="20" y="35"/>
                    <a:pt x="20" y="50"/>
                  </a:cubicBezTo>
                  <a:lnTo>
                    <a:pt x="20" y="148"/>
                  </a:lnTo>
                  <a:cubicBezTo>
                    <a:pt x="20" y="162"/>
                    <a:pt x="30" y="172"/>
                    <a:pt x="44" y="172"/>
                  </a:cubicBezTo>
                  <a:lnTo>
                    <a:pt x="274" y="172"/>
                  </a:lnTo>
                  <a:lnTo>
                    <a:pt x="274" y="20"/>
                  </a:lnTo>
                  <a:close/>
                  <a:moveTo>
                    <a:pt x="338" y="11"/>
                  </a:moveTo>
                  <a:cubicBezTo>
                    <a:pt x="358" y="11"/>
                    <a:pt x="372" y="25"/>
                    <a:pt x="372" y="45"/>
                  </a:cubicBezTo>
                  <a:lnTo>
                    <a:pt x="372" y="153"/>
                  </a:lnTo>
                  <a:cubicBezTo>
                    <a:pt x="372" y="172"/>
                    <a:pt x="358" y="187"/>
                    <a:pt x="338" y="187"/>
                  </a:cubicBezTo>
                  <a:lnTo>
                    <a:pt x="39" y="187"/>
                  </a:lnTo>
                  <a:cubicBezTo>
                    <a:pt x="25" y="187"/>
                    <a:pt x="5" y="172"/>
                    <a:pt x="5" y="153"/>
                  </a:cubicBezTo>
                  <a:lnTo>
                    <a:pt x="5" y="45"/>
                  </a:lnTo>
                  <a:cubicBezTo>
                    <a:pt x="5" y="25"/>
                    <a:pt x="25" y="11"/>
                    <a:pt x="39" y="11"/>
                  </a:cubicBezTo>
                  <a:close/>
                  <a:moveTo>
                    <a:pt x="39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153"/>
                  </a:lnTo>
                  <a:cubicBezTo>
                    <a:pt x="0" y="172"/>
                    <a:pt x="20" y="192"/>
                    <a:pt x="39" y="192"/>
                  </a:cubicBezTo>
                  <a:lnTo>
                    <a:pt x="338" y="192"/>
                  </a:lnTo>
                  <a:cubicBezTo>
                    <a:pt x="363" y="192"/>
                    <a:pt x="377" y="172"/>
                    <a:pt x="377" y="153"/>
                  </a:cubicBezTo>
                  <a:lnTo>
                    <a:pt x="377" y="123"/>
                  </a:lnTo>
                  <a:lnTo>
                    <a:pt x="397" y="123"/>
                  </a:lnTo>
                  <a:lnTo>
                    <a:pt x="397" y="74"/>
                  </a:lnTo>
                  <a:lnTo>
                    <a:pt x="377" y="74"/>
                  </a:lnTo>
                  <a:lnTo>
                    <a:pt x="377" y="45"/>
                  </a:lnTo>
                  <a:cubicBezTo>
                    <a:pt x="377" y="20"/>
                    <a:pt x="363" y="1"/>
                    <a:pt x="3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44"/>
            <p:cNvSpPr/>
            <p:nvPr/>
          </p:nvSpPr>
          <p:spPr>
            <a:xfrm>
              <a:off x="8064585" y="611905"/>
              <a:ext cx="67498" cy="33163"/>
            </a:xfrm>
            <a:custGeom>
              <a:rect b="b" l="l" r="r" t="t"/>
              <a:pathLst>
                <a:path extrusionOk="0" h="114" w="232">
                  <a:moveTo>
                    <a:pt x="1" y="1"/>
                  </a:moveTo>
                  <a:lnTo>
                    <a:pt x="1" y="113"/>
                  </a:lnTo>
                  <a:lnTo>
                    <a:pt x="231" y="11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44"/>
            <p:cNvSpPr/>
            <p:nvPr/>
          </p:nvSpPr>
          <p:spPr>
            <a:xfrm>
              <a:off x="5837742" y="611905"/>
              <a:ext cx="65752" cy="33163"/>
            </a:xfrm>
            <a:custGeom>
              <a:rect b="b" l="l" r="r" t="t"/>
              <a:pathLst>
                <a:path extrusionOk="0" h="114" w="226">
                  <a:moveTo>
                    <a:pt x="0" y="1"/>
                  </a:moveTo>
                  <a:lnTo>
                    <a:pt x="0" y="113"/>
                  </a:lnTo>
                  <a:lnTo>
                    <a:pt x="226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44"/>
            <p:cNvSpPr/>
            <p:nvPr/>
          </p:nvSpPr>
          <p:spPr>
            <a:xfrm>
              <a:off x="8131792" y="1301644"/>
              <a:ext cx="24439" cy="354907"/>
            </a:xfrm>
            <a:custGeom>
              <a:rect b="b" l="l" r="r" t="t"/>
              <a:pathLst>
                <a:path extrusionOk="0" h="1220" w="84">
                  <a:moveTo>
                    <a:pt x="0" y="0"/>
                  </a:moveTo>
                  <a:lnTo>
                    <a:pt x="0" y="1219"/>
                  </a:lnTo>
                  <a:lnTo>
                    <a:pt x="39" y="1219"/>
                  </a:lnTo>
                  <a:cubicBezTo>
                    <a:pt x="64" y="1219"/>
                    <a:pt x="83" y="1200"/>
                    <a:pt x="83" y="1175"/>
                  </a:cubicBezTo>
                  <a:lnTo>
                    <a:pt x="83" y="44"/>
                  </a:lnTo>
                  <a:cubicBezTo>
                    <a:pt x="83" y="20"/>
                    <a:pt x="64" y="0"/>
                    <a:pt x="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44"/>
            <p:cNvSpPr/>
            <p:nvPr/>
          </p:nvSpPr>
          <p:spPr>
            <a:xfrm>
              <a:off x="5812139" y="1620769"/>
              <a:ext cx="25894" cy="356362"/>
            </a:xfrm>
            <a:custGeom>
              <a:rect b="b" l="l" r="r" t="t"/>
              <a:pathLst>
                <a:path extrusionOk="0" h="1225" w="89">
                  <a:moveTo>
                    <a:pt x="44" y="0"/>
                  </a:moveTo>
                  <a:cubicBezTo>
                    <a:pt x="20" y="0"/>
                    <a:pt x="0" y="20"/>
                    <a:pt x="0" y="49"/>
                  </a:cubicBezTo>
                  <a:lnTo>
                    <a:pt x="0" y="1180"/>
                  </a:lnTo>
                  <a:cubicBezTo>
                    <a:pt x="0" y="1205"/>
                    <a:pt x="20" y="1224"/>
                    <a:pt x="44" y="1224"/>
                  </a:cubicBezTo>
                  <a:lnTo>
                    <a:pt x="88" y="1224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44"/>
            <p:cNvSpPr/>
            <p:nvPr/>
          </p:nvSpPr>
          <p:spPr>
            <a:xfrm>
              <a:off x="5812139" y="1177427"/>
              <a:ext cx="25894" cy="356653"/>
            </a:xfrm>
            <a:custGeom>
              <a:rect b="b" l="l" r="r" t="t"/>
              <a:pathLst>
                <a:path extrusionOk="0" h="1226" w="89">
                  <a:moveTo>
                    <a:pt x="44" y="1"/>
                  </a:moveTo>
                  <a:cubicBezTo>
                    <a:pt x="20" y="1"/>
                    <a:pt x="0" y="21"/>
                    <a:pt x="0" y="45"/>
                  </a:cubicBezTo>
                  <a:lnTo>
                    <a:pt x="0" y="1181"/>
                  </a:lnTo>
                  <a:cubicBezTo>
                    <a:pt x="0" y="1206"/>
                    <a:pt x="20" y="1225"/>
                    <a:pt x="44" y="1225"/>
                  </a:cubicBezTo>
                  <a:lnTo>
                    <a:pt x="88" y="1225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44"/>
            <p:cNvSpPr/>
            <p:nvPr/>
          </p:nvSpPr>
          <p:spPr>
            <a:xfrm>
              <a:off x="5812139" y="859757"/>
              <a:ext cx="25894" cy="111418"/>
            </a:xfrm>
            <a:custGeom>
              <a:rect b="b" l="l" r="r" t="t"/>
              <a:pathLst>
                <a:path extrusionOk="0" h="383" w="89">
                  <a:moveTo>
                    <a:pt x="44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339"/>
                  </a:lnTo>
                  <a:cubicBezTo>
                    <a:pt x="0" y="363"/>
                    <a:pt x="20" y="383"/>
                    <a:pt x="44" y="383"/>
                  </a:cubicBezTo>
                  <a:lnTo>
                    <a:pt x="88" y="383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44"/>
            <p:cNvSpPr/>
            <p:nvPr/>
          </p:nvSpPr>
          <p:spPr>
            <a:xfrm>
              <a:off x="8064585" y="4496962"/>
              <a:ext cx="67498" cy="34618"/>
            </a:xfrm>
            <a:custGeom>
              <a:rect b="b" l="l" r="r" t="t"/>
              <a:pathLst>
                <a:path extrusionOk="0" h="119" w="232">
                  <a:moveTo>
                    <a:pt x="1" y="1"/>
                  </a:moveTo>
                  <a:lnTo>
                    <a:pt x="1" y="118"/>
                  </a:lnTo>
                  <a:lnTo>
                    <a:pt x="231" y="118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44"/>
            <p:cNvSpPr/>
            <p:nvPr/>
          </p:nvSpPr>
          <p:spPr>
            <a:xfrm>
              <a:off x="5837742" y="4496962"/>
              <a:ext cx="65752" cy="34618"/>
            </a:xfrm>
            <a:custGeom>
              <a:rect b="b" l="l" r="r" t="t"/>
              <a:pathLst>
                <a:path extrusionOk="0" h="119" w="226">
                  <a:moveTo>
                    <a:pt x="0" y="1"/>
                  </a:moveTo>
                  <a:lnTo>
                    <a:pt x="0" y="118"/>
                  </a:lnTo>
                  <a:lnTo>
                    <a:pt x="226" y="11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44"/>
            <p:cNvSpPr/>
            <p:nvPr/>
          </p:nvSpPr>
          <p:spPr>
            <a:xfrm>
              <a:off x="6649976" y="3637490"/>
              <a:ext cx="4598" cy="4470"/>
            </a:xfrm>
            <a:custGeom>
              <a:rect b="b" l="l" r="r" t="t"/>
              <a:pathLst>
                <a:path extrusionOk="0" h="35" w="36">
                  <a:moveTo>
                    <a:pt x="1" y="0"/>
                  </a:moveTo>
                  <a:lnTo>
                    <a:pt x="27" y="34"/>
                  </a:lnTo>
                  <a:lnTo>
                    <a:pt x="35" y="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5"/>
          <p:cNvSpPr/>
          <p:nvPr/>
        </p:nvSpPr>
        <p:spPr>
          <a:xfrm rot="10800000">
            <a:off x="1124030" y="0"/>
            <a:ext cx="6895940" cy="2327394"/>
          </a:xfrm>
          <a:custGeom>
            <a:rect b="b" l="l" r="r" t="t"/>
            <a:pathLst>
              <a:path extrusionOk="0" h="3103192" w="9194586">
                <a:moveTo>
                  <a:pt x="191594" y="838586"/>
                </a:moveTo>
                <a:cubicBezTo>
                  <a:pt x="180560" y="838586"/>
                  <a:pt x="170570" y="834113"/>
                  <a:pt x="163338" y="826881"/>
                </a:cubicBezTo>
                <a:lnTo>
                  <a:pt x="152955" y="801815"/>
                </a:lnTo>
                <a:lnTo>
                  <a:pt x="0" y="800790"/>
                </a:lnTo>
                <a:lnTo>
                  <a:pt x="0" y="793927"/>
                </a:lnTo>
                <a:lnTo>
                  <a:pt x="29" y="793899"/>
                </a:lnTo>
                <a:lnTo>
                  <a:pt x="153159" y="794945"/>
                </a:lnTo>
                <a:lnTo>
                  <a:pt x="163338" y="770370"/>
                </a:lnTo>
                <a:cubicBezTo>
                  <a:pt x="170570" y="763139"/>
                  <a:pt x="180560" y="758666"/>
                  <a:pt x="191594" y="758666"/>
                </a:cubicBezTo>
                <a:cubicBezTo>
                  <a:pt x="213663" y="758666"/>
                  <a:pt x="231553" y="776556"/>
                  <a:pt x="231553" y="798626"/>
                </a:cubicBezTo>
                <a:cubicBezTo>
                  <a:pt x="231553" y="820695"/>
                  <a:pt x="213663" y="838586"/>
                  <a:pt x="191594" y="838586"/>
                </a:cubicBezTo>
                <a:close/>
                <a:moveTo>
                  <a:pt x="9002992" y="838587"/>
                </a:moveTo>
                <a:cubicBezTo>
                  <a:pt x="8980922" y="838587"/>
                  <a:pt x="8963032" y="820696"/>
                  <a:pt x="8963032" y="798627"/>
                </a:cubicBezTo>
                <a:cubicBezTo>
                  <a:pt x="8963032" y="776557"/>
                  <a:pt x="8980922" y="758667"/>
                  <a:pt x="9002992" y="758667"/>
                </a:cubicBezTo>
                <a:cubicBezTo>
                  <a:pt x="9014026" y="758667"/>
                  <a:pt x="9024016" y="763141"/>
                  <a:pt x="9031248" y="770371"/>
                </a:cubicBezTo>
                <a:lnTo>
                  <a:pt x="9041427" y="794946"/>
                </a:lnTo>
                <a:lnTo>
                  <a:pt x="9194556" y="793900"/>
                </a:lnTo>
                <a:lnTo>
                  <a:pt x="9194586" y="793928"/>
                </a:lnTo>
                <a:lnTo>
                  <a:pt x="9194586" y="800792"/>
                </a:lnTo>
                <a:lnTo>
                  <a:pt x="9041630" y="801816"/>
                </a:lnTo>
                <a:lnTo>
                  <a:pt x="9031248" y="826883"/>
                </a:lnTo>
                <a:cubicBezTo>
                  <a:pt x="9024016" y="834114"/>
                  <a:pt x="9014026" y="838587"/>
                  <a:pt x="9002992" y="838587"/>
                </a:cubicBezTo>
                <a:close/>
                <a:moveTo>
                  <a:pt x="29" y="986605"/>
                </a:moveTo>
                <a:lnTo>
                  <a:pt x="29" y="979769"/>
                </a:lnTo>
                <a:lnTo>
                  <a:pt x="29" y="979711"/>
                </a:lnTo>
                <a:cubicBezTo>
                  <a:pt x="82086" y="978887"/>
                  <a:pt x="163999" y="977661"/>
                  <a:pt x="245456" y="975867"/>
                </a:cubicBezTo>
                <a:cubicBezTo>
                  <a:pt x="317941" y="898911"/>
                  <a:pt x="394187" y="823461"/>
                  <a:pt x="467926" y="750492"/>
                </a:cubicBezTo>
                <a:lnTo>
                  <a:pt x="598499" y="619753"/>
                </a:lnTo>
                <a:lnTo>
                  <a:pt x="588201" y="594897"/>
                </a:lnTo>
                <a:cubicBezTo>
                  <a:pt x="588201" y="584672"/>
                  <a:pt x="592103" y="574447"/>
                  <a:pt x="599907" y="566644"/>
                </a:cubicBezTo>
                <a:cubicBezTo>
                  <a:pt x="615515" y="551035"/>
                  <a:pt x="640807" y="551035"/>
                  <a:pt x="656415" y="566644"/>
                </a:cubicBezTo>
                <a:cubicBezTo>
                  <a:pt x="672023" y="582251"/>
                  <a:pt x="672023" y="607543"/>
                  <a:pt x="656415" y="623150"/>
                </a:cubicBezTo>
                <a:cubicBezTo>
                  <a:pt x="648611" y="630955"/>
                  <a:pt x="638385" y="634858"/>
                  <a:pt x="628161" y="634858"/>
                </a:cubicBezTo>
                <a:lnTo>
                  <a:pt x="603360" y="624582"/>
                </a:lnTo>
                <a:lnTo>
                  <a:pt x="472739" y="755391"/>
                </a:lnTo>
                <a:cubicBezTo>
                  <a:pt x="398716" y="828646"/>
                  <a:pt x="322157" y="904407"/>
                  <a:pt x="249471" y="981649"/>
                </a:cubicBezTo>
                <a:lnTo>
                  <a:pt x="248475" y="982703"/>
                </a:lnTo>
                <a:lnTo>
                  <a:pt x="247051" y="982703"/>
                </a:lnTo>
                <a:cubicBezTo>
                  <a:pt x="165051" y="984554"/>
                  <a:pt x="82597" y="985779"/>
                  <a:pt x="29" y="986605"/>
                </a:cubicBezTo>
                <a:close/>
                <a:moveTo>
                  <a:pt x="9194556" y="986606"/>
                </a:moveTo>
                <a:cubicBezTo>
                  <a:pt x="9111988" y="985780"/>
                  <a:pt x="9029534" y="984555"/>
                  <a:pt x="8947534" y="982705"/>
                </a:cubicBezTo>
                <a:lnTo>
                  <a:pt x="8946111" y="982705"/>
                </a:lnTo>
                <a:lnTo>
                  <a:pt x="8945114" y="981650"/>
                </a:lnTo>
                <a:cubicBezTo>
                  <a:pt x="8872429" y="904408"/>
                  <a:pt x="8795870" y="828647"/>
                  <a:pt x="8721847" y="755392"/>
                </a:cubicBezTo>
                <a:lnTo>
                  <a:pt x="8591226" y="624583"/>
                </a:lnTo>
                <a:lnTo>
                  <a:pt x="8566425" y="634859"/>
                </a:lnTo>
                <a:cubicBezTo>
                  <a:pt x="8556200" y="634859"/>
                  <a:pt x="8545975" y="630956"/>
                  <a:pt x="8538170" y="623152"/>
                </a:cubicBezTo>
                <a:cubicBezTo>
                  <a:pt x="8522563" y="607544"/>
                  <a:pt x="8522563" y="582252"/>
                  <a:pt x="8538170" y="566645"/>
                </a:cubicBezTo>
                <a:cubicBezTo>
                  <a:pt x="8553779" y="551037"/>
                  <a:pt x="8579071" y="551037"/>
                  <a:pt x="8594679" y="566645"/>
                </a:cubicBezTo>
                <a:cubicBezTo>
                  <a:pt x="8602483" y="574449"/>
                  <a:pt x="8606385" y="584673"/>
                  <a:pt x="8606385" y="594898"/>
                </a:cubicBezTo>
                <a:lnTo>
                  <a:pt x="8596086" y="619754"/>
                </a:lnTo>
                <a:lnTo>
                  <a:pt x="8726660" y="750493"/>
                </a:lnTo>
                <a:cubicBezTo>
                  <a:pt x="8800398" y="823462"/>
                  <a:pt x="8876645" y="898912"/>
                  <a:pt x="8949130" y="975868"/>
                </a:cubicBezTo>
                <a:cubicBezTo>
                  <a:pt x="9030587" y="977662"/>
                  <a:pt x="9112500" y="978888"/>
                  <a:pt x="9194556" y="979713"/>
                </a:cubicBezTo>
                <a:lnTo>
                  <a:pt x="9194556" y="979770"/>
                </a:lnTo>
                <a:close/>
                <a:moveTo>
                  <a:pt x="1383550" y="1080935"/>
                </a:moveTo>
                <a:cubicBezTo>
                  <a:pt x="1370934" y="1080935"/>
                  <a:pt x="1358316" y="1076122"/>
                  <a:pt x="1348690" y="1066495"/>
                </a:cubicBezTo>
                <a:cubicBezTo>
                  <a:pt x="1329436" y="1047242"/>
                  <a:pt x="1329436" y="1016026"/>
                  <a:pt x="1348690" y="996773"/>
                </a:cubicBezTo>
                <a:cubicBezTo>
                  <a:pt x="1367943" y="977518"/>
                  <a:pt x="1399159" y="977518"/>
                  <a:pt x="1418412" y="996773"/>
                </a:cubicBezTo>
                <a:cubicBezTo>
                  <a:pt x="1437666" y="1016026"/>
                  <a:pt x="1437666" y="1047242"/>
                  <a:pt x="1418412" y="1066495"/>
                </a:cubicBezTo>
                <a:cubicBezTo>
                  <a:pt x="1408785" y="1076122"/>
                  <a:pt x="1396168" y="1080935"/>
                  <a:pt x="1383550" y="1080935"/>
                </a:cubicBezTo>
                <a:close/>
                <a:moveTo>
                  <a:pt x="7811035" y="1080936"/>
                </a:moveTo>
                <a:cubicBezTo>
                  <a:pt x="7798417" y="1080936"/>
                  <a:pt x="7785801" y="1076123"/>
                  <a:pt x="7776174" y="1066496"/>
                </a:cubicBezTo>
                <a:cubicBezTo>
                  <a:pt x="7756919" y="1047243"/>
                  <a:pt x="7756919" y="1016027"/>
                  <a:pt x="7776174" y="996774"/>
                </a:cubicBezTo>
                <a:cubicBezTo>
                  <a:pt x="7795427" y="977520"/>
                  <a:pt x="7826642" y="977520"/>
                  <a:pt x="7845896" y="996774"/>
                </a:cubicBezTo>
                <a:cubicBezTo>
                  <a:pt x="7865150" y="1016027"/>
                  <a:pt x="7865150" y="1047243"/>
                  <a:pt x="7845896" y="1066496"/>
                </a:cubicBezTo>
                <a:cubicBezTo>
                  <a:pt x="7836270" y="1076123"/>
                  <a:pt x="7823652" y="1080936"/>
                  <a:pt x="7811035" y="1080936"/>
                </a:cubicBezTo>
                <a:close/>
                <a:moveTo>
                  <a:pt x="1145044" y="1319442"/>
                </a:moveTo>
                <a:cubicBezTo>
                  <a:pt x="1132427" y="1319442"/>
                  <a:pt x="1119809" y="1314629"/>
                  <a:pt x="1110183" y="1305002"/>
                </a:cubicBezTo>
                <a:cubicBezTo>
                  <a:pt x="1090929" y="1285749"/>
                  <a:pt x="1090929" y="1254533"/>
                  <a:pt x="1110183" y="1235280"/>
                </a:cubicBezTo>
                <a:cubicBezTo>
                  <a:pt x="1129436" y="1216025"/>
                  <a:pt x="1160652" y="1216025"/>
                  <a:pt x="1179905" y="1235280"/>
                </a:cubicBezTo>
                <a:cubicBezTo>
                  <a:pt x="1199160" y="1254533"/>
                  <a:pt x="1199160" y="1285749"/>
                  <a:pt x="1179905" y="1305002"/>
                </a:cubicBezTo>
                <a:cubicBezTo>
                  <a:pt x="1170278" y="1314629"/>
                  <a:pt x="1157661" y="1319442"/>
                  <a:pt x="1145044" y="1319442"/>
                </a:cubicBezTo>
                <a:close/>
                <a:moveTo>
                  <a:pt x="8049542" y="1319443"/>
                </a:moveTo>
                <a:cubicBezTo>
                  <a:pt x="8036924" y="1319443"/>
                  <a:pt x="8024307" y="1314630"/>
                  <a:pt x="8014680" y="1305003"/>
                </a:cubicBezTo>
                <a:cubicBezTo>
                  <a:pt x="7995426" y="1285750"/>
                  <a:pt x="7995426" y="1254534"/>
                  <a:pt x="8014680" y="1235281"/>
                </a:cubicBezTo>
                <a:cubicBezTo>
                  <a:pt x="8033933" y="1216026"/>
                  <a:pt x="8065149" y="1216026"/>
                  <a:pt x="8084402" y="1235281"/>
                </a:cubicBezTo>
                <a:cubicBezTo>
                  <a:pt x="8103657" y="1254534"/>
                  <a:pt x="8103657" y="1285750"/>
                  <a:pt x="8084402" y="1305003"/>
                </a:cubicBezTo>
                <a:cubicBezTo>
                  <a:pt x="8074776" y="1314630"/>
                  <a:pt x="8062158" y="1319443"/>
                  <a:pt x="8049542" y="1319443"/>
                </a:cubicBezTo>
                <a:close/>
                <a:moveTo>
                  <a:pt x="115037" y="1348095"/>
                </a:moveTo>
                <a:lnTo>
                  <a:pt x="57" y="1348095"/>
                </a:lnTo>
                <a:lnTo>
                  <a:pt x="57" y="1330949"/>
                </a:lnTo>
                <a:lnTo>
                  <a:pt x="107775" y="1330949"/>
                </a:lnTo>
                <a:cubicBezTo>
                  <a:pt x="277469" y="1156469"/>
                  <a:pt x="452887" y="982305"/>
                  <a:pt x="622551" y="813863"/>
                </a:cubicBezTo>
                <a:lnTo>
                  <a:pt x="906310" y="531003"/>
                </a:lnTo>
                <a:lnTo>
                  <a:pt x="898622" y="512442"/>
                </a:lnTo>
                <a:cubicBezTo>
                  <a:pt x="898622" y="490372"/>
                  <a:pt x="916514" y="472483"/>
                  <a:pt x="938582" y="472483"/>
                </a:cubicBezTo>
                <a:cubicBezTo>
                  <a:pt x="960652" y="472483"/>
                  <a:pt x="978542" y="490372"/>
                  <a:pt x="978542" y="512442"/>
                </a:cubicBezTo>
                <a:cubicBezTo>
                  <a:pt x="978542" y="534511"/>
                  <a:pt x="960652" y="552402"/>
                  <a:pt x="938582" y="552402"/>
                </a:cubicBezTo>
                <a:lnTo>
                  <a:pt x="917789" y="543790"/>
                </a:lnTo>
                <a:lnTo>
                  <a:pt x="634657" y="826054"/>
                </a:lnTo>
                <a:cubicBezTo>
                  <a:pt x="464193" y="995293"/>
                  <a:pt x="287949" y="1170255"/>
                  <a:pt x="117572" y="1345503"/>
                </a:cubicBezTo>
                <a:close/>
                <a:moveTo>
                  <a:pt x="9194529" y="1348096"/>
                </a:moveTo>
                <a:lnTo>
                  <a:pt x="9079549" y="1348096"/>
                </a:lnTo>
                <a:lnTo>
                  <a:pt x="9077014" y="1345505"/>
                </a:lnTo>
                <a:cubicBezTo>
                  <a:pt x="8906636" y="1170256"/>
                  <a:pt x="8730393" y="995294"/>
                  <a:pt x="8559928" y="826055"/>
                </a:cubicBezTo>
                <a:lnTo>
                  <a:pt x="8276797" y="543791"/>
                </a:lnTo>
                <a:lnTo>
                  <a:pt x="8256003" y="552404"/>
                </a:lnTo>
                <a:cubicBezTo>
                  <a:pt x="8233934" y="552404"/>
                  <a:pt x="8216044" y="534512"/>
                  <a:pt x="8216044" y="512443"/>
                </a:cubicBezTo>
                <a:cubicBezTo>
                  <a:pt x="8216044" y="490374"/>
                  <a:pt x="8233934" y="472484"/>
                  <a:pt x="8256003" y="472484"/>
                </a:cubicBezTo>
                <a:cubicBezTo>
                  <a:pt x="8278071" y="472484"/>
                  <a:pt x="8295964" y="490374"/>
                  <a:pt x="8295964" y="512443"/>
                </a:cubicBezTo>
                <a:lnTo>
                  <a:pt x="8288276" y="531004"/>
                </a:lnTo>
                <a:lnTo>
                  <a:pt x="8572034" y="813865"/>
                </a:lnTo>
                <a:cubicBezTo>
                  <a:pt x="8741699" y="982306"/>
                  <a:pt x="8917117" y="1156470"/>
                  <a:pt x="9086811" y="1330950"/>
                </a:cubicBezTo>
                <a:lnTo>
                  <a:pt x="9194529" y="1330950"/>
                </a:lnTo>
                <a:close/>
                <a:moveTo>
                  <a:pt x="153716" y="1537926"/>
                </a:moveTo>
                <a:lnTo>
                  <a:pt x="150127" y="1537926"/>
                </a:lnTo>
                <a:cubicBezTo>
                  <a:pt x="100227" y="1537926"/>
                  <a:pt x="50185" y="1537926"/>
                  <a:pt x="29" y="1537926"/>
                </a:cubicBezTo>
                <a:lnTo>
                  <a:pt x="29" y="1520780"/>
                </a:lnTo>
                <a:cubicBezTo>
                  <a:pt x="48989" y="1520780"/>
                  <a:pt x="97834" y="1520780"/>
                  <a:pt x="146539" y="1520780"/>
                </a:cubicBezTo>
                <a:cubicBezTo>
                  <a:pt x="302647" y="1362764"/>
                  <a:pt x="462286" y="1204092"/>
                  <a:pt x="616714" y="1050662"/>
                </a:cubicBezTo>
                <a:cubicBezTo>
                  <a:pt x="771911" y="896405"/>
                  <a:pt x="932405" y="736907"/>
                  <a:pt x="1089281" y="578093"/>
                </a:cubicBezTo>
                <a:lnTo>
                  <a:pt x="1091789" y="575559"/>
                </a:lnTo>
                <a:lnTo>
                  <a:pt x="1095376" y="575559"/>
                </a:lnTo>
                <a:cubicBezTo>
                  <a:pt x="1314402" y="575559"/>
                  <a:pt x="1537149" y="575559"/>
                  <a:pt x="1760873" y="575413"/>
                </a:cubicBezTo>
                <a:lnTo>
                  <a:pt x="2394975" y="574447"/>
                </a:lnTo>
                <a:lnTo>
                  <a:pt x="2406708" y="552250"/>
                </a:lnTo>
                <a:cubicBezTo>
                  <a:pt x="2423704" y="538170"/>
                  <a:pt x="2448894" y="540534"/>
                  <a:pt x="2462974" y="557530"/>
                </a:cubicBezTo>
                <a:cubicBezTo>
                  <a:pt x="2477053" y="574524"/>
                  <a:pt x="2474690" y="599714"/>
                  <a:pt x="2457694" y="613794"/>
                </a:cubicBezTo>
                <a:cubicBezTo>
                  <a:pt x="2440699" y="627874"/>
                  <a:pt x="2415509" y="625510"/>
                  <a:pt x="2401430" y="608515"/>
                </a:cubicBezTo>
                <a:lnTo>
                  <a:pt x="2396211" y="591592"/>
                </a:lnTo>
                <a:lnTo>
                  <a:pt x="1762737" y="592559"/>
                </a:lnTo>
                <a:cubicBezTo>
                  <a:pt x="1539605" y="592705"/>
                  <a:pt x="1317435" y="592705"/>
                  <a:pt x="1098966" y="592705"/>
                </a:cubicBezTo>
                <a:cubicBezTo>
                  <a:pt x="942858" y="750722"/>
                  <a:pt x="783218" y="909392"/>
                  <a:pt x="628791" y="1062823"/>
                </a:cubicBezTo>
                <a:cubicBezTo>
                  <a:pt x="473593" y="1217079"/>
                  <a:pt x="313099" y="1376577"/>
                  <a:pt x="156223" y="1535391"/>
                </a:cubicBezTo>
                <a:close/>
                <a:moveTo>
                  <a:pt x="9194556" y="1537927"/>
                </a:moveTo>
                <a:cubicBezTo>
                  <a:pt x="9144400" y="1537927"/>
                  <a:pt x="9094359" y="1537927"/>
                  <a:pt x="9044459" y="1537927"/>
                </a:cubicBezTo>
                <a:lnTo>
                  <a:pt x="9040870" y="1537927"/>
                </a:lnTo>
                <a:lnTo>
                  <a:pt x="9038362" y="1535392"/>
                </a:lnTo>
                <a:cubicBezTo>
                  <a:pt x="8881486" y="1376578"/>
                  <a:pt x="8720993" y="1217081"/>
                  <a:pt x="8565795" y="1062824"/>
                </a:cubicBezTo>
                <a:cubicBezTo>
                  <a:pt x="8411367" y="909393"/>
                  <a:pt x="8251728" y="750723"/>
                  <a:pt x="8095620" y="592707"/>
                </a:cubicBezTo>
                <a:cubicBezTo>
                  <a:pt x="7877151" y="592707"/>
                  <a:pt x="7654981" y="592707"/>
                  <a:pt x="7431848" y="592560"/>
                </a:cubicBezTo>
                <a:lnTo>
                  <a:pt x="6798375" y="591593"/>
                </a:lnTo>
                <a:lnTo>
                  <a:pt x="6793156" y="608516"/>
                </a:lnTo>
                <a:cubicBezTo>
                  <a:pt x="6779077" y="625511"/>
                  <a:pt x="6753887" y="627875"/>
                  <a:pt x="6736892" y="613795"/>
                </a:cubicBezTo>
                <a:cubicBezTo>
                  <a:pt x="6719896" y="599715"/>
                  <a:pt x="6717532" y="574526"/>
                  <a:pt x="6731612" y="557531"/>
                </a:cubicBezTo>
                <a:cubicBezTo>
                  <a:pt x="6745692" y="540535"/>
                  <a:pt x="6770882" y="538171"/>
                  <a:pt x="6787878" y="552251"/>
                </a:cubicBezTo>
                <a:lnTo>
                  <a:pt x="6799611" y="574449"/>
                </a:lnTo>
                <a:lnTo>
                  <a:pt x="7433713" y="575414"/>
                </a:lnTo>
                <a:cubicBezTo>
                  <a:pt x="7657437" y="575561"/>
                  <a:pt x="7880184" y="575561"/>
                  <a:pt x="8099209" y="575561"/>
                </a:cubicBezTo>
                <a:lnTo>
                  <a:pt x="8102796" y="575561"/>
                </a:lnTo>
                <a:lnTo>
                  <a:pt x="8105305" y="578095"/>
                </a:lnTo>
                <a:cubicBezTo>
                  <a:pt x="8262181" y="736908"/>
                  <a:pt x="8422674" y="896406"/>
                  <a:pt x="8577872" y="1050663"/>
                </a:cubicBezTo>
                <a:cubicBezTo>
                  <a:pt x="8732300" y="1204093"/>
                  <a:pt x="8891939" y="1362765"/>
                  <a:pt x="9048047" y="1520781"/>
                </a:cubicBezTo>
                <a:cubicBezTo>
                  <a:pt x="9096752" y="1520781"/>
                  <a:pt x="9145597" y="1520781"/>
                  <a:pt x="9194556" y="1520781"/>
                </a:cubicBezTo>
                <a:close/>
                <a:moveTo>
                  <a:pt x="906539" y="1557947"/>
                </a:moveTo>
                <a:cubicBezTo>
                  <a:pt x="893923" y="1557947"/>
                  <a:pt x="881305" y="1553134"/>
                  <a:pt x="871679" y="1543507"/>
                </a:cubicBezTo>
                <a:cubicBezTo>
                  <a:pt x="852425" y="1524254"/>
                  <a:pt x="852425" y="1493038"/>
                  <a:pt x="871679" y="1473785"/>
                </a:cubicBezTo>
                <a:cubicBezTo>
                  <a:pt x="890932" y="1454531"/>
                  <a:pt x="922148" y="1454531"/>
                  <a:pt x="941401" y="1473785"/>
                </a:cubicBezTo>
                <a:cubicBezTo>
                  <a:pt x="960656" y="1493038"/>
                  <a:pt x="960656" y="1524254"/>
                  <a:pt x="941401" y="1543507"/>
                </a:cubicBezTo>
                <a:cubicBezTo>
                  <a:pt x="931774" y="1553134"/>
                  <a:pt x="919157" y="1557947"/>
                  <a:pt x="906539" y="1557947"/>
                </a:cubicBezTo>
                <a:close/>
                <a:moveTo>
                  <a:pt x="8288046" y="1557948"/>
                </a:moveTo>
                <a:cubicBezTo>
                  <a:pt x="8275428" y="1557948"/>
                  <a:pt x="8262812" y="1553135"/>
                  <a:pt x="8253184" y="1543508"/>
                </a:cubicBezTo>
                <a:cubicBezTo>
                  <a:pt x="8233930" y="1524255"/>
                  <a:pt x="8233930" y="1493039"/>
                  <a:pt x="8253184" y="1473786"/>
                </a:cubicBezTo>
                <a:cubicBezTo>
                  <a:pt x="8272438" y="1454532"/>
                  <a:pt x="8303653" y="1454532"/>
                  <a:pt x="8322906" y="1473786"/>
                </a:cubicBezTo>
                <a:cubicBezTo>
                  <a:pt x="8342161" y="1493039"/>
                  <a:pt x="8342161" y="1524255"/>
                  <a:pt x="8322906" y="1543508"/>
                </a:cubicBezTo>
                <a:cubicBezTo>
                  <a:pt x="8313280" y="1553135"/>
                  <a:pt x="8300663" y="1557948"/>
                  <a:pt x="8288046" y="1557948"/>
                </a:cubicBezTo>
                <a:close/>
                <a:moveTo>
                  <a:pt x="217401" y="1745867"/>
                </a:moveTo>
                <a:lnTo>
                  <a:pt x="3" y="1745867"/>
                </a:lnTo>
                <a:lnTo>
                  <a:pt x="3" y="1739002"/>
                </a:lnTo>
                <a:lnTo>
                  <a:pt x="31" y="1739002"/>
                </a:lnTo>
                <a:lnTo>
                  <a:pt x="214525" y="1739002"/>
                </a:lnTo>
                <a:cubicBezTo>
                  <a:pt x="376927" y="1572758"/>
                  <a:pt x="543972" y="1406681"/>
                  <a:pt x="705549" y="1246073"/>
                </a:cubicBezTo>
                <a:cubicBezTo>
                  <a:pt x="867441" y="1085150"/>
                  <a:pt x="1034826" y="918733"/>
                  <a:pt x="1197514" y="752171"/>
                </a:cubicBezTo>
                <a:lnTo>
                  <a:pt x="1198511" y="751146"/>
                </a:lnTo>
                <a:lnTo>
                  <a:pt x="1199962" y="751146"/>
                </a:lnTo>
                <a:cubicBezTo>
                  <a:pt x="1429468" y="751146"/>
                  <a:pt x="1662876" y="751146"/>
                  <a:pt x="1897711" y="751168"/>
                </a:cubicBezTo>
                <a:lnTo>
                  <a:pt x="2565508" y="751309"/>
                </a:lnTo>
                <a:lnTo>
                  <a:pt x="2575794" y="726482"/>
                </a:lnTo>
                <a:cubicBezTo>
                  <a:pt x="2591403" y="710874"/>
                  <a:pt x="2616695" y="710874"/>
                  <a:pt x="2632303" y="726482"/>
                </a:cubicBezTo>
                <a:cubicBezTo>
                  <a:pt x="2647911" y="742090"/>
                  <a:pt x="2647911" y="767382"/>
                  <a:pt x="2632303" y="782989"/>
                </a:cubicBezTo>
                <a:cubicBezTo>
                  <a:pt x="2616695" y="798599"/>
                  <a:pt x="2591403" y="798599"/>
                  <a:pt x="2575794" y="782989"/>
                </a:cubicBezTo>
                <a:lnTo>
                  <a:pt x="2565513" y="758173"/>
                </a:lnTo>
                <a:lnTo>
                  <a:pt x="1898434" y="758031"/>
                </a:lnTo>
                <a:cubicBezTo>
                  <a:pt x="1663838" y="758010"/>
                  <a:pt x="1430666" y="758010"/>
                  <a:pt x="1201387" y="758010"/>
                </a:cubicBezTo>
                <a:cubicBezTo>
                  <a:pt x="1038985" y="924258"/>
                  <a:pt x="871939" y="1090335"/>
                  <a:pt x="710362" y="1250943"/>
                </a:cubicBezTo>
                <a:cubicBezTo>
                  <a:pt x="548473" y="1411864"/>
                  <a:pt x="381086" y="1578283"/>
                  <a:pt x="218398" y="1744841"/>
                </a:cubicBezTo>
                <a:close/>
                <a:moveTo>
                  <a:pt x="9194583" y="1745868"/>
                </a:moveTo>
                <a:lnTo>
                  <a:pt x="8977184" y="1745868"/>
                </a:lnTo>
                <a:lnTo>
                  <a:pt x="8976188" y="1744842"/>
                </a:lnTo>
                <a:cubicBezTo>
                  <a:pt x="8813500" y="1578284"/>
                  <a:pt x="8646113" y="1411865"/>
                  <a:pt x="8484224" y="1250944"/>
                </a:cubicBezTo>
                <a:cubicBezTo>
                  <a:pt x="8322646" y="1090336"/>
                  <a:pt x="8155600" y="924259"/>
                  <a:pt x="7993198" y="758011"/>
                </a:cubicBezTo>
                <a:cubicBezTo>
                  <a:pt x="7763920" y="758011"/>
                  <a:pt x="7530748" y="758011"/>
                  <a:pt x="7296152" y="758033"/>
                </a:cubicBezTo>
                <a:lnTo>
                  <a:pt x="6629073" y="758174"/>
                </a:lnTo>
                <a:lnTo>
                  <a:pt x="6618792" y="782990"/>
                </a:lnTo>
                <a:cubicBezTo>
                  <a:pt x="6603183" y="798600"/>
                  <a:pt x="6577891" y="798600"/>
                  <a:pt x="6562282" y="782990"/>
                </a:cubicBezTo>
                <a:cubicBezTo>
                  <a:pt x="6546675" y="767383"/>
                  <a:pt x="6546675" y="742091"/>
                  <a:pt x="6562282" y="726484"/>
                </a:cubicBezTo>
                <a:cubicBezTo>
                  <a:pt x="6577891" y="710875"/>
                  <a:pt x="6603183" y="710875"/>
                  <a:pt x="6618792" y="726484"/>
                </a:cubicBezTo>
                <a:lnTo>
                  <a:pt x="6629078" y="751310"/>
                </a:lnTo>
                <a:lnTo>
                  <a:pt x="7296875" y="751169"/>
                </a:lnTo>
                <a:cubicBezTo>
                  <a:pt x="7531710" y="751147"/>
                  <a:pt x="7765118" y="751147"/>
                  <a:pt x="7994623" y="751147"/>
                </a:cubicBezTo>
                <a:lnTo>
                  <a:pt x="7996075" y="751147"/>
                </a:lnTo>
                <a:lnTo>
                  <a:pt x="7997071" y="752172"/>
                </a:lnTo>
                <a:cubicBezTo>
                  <a:pt x="8159759" y="918734"/>
                  <a:pt x="8327145" y="1085152"/>
                  <a:pt x="8489036" y="1246074"/>
                </a:cubicBezTo>
                <a:cubicBezTo>
                  <a:pt x="8650614" y="1406682"/>
                  <a:pt x="8817658" y="1572759"/>
                  <a:pt x="8980061" y="1739004"/>
                </a:cubicBezTo>
                <a:lnTo>
                  <a:pt x="9194555" y="1739004"/>
                </a:lnTo>
                <a:lnTo>
                  <a:pt x="9194583" y="1739004"/>
                </a:lnTo>
                <a:close/>
                <a:moveTo>
                  <a:pt x="668005" y="1796481"/>
                </a:moveTo>
                <a:cubicBezTo>
                  <a:pt x="655388" y="1796481"/>
                  <a:pt x="642771" y="1791668"/>
                  <a:pt x="633145" y="1782041"/>
                </a:cubicBezTo>
                <a:cubicBezTo>
                  <a:pt x="613890" y="1762788"/>
                  <a:pt x="613890" y="1731572"/>
                  <a:pt x="633145" y="1712319"/>
                </a:cubicBezTo>
                <a:cubicBezTo>
                  <a:pt x="652397" y="1693064"/>
                  <a:pt x="683613" y="1693064"/>
                  <a:pt x="702867" y="1712319"/>
                </a:cubicBezTo>
                <a:cubicBezTo>
                  <a:pt x="722121" y="1731572"/>
                  <a:pt x="722121" y="1762788"/>
                  <a:pt x="702867" y="1782041"/>
                </a:cubicBezTo>
                <a:cubicBezTo>
                  <a:pt x="693239" y="1791668"/>
                  <a:pt x="680623" y="1796481"/>
                  <a:pt x="668005" y="1796481"/>
                </a:cubicBezTo>
                <a:close/>
                <a:moveTo>
                  <a:pt x="8526581" y="1796482"/>
                </a:moveTo>
                <a:cubicBezTo>
                  <a:pt x="8513963" y="1796482"/>
                  <a:pt x="8501347" y="1791669"/>
                  <a:pt x="8491719" y="1782042"/>
                </a:cubicBezTo>
                <a:cubicBezTo>
                  <a:pt x="8472465" y="1762789"/>
                  <a:pt x="8472465" y="1731573"/>
                  <a:pt x="8491719" y="1712320"/>
                </a:cubicBezTo>
                <a:cubicBezTo>
                  <a:pt x="8510972" y="1693066"/>
                  <a:pt x="8542188" y="1693066"/>
                  <a:pt x="8561441" y="1712320"/>
                </a:cubicBezTo>
                <a:cubicBezTo>
                  <a:pt x="8580696" y="1731573"/>
                  <a:pt x="8580696" y="1762789"/>
                  <a:pt x="8561441" y="1782042"/>
                </a:cubicBezTo>
                <a:cubicBezTo>
                  <a:pt x="8551815" y="1791669"/>
                  <a:pt x="8539198" y="1796482"/>
                  <a:pt x="8526581" y="1796482"/>
                </a:cubicBezTo>
                <a:close/>
                <a:moveTo>
                  <a:pt x="3878090" y="2022140"/>
                </a:moveTo>
                <a:cubicBezTo>
                  <a:pt x="3867864" y="2022140"/>
                  <a:pt x="3857639" y="2018238"/>
                  <a:pt x="3849836" y="2010434"/>
                </a:cubicBezTo>
                <a:cubicBezTo>
                  <a:pt x="3842032" y="2002631"/>
                  <a:pt x="3838130" y="1992406"/>
                  <a:pt x="3838130" y="1982180"/>
                </a:cubicBezTo>
                <a:lnTo>
                  <a:pt x="3848417" y="1957349"/>
                </a:lnTo>
                <a:lnTo>
                  <a:pt x="3291731" y="1400667"/>
                </a:lnTo>
                <a:lnTo>
                  <a:pt x="3266902" y="1410955"/>
                </a:lnTo>
                <a:cubicBezTo>
                  <a:pt x="3256677" y="1410955"/>
                  <a:pt x="3246452" y="1407053"/>
                  <a:pt x="3238648" y="1399248"/>
                </a:cubicBezTo>
                <a:cubicBezTo>
                  <a:pt x="3223039" y="1383640"/>
                  <a:pt x="3223039" y="1358348"/>
                  <a:pt x="3238648" y="1342741"/>
                </a:cubicBezTo>
                <a:cubicBezTo>
                  <a:pt x="3254256" y="1327133"/>
                  <a:pt x="3279548" y="1327133"/>
                  <a:pt x="3295155" y="1342741"/>
                </a:cubicBezTo>
                <a:cubicBezTo>
                  <a:pt x="3302960" y="1350545"/>
                  <a:pt x="3306861" y="1360770"/>
                  <a:pt x="3306861" y="1370994"/>
                </a:cubicBezTo>
                <a:lnTo>
                  <a:pt x="3296580" y="1395809"/>
                </a:lnTo>
                <a:lnTo>
                  <a:pt x="3853275" y="1952500"/>
                </a:lnTo>
                <a:lnTo>
                  <a:pt x="3878090" y="1942220"/>
                </a:lnTo>
                <a:cubicBezTo>
                  <a:pt x="3888315" y="1942220"/>
                  <a:pt x="3898540" y="1946122"/>
                  <a:pt x="3906344" y="1953925"/>
                </a:cubicBezTo>
                <a:cubicBezTo>
                  <a:pt x="3921952" y="1969534"/>
                  <a:pt x="3921952" y="1994827"/>
                  <a:pt x="3906344" y="2010434"/>
                </a:cubicBezTo>
                <a:cubicBezTo>
                  <a:pt x="3898540" y="2018238"/>
                  <a:pt x="3888315" y="2022140"/>
                  <a:pt x="3878090" y="2022140"/>
                </a:cubicBezTo>
                <a:close/>
                <a:moveTo>
                  <a:pt x="5316496" y="2022141"/>
                </a:moveTo>
                <a:cubicBezTo>
                  <a:pt x="5306271" y="2022141"/>
                  <a:pt x="5296046" y="2018239"/>
                  <a:pt x="5288243" y="2010435"/>
                </a:cubicBezTo>
                <a:cubicBezTo>
                  <a:pt x="5272634" y="1994828"/>
                  <a:pt x="5272634" y="1969535"/>
                  <a:pt x="5288243" y="1953926"/>
                </a:cubicBezTo>
                <a:cubicBezTo>
                  <a:pt x="5296046" y="1946123"/>
                  <a:pt x="5306271" y="1942222"/>
                  <a:pt x="5316496" y="1942222"/>
                </a:cubicBezTo>
                <a:lnTo>
                  <a:pt x="5341311" y="1952501"/>
                </a:lnTo>
                <a:lnTo>
                  <a:pt x="5898006" y="1395811"/>
                </a:lnTo>
                <a:lnTo>
                  <a:pt x="5887724" y="1370995"/>
                </a:lnTo>
                <a:cubicBezTo>
                  <a:pt x="5887724" y="1360771"/>
                  <a:pt x="5891626" y="1350546"/>
                  <a:pt x="5899430" y="1342742"/>
                </a:cubicBezTo>
                <a:cubicBezTo>
                  <a:pt x="5915038" y="1327134"/>
                  <a:pt x="5940330" y="1327134"/>
                  <a:pt x="5955938" y="1342742"/>
                </a:cubicBezTo>
                <a:cubicBezTo>
                  <a:pt x="5971547" y="1358349"/>
                  <a:pt x="5971547" y="1383642"/>
                  <a:pt x="5955938" y="1399249"/>
                </a:cubicBezTo>
                <a:cubicBezTo>
                  <a:pt x="5948133" y="1407054"/>
                  <a:pt x="5937909" y="1410956"/>
                  <a:pt x="5927684" y="1410956"/>
                </a:cubicBezTo>
                <a:lnTo>
                  <a:pt x="5902855" y="1400668"/>
                </a:lnTo>
                <a:lnTo>
                  <a:pt x="5346169" y="1957350"/>
                </a:lnTo>
                <a:lnTo>
                  <a:pt x="5356457" y="1982181"/>
                </a:lnTo>
                <a:cubicBezTo>
                  <a:pt x="5356457" y="1992407"/>
                  <a:pt x="5352554" y="2002632"/>
                  <a:pt x="5344751" y="2010435"/>
                </a:cubicBezTo>
                <a:cubicBezTo>
                  <a:pt x="5336947" y="2018239"/>
                  <a:pt x="5326722" y="2022141"/>
                  <a:pt x="5316496" y="2022141"/>
                </a:cubicBezTo>
                <a:close/>
                <a:moveTo>
                  <a:pt x="429505" y="2034984"/>
                </a:moveTo>
                <a:cubicBezTo>
                  <a:pt x="416888" y="2034984"/>
                  <a:pt x="404270" y="2030170"/>
                  <a:pt x="394644" y="2020544"/>
                </a:cubicBezTo>
                <a:cubicBezTo>
                  <a:pt x="375391" y="2001292"/>
                  <a:pt x="375391" y="1970075"/>
                  <a:pt x="394644" y="1950822"/>
                </a:cubicBezTo>
                <a:cubicBezTo>
                  <a:pt x="413897" y="1931567"/>
                  <a:pt x="445113" y="1931567"/>
                  <a:pt x="464366" y="1950822"/>
                </a:cubicBezTo>
                <a:cubicBezTo>
                  <a:pt x="483621" y="1970075"/>
                  <a:pt x="483621" y="2001292"/>
                  <a:pt x="464366" y="2020544"/>
                </a:cubicBezTo>
                <a:cubicBezTo>
                  <a:pt x="454739" y="2030170"/>
                  <a:pt x="442123" y="2034984"/>
                  <a:pt x="429505" y="2034984"/>
                </a:cubicBezTo>
                <a:close/>
                <a:moveTo>
                  <a:pt x="8765081" y="2034985"/>
                </a:moveTo>
                <a:cubicBezTo>
                  <a:pt x="8752463" y="2034985"/>
                  <a:pt x="8739847" y="2030171"/>
                  <a:pt x="8730220" y="2020545"/>
                </a:cubicBezTo>
                <a:cubicBezTo>
                  <a:pt x="8710965" y="2001293"/>
                  <a:pt x="8710965" y="1970076"/>
                  <a:pt x="8730220" y="1950823"/>
                </a:cubicBezTo>
                <a:cubicBezTo>
                  <a:pt x="8749473" y="1931568"/>
                  <a:pt x="8780688" y="1931568"/>
                  <a:pt x="8799942" y="1950823"/>
                </a:cubicBezTo>
                <a:cubicBezTo>
                  <a:pt x="8819195" y="1970076"/>
                  <a:pt x="8819195" y="2001293"/>
                  <a:pt x="8799942" y="2020545"/>
                </a:cubicBezTo>
                <a:cubicBezTo>
                  <a:pt x="8790316" y="2030171"/>
                  <a:pt x="8777698" y="2034985"/>
                  <a:pt x="8765081" y="2034985"/>
                </a:cubicBezTo>
                <a:close/>
                <a:moveTo>
                  <a:pt x="244739" y="2463292"/>
                </a:moveTo>
                <a:cubicBezTo>
                  <a:pt x="220250" y="2468070"/>
                  <a:pt x="194163" y="2458210"/>
                  <a:pt x="179345" y="2436215"/>
                </a:cubicBezTo>
                <a:lnTo>
                  <a:pt x="172267" y="2401329"/>
                </a:lnTo>
                <a:lnTo>
                  <a:pt x="29" y="2401458"/>
                </a:lnTo>
                <a:lnTo>
                  <a:pt x="29" y="2384313"/>
                </a:lnTo>
                <a:lnTo>
                  <a:pt x="29" y="2384284"/>
                </a:lnTo>
                <a:lnTo>
                  <a:pt x="172260" y="2384175"/>
                </a:lnTo>
                <a:lnTo>
                  <a:pt x="196669" y="2347339"/>
                </a:lnTo>
                <a:cubicBezTo>
                  <a:pt x="225995" y="2327581"/>
                  <a:pt x="265785" y="2335337"/>
                  <a:pt x="285544" y="2364664"/>
                </a:cubicBezTo>
                <a:cubicBezTo>
                  <a:pt x="305301" y="2393989"/>
                  <a:pt x="297546" y="2433780"/>
                  <a:pt x="268219" y="2453539"/>
                </a:cubicBezTo>
                <a:cubicBezTo>
                  <a:pt x="260887" y="2458479"/>
                  <a:pt x="252902" y="2461698"/>
                  <a:pt x="244739" y="2463292"/>
                </a:cubicBezTo>
                <a:close/>
                <a:moveTo>
                  <a:pt x="8949846" y="2463293"/>
                </a:moveTo>
                <a:cubicBezTo>
                  <a:pt x="8941684" y="2461699"/>
                  <a:pt x="8933698" y="2458480"/>
                  <a:pt x="8926366" y="2453540"/>
                </a:cubicBezTo>
                <a:cubicBezTo>
                  <a:pt x="8897040" y="2433782"/>
                  <a:pt x="8889285" y="2393990"/>
                  <a:pt x="8909042" y="2364665"/>
                </a:cubicBezTo>
                <a:cubicBezTo>
                  <a:pt x="8928800" y="2335338"/>
                  <a:pt x="8968590" y="2327582"/>
                  <a:pt x="8997917" y="2347340"/>
                </a:cubicBezTo>
                <a:lnTo>
                  <a:pt x="9022326" y="2384176"/>
                </a:lnTo>
                <a:lnTo>
                  <a:pt x="9194556" y="2384285"/>
                </a:lnTo>
                <a:lnTo>
                  <a:pt x="9194556" y="2384314"/>
                </a:lnTo>
                <a:lnTo>
                  <a:pt x="9194556" y="2401459"/>
                </a:lnTo>
                <a:lnTo>
                  <a:pt x="9022319" y="2401330"/>
                </a:lnTo>
                <a:lnTo>
                  <a:pt x="9015240" y="2436216"/>
                </a:lnTo>
                <a:cubicBezTo>
                  <a:pt x="9000423" y="2458211"/>
                  <a:pt x="8974336" y="2468071"/>
                  <a:pt x="8949846" y="2463293"/>
                </a:cubicBezTo>
                <a:close/>
                <a:moveTo>
                  <a:pt x="65193" y="2592773"/>
                </a:moveTo>
                <a:cubicBezTo>
                  <a:pt x="54967" y="2592773"/>
                  <a:pt x="44743" y="2588870"/>
                  <a:pt x="36939" y="2581067"/>
                </a:cubicBezTo>
                <a:lnTo>
                  <a:pt x="26635" y="2556196"/>
                </a:lnTo>
                <a:lnTo>
                  <a:pt x="29" y="2556173"/>
                </a:lnTo>
                <a:lnTo>
                  <a:pt x="29" y="2549308"/>
                </a:lnTo>
                <a:lnTo>
                  <a:pt x="26675" y="2549333"/>
                </a:lnTo>
                <a:lnTo>
                  <a:pt x="36939" y="2524559"/>
                </a:lnTo>
                <a:cubicBezTo>
                  <a:pt x="52547" y="2508950"/>
                  <a:pt x="77840" y="2508950"/>
                  <a:pt x="93449" y="2524559"/>
                </a:cubicBezTo>
                <a:cubicBezTo>
                  <a:pt x="109055" y="2540166"/>
                  <a:pt x="109055" y="2565458"/>
                  <a:pt x="93449" y="2581067"/>
                </a:cubicBezTo>
                <a:cubicBezTo>
                  <a:pt x="85643" y="2588870"/>
                  <a:pt x="75419" y="2592773"/>
                  <a:pt x="65193" y="2592773"/>
                </a:cubicBezTo>
                <a:close/>
                <a:moveTo>
                  <a:pt x="9129392" y="2592774"/>
                </a:moveTo>
                <a:cubicBezTo>
                  <a:pt x="9119167" y="2592774"/>
                  <a:pt x="9108942" y="2588871"/>
                  <a:pt x="9101137" y="2581068"/>
                </a:cubicBezTo>
                <a:cubicBezTo>
                  <a:pt x="9085530" y="2565459"/>
                  <a:pt x="9085530" y="2540167"/>
                  <a:pt x="9101137" y="2524560"/>
                </a:cubicBezTo>
                <a:cubicBezTo>
                  <a:pt x="9116746" y="2508951"/>
                  <a:pt x="9142038" y="2508951"/>
                  <a:pt x="9157647" y="2524560"/>
                </a:cubicBezTo>
                <a:lnTo>
                  <a:pt x="9167911" y="2549334"/>
                </a:lnTo>
                <a:lnTo>
                  <a:pt x="9194556" y="2549309"/>
                </a:lnTo>
                <a:lnTo>
                  <a:pt x="9194556" y="2556174"/>
                </a:lnTo>
                <a:lnTo>
                  <a:pt x="9167951" y="2556197"/>
                </a:lnTo>
                <a:lnTo>
                  <a:pt x="9157647" y="2581068"/>
                </a:lnTo>
                <a:cubicBezTo>
                  <a:pt x="9149843" y="2588871"/>
                  <a:pt x="9139618" y="2592774"/>
                  <a:pt x="9129392" y="2592774"/>
                </a:cubicBezTo>
                <a:close/>
                <a:moveTo>
                  <a:pt x="57" y="3019710"/>
                </a:moveTo>
                <a:lnTo>
                  <a:pt x="57" y="3009999"/>
                </a:lnTo>
                <a:lnTo>
                  <a:pt x="29" y="3009970"/>
                </a:lnTo>
                <a:cubicBezTo>
                  <a:pt x="116690" y="2892910"/>
                  <a:pt x="235067" y="2774164"/>
                  <a:pt x="354153" y="2655035"/>
                </a:cubicBezTo>
                <a:lnTo>
                  <a:pt x="685247" y="2325005"/>
                </a:lnTo>
                <a:lnTo>
                  <a:pt x="674985" y="2300234"/>
                </a:lnTo>
                <a:cubicBezTo>
                  <a:pt x="674985" y="2290010"/>
                  <a:pt x="678887" y="2279785"/>
                  <a:pt x="686691" y="2271980"/>
                </a:cubicBezTo>
                <a:cubicBezTo>
                  <a:pt x="702301" y="2256373"/>
                  <a:pt x="727591" y="2256373"/>
                  <a:pt x="743200" y="2271980"/>
                </a:cubicBezTo>
                <a:cubicBezTo>
                  <a:pt x="758807" y="2287588"/>
                  <a:pt x="758807" y="2312882"/>
                  <a:pt x="743200" y="2328489"/>
                </a:cubicBezTo>
                <a:cubicBezTo>
                  <a:pt x="735397" y="2336293"/>
                  <a:pt x="725172" y="2340195"/>
                  <a:pt x="714945" y="2340195"/>
                </a:cubicBezTo>
                <a:lnTo>
                  <a:pt x="690074" y="2329891"/>
                </a:lnTo>
                <a:lnTo>
                  <a:pt x="356534" y="2662371"/>
                </a:lnTo>
                <a:cubicBezTo>
                  <a:pt x="236641" y="2782316"/>
                  <a:pt x="117473" y="2901867"/>
                  <a:pt x="57" y="3019710"/>
                </a:cubicBezTo>
                <a:close/>
                <a:moveTo>
                  <a:pt x="9194528" y="3019711"/>
                </a:moveTo>
                <a:cubicBezTo>
                  <a:pt x="9077112" y="2901868"/>
                  <a:pt x="8957945" y="2782317"/>
                  <a:pt x="8838052" y="2662372"/>
                </a:cubicBezTo>
                <a:lnTo>
                  <a:pt x="8504512" y="2329892"/>
                </a:lnTo>
                <a:lnTo>
                  <a:pt x="8479640" y="2340196"/>
                </a:lnTo>
                <a:cubicBezTo>
                  <a:pt x="8469414" y="2340196"/>
                  <a:pt x="8459189" y="2336294"/>
                  <a:pt x="8451386" y="2328490"/>
                </a:cubicBezTo>
                <a:cubicBezTo>
                  <a:pt x="8435778" y="2312883"/>
                  <a:pt x="8435778" y="2287589"/>
                  <a:pt x="8451386" y="2271981"/>
                </a:cubicBezTo>
                <a:cubicBezTo>
                  <a:pt x="8466994" y="2256374"/>
                  <a:pt x="8492285" y="2256374"/>
                  <a:pt x="8507895" y="2271981"/>
                </a:cubicBezTo>
                <a:cubicBezTo>
                  <a:pt x="8515698" y="2279786"/>
                  <a:pt x="8519601" y="2290011"/>
                  <a:pt x="8519601" y="2300235"/>
                </a:cubicBezTo>
                <a:lnTo>
                  <a:pt x="8509339" y="2325006"/>
                </a:lnTo>
                <a:lnTo>
                  <a:pt x="8840433" y="2655036"/>
                </a:lnTo>
                <a:cubicBezTo>
                  <a:pt x="8959519" y="2774165"/>
                  <a:pt x="9077896" y="2892911"/>
                  <a:pt x="9194556" y="3009971"/>
                </a:cubicBezTo>
                <a:lnTo>
                  <a:pt x="9194528" y="3010000"/>
                </a:lnTo>
                <a:close/>
                <a:moveTo>
                  <a:pt x="4600496" y="3053250"/>
                </a:moveTo>
                <a:lnTo>
                  <a:pt x="4597291" y="3052627"/>
                </a:lnTo>
                <a:lnTo>
                  <a:pt x="4594090" y="3053249"/>
                </a:lnTo>
                <a:cubicBezTo>
                  <a:pt x="4577699" y="3053249"/>
                  <a:pt x="4561307" y="3046997"/>
                  <a:pt x="4548804" y="3034494"/>
                </a:cubicBezTo>
                <a:cubicBezTo>
                  <a:pt x="4523797" y="3009486"/>
                  <a:pt x="4523797" y="2968929"/>
                  <a:pt x="4548804" y="2943923"/>
                </a:cubicBezTo>
                <a:lnTo>
                  <a:pt x="4581444" y="2930405"/>
                </a:lnTo>
                <a:lnTo>
                  <a:pt x="4581444" y="1421504"/>
                </a:lnTo>
                <a:lnTo>
                  <a:pt x="4544416" y="1406170"/>
                </a:lnTo>
                <a:cubicBezTo>
                  <a:pt x="4519410" y="1381162"/>
                  <a:pt x="4519410" y="1340605"/>
                  <a:pt x="4544416" y="1315599"/>
                </a:cubicBezTo>
                <a:cubicBezTo>
                  <a:pt x="4556921" y="1303095"/>
                  <a:pt x="4573312" y="1296843"/>
                  <a:pt x="4589703" y="1296843"/>
                </a:cubicBezTo>
                <a:lnTo>
                  <a:pt x="4597296" y="1298320"/>
                </a:lnTo>
                <a:lnTo>
                  <a:pt x="4604883" y="1296844"/>
                </a:lnTo>
                <a:cubicBezTo>
                  <a:pt x="4621274" y="1296844"/>
                  <a:pt x="4637666" y="1303096"/>
                  <a:pt x="4650170" y="1315600"/>
                </a:cubicBezTo>
                <a:cubicBezTo>
                  <a:pt x="4675176" y="1340606"/>
                  <a:pt x="4675176" y="1381163"/>
                  <a:pt x="4650170" y="1406171"/>
                </a:cubicBezTo>
                <a:lnTo>
                  <a:pt x="4613142" y="1421505"/>
                </a:lnTo>
                <a:lnTo>
                  <a:pt x="4613142" y="2930406"/>
                </a:lnTo>
                <a:lnTo>
                  <a:pt x="4645783" y="2943924"/>
                </a:lnTo>
                <a:cubicBezTo>
                  <a:pt x="4670789" y="2968930"/>
                  <a:pt x="4670789" y="3009487"/>
                  <a:pt x="4645783" y="3034495"/>
                </a:cubicBezTo>
                <a:cubicBezTo>
                  <a:pt x="4633279" y="3046998"/>
                  <a:pt x="4616887" y="3053250"/>
                  <a:pt x="4600496" y="3053250"/>
                </a:cubicBezTo>
                <a:close/>
                <a:moveTo>
                  <a:pt x="2403199" y="3103078"/>
                </a:moveTo>
                <a:lnTo>
                  <a:pt x="2393514" y="3103078"/>
                </a:lnTo>
                <a:cubicBezTo>
                  <a:pt x="2503796" y="2992482"/>
                  <a:pt x="2613877" y="2882401"/>
                  <a:pt x="2721934" y="2774314"/>
                </a:cubicBezTo>
                <a:cubicBezTo>
                  <a:pt x="2920679" y="2575569"/>
                  <a:pt x="3126145" y="2370101"/>
                  <a:pt x="3327312" y="2166997"/>
                </a:cubicBezTo>
                <a:cubicBezTo>
                  <a:pt x="3334118" y="2079958"/>
                  <a:pt x="3332781" y="1992576"/>
                  <a:pt x="3331470" y="1908043"/>
                </a:cubicBezTo>
                <a:lnTo>
                  <a:pt x="3331380" y="1768479"/>
                </a:lnTo>
                <a:lnTo>
                  <a:pt x="3306574" y="1758203"/>
                </a:lnTo>
                <a:cubicBezTo>
                  <a:pt x="3299342" y="1750973"/>
                  <a:pt x="3294869" y="1740982"/>
                  <a:pt x="3294869" y="1729950"/>
                </a:cubicBezTo>
                <a:cubicBezTo>
                  <a:pt x="3294869" y="1707880"/>
                  <a:pt x="3312761" y="1689989"/>
                  <a:pt x="3334829" y="1689989"/>
                </a:cubicBezTo>
                <a:cubicBezTo>
                  <a:pt x="3356898" y="1689989"/>
                  <a:pt x="3374789" y="1707880"/>
                  <a:pt x="3374789" y="1729950"/>
                </a:cubicBezTo>
                <a:cubicBezTo>
                  <a:pt x="3374789" y="1740982"/>
                  <a:pt x="3370316" y="1750973"/>
                  <a:pt x="3363084" y="1758203"/>
                </a:cubicBezTo>
                <a:lnTo>
                  <a:pt x="3338245" y="1768492"/>
                </a:lnTo>
                <a:lnTo>
                  <a:pt x="3338334" y="1907929"/>
                </a:lnTo>
                <a:cubicBezTo>
                  <a:pt x="3339644" y="1993032"/>
                  <a:pt x="3340983" y="2081013"/>
                  <a:pt x="3334034" y="2168792"/>
                </a:cubicBezTo>
                <a:lnTo>
                  <a:pt x="3333949" y="2170046"/>
                </a:lnTo>
                <a:lnTo>
                  <a:pt x="3333977" y="2170074"/>
                </a:lnTo>
                <a:lnTo>
                  <a:pt x="3333094" y="2170956"/>
                </a:lnTo>
                <a:cubicBezTo>
                  <a:pt x="3131643" y="2374345"/>
                  <a:pt x="2925834" y="2580155"/>
                  <a:pt x="2726804" y="2779184"/>
                </a:cubicBezTo>
                <a:cubicBezTo>
                  <a:pt x="2620315" y="2885678"/>
                  <a:pt x="2511886" y="2994135"/>
                  <a:pt x="2403199" y="3103078"/>
                </a:cubicBezTo>
                <a:close/>
                <a:moveTo>
                  <a:pt x="6801071" y="3103079"/>
                </a:moveTo>
                <a:lnTo>
                  <a:pt x="6791386" y="3103079"/>
                </a:lnTo>
                <a:cubicBezTo>
                  <a:pt x="6682700" y="2994136"/>
                  <a:pt x="6574271" y="2885679"/>
                  <a:pt x="6467781" y="2779185"/>
                </a:cubicBezTo>
                <a:cubicBezTo>
                  <a:pt x="6268752" y="2580156"/>
                  <a:pt x="6062943" y="2374346"/>
                  <a:pt x="5861492" y="2170957"/>
                </a:cubicBezTo>
                <a:lnTo>
                  <a:pt x="5860609" y="2170075"/>
                </a:lnTo>
                <a:lnTo>
                  <a:pt x="5860637" y="2170047"/>
                </a:lnTo>
                <a:lnTo>
                  <a:pt x="5860552" y="2168793"/>
                </a:lnTo>
                <a:cubicBezTo>
                  <a:pt x="5853603" y="2081014"/>
                  <a:pt x="5854942" y="1993033"/>
                  <a:pt x="5856252" y="1907931"/>
                </a:cubicBezTo>
                <a:lnTo>
                  <a:pt x="5856341" y="1768493"/>
                </a:lnTo>
                <a:lnTo>
                  <a:pt x="5831501" y="1758204"/>
                </a:lnTo>
                <a:cubicBezTo>
                  <a:pt x="5824270" y="1750974"/>
                  <a:pt x="5819797" y="1740984"/>
                  <a:pt x="5819797" y="1729951"/>
                </a:cubicBezTo>
                <a:cubicBezTo>
                  <a:pt x="5819797" y="1707881"/>
                  <a:pt x="5837688" y="1689990"/>
                  <a:pt x="5859757" y="1689990"/>
                </a:cubicBezTo>
                <a:cubicBezTo>
                  <a:pt x="5881825" y="1689990"/>
                  <a:pt x="5899716" y="1707881"/>
                  <a:pt x="5899716" y="1729951"/>
                </a:cubicBezTo>
                <a:cubicBezTo>
                  <a:pt x="5899716" y="1740984"/>
                  <a:pt x="5895243" y="1750974"/>
                  <a:pt x="5888012" y="1758204"/>
                </a:cubicBezTo>
                <a:lnTo>
                  <a:pt x="5863206" y="1768480"/>
                </a:lnTo>
                <a:lnTo>
                  <a:pt x="5863116" y="1908045"/>
                </a:lnTo>
                <a:cubicBezTo>
                  <a:pt x="5861805" y="1992578"/>
                  <a:pt x="5860468" y="2079959"/>
                  <a:pt x="5867273" y="2166998"/>
                </a:cubicBezTo>
                <a:cubicBezTo>
                  <a:pt x="6068441" y="2370102"/>
                  <a:pt x="6273907" y="2575570"/>
                  <a:pt x="6472652" y="2774315"/>
                </a:cubicBezTo>
                <a:cubicBezTo>
                  <a:pt x="6580709" y="2882402"/>
                  <a:pt x="6690790" y="2992483"/>
                  <a:pt x="6801071" y="3103079"/>
                </a:cubicBezTo>
                <a:close/>
                <a:moveTo>
                  <a:pt x="680997" y="3103105"/>
                </a:moveTo>
                <a:lnTo>
                  <a:pt x="656732" y="3103105"/>
                </a:lnTo>
                <a:cubicBezTo>
                  <a:pt x="937019" y="2822732"/>
                  <a:pt x="1215485" y="2542101"/>
                  <a:pt x="1488653" y="2266769"/>
                </a:cubicBezTo>
                <a:lnTo>
                  <a:pt x="1489594" y="2265828"/>
                </a:lnTo>
                <a:cubicBezTo>
                  <a:pt x="1488028" y="2195479"/>
                  <a:pt x="1488511" y="2123392"/>
                  <a:pt x="1488966" y="2053611"/>
                </a:cubicBezTo>
                <a:cubicBezTo>
                  <a:pt x="1489594" y="1958938"/>
                  <a:pt x="1490221" y="1861046"/>
                  <a:pt x="1485805" y="1766062"/>
                </a:cubicBezTo>
                <a:lnTo>
                  <a:pt x="1485805" y="1765662"/>
                </a:lnTo>
                <a:cubicBezTo>
                  <a:pt x="1485805" y="1755180"/>
                  <a:pt x="1490961" y="1745327"/>
                  <a:pt x="1496172" y="1740114"/>
                </a:cubicBezTo>
                <a:cubicBezTo>
                  <a:pt x="1596911" y="1643251"/>
                  <a:pt x="1694204" y="1544961"/>
                  <a:pt x="1788280" y="1449946"/>
                </a:cubicBezTo>
                <a:cubicBezTo>
                  <a:pt x="1881787" y="1355472"/>
                  <a:pt x="1978480" y="1257808"/>
                  <a:pt x="2077256" y="1162907"/>
                </a:cubicBezTo>
                <a:lnTo>
                  <a:pt x="2079734" y="1160515"/>
                </a:lnTo>
                <a:lnTo>
                  <a:pt x="2083179" y="1160515"/>
                </a:lnTo>
                <a:lnTo>
                  <a:pt x="2541656" y="1158853"/>
                </a:lnTo>
                <a:lnTo>
                  <a:pt x="2549875" y="1139009"/>
                </a:lnTo>
                <a:cubicBezTo>
                  <a:pt x="2557105" y="1131778"/>
                  <a:pt x="2567096" y="1127305"/>
                  <a:pt x="2578130" y="1127305"/>
                </a:cubicBezTo>
                <a:cubicBezTo>
                  <a:pt x="2600200" y="1127305"/>
                  <a:pt x="2618090" y="1145195"/>
                  <a:pt x="2618090" y="1167266"/>
                </a:cubicBezTo>
                <a:cubicBezTo>
                  <a:pt x="2618090" y="1189334"/>
                  <a:pt x="2600200" y="1207225"/>
                  <a:pt x="2578130" y="1207225"/>
                </a:cubicBezTo>
                <a:cubicBezTo>
                  <a:pt x="2567096" y="1207225"/>
                  <a:pt x="2557105" y="1202752"/>
                  <a:pt x="2549875" y="1195522"/>
                </a:cubicBezTo>
                <a:lnTo>
                  <a:pt x="2541788" y="1175999"/>
                </a:lnTo>
                <a:lnTo>
                  <a:pt x="2086625" y="1177660"/>
                </a:lnTo>
                <a:cubicBezTo>
                  <a:pt x="1988876" y="1271651"/>
                  <a:pt x="1893094" y="1368403"/>
                  <a:pt x="1800441" y="1461993"/>
                </a:cubicBezTo>
                <a:lnTo>
                  <a:pt x="1800499" y="1461993"/>
                </a:lnTo>
                <a:cubicBezTo>
                  <a:pt x="1706337" y="1557123"/>
                  <a:pt x="1608960" y="1655470"/>
                  <a:pt x="1508191" y="1752361"/>
                </a:cubicBezTo>
                <a:cubicBezTo>
                  <a:pt x="1506056" y="1754498"/>
                  <a:pt x="1503036" y="1759966"/>
                  <a:pt x="1502951" y="1765492"/>
                </a:cubicBezTo>
                <a:cubicBezTo>
                  <a:pt x="1507367" y="1860876"/>
                  <a:pt x="1506740" y="1958910"/>
                  <a:pt x="1506113" y="2053727"/>
                </a:cubicBezTo>
                <a:cubicBezTo>
                  <a:pt x="1505656" y="2124589"/>
                  <a:pt x="1505172" y="2197842"/>
                  <a:pt x="1506824" y="2269075"/>
                </a:cubicBezTo>
                <a:lnTo>
                  <a:pt x="1506910" y="2272720"/>
                </a:lnTo>
                <a:lnTo>
                  <a:pt x="1500843" y="2278845"/>
                </a:lnTo>
                <a:cubicBezTo>
                  <a:pt x="1231607" y="2550219"/>
                  <a:pt x="957213" y="2826747"/>
                  <a:pt x="680997" y="3103105"/>
                </a:cubicBezTo>
                <a:close/>
                <a:moveTo>
                  <a:pt x="1841143" y="3103105"/>
                </a:moveTo>
                <a:lnTo>
                  <a:pt x="1831486" y="3103105"/>
                </a:lnTo>
                <a:cubicBezTo>
                  <a:pt x="2051828" y="2881503"/>
                  <a:pt x="2288383" y="2644521"/>
                  <a:pt x="2559378" y="2373895"/>
                </a:cubicBezTo>
                <a:lnTo>
                  <a:pt x="2815267" y="2118577"/>
                </a:lnTo>
                <a:lnTo>
                  <a:pt x="2805014" y="2093830"/>
                </a:lnTo>
                <a:cubicBezTo>
                  <a:pt x="2805014" y="2083603"/>
                  <a:pt x="2808916" y="2073379"/>
                  <a:pt x="2816720" y="2065575"/>
                </a:cubicBezTo>
                <a:cubicBezTo>
                  <a:pt x="2832327" y="2049968"/>
                  <a:pt x="2857620" y="2049968"/>
                  <a:pt x="2873227" y="2065575"/>
                </a:cubicBezTo>
                <a:cubicBezTo>
                  <a:pt x="2888836" y="2081182"/>
                  <a:pt x="2888836" y="2106476"/>
                  <a:pt x="2873227" y="2122084"/>
                </a:cubicBezTo>
                <a:cubicBezTo>
                  <a:pt x="2865424" y="2129888"/>
                  <a:pt x="2855199" y="2133789"/>
                  <a:pt x="2844974" y="2133789"/>
                </a:cubicBezTo>
                <a:lnTo>
                  <a:pt x="2820080" y="2123476"/>
                </a:lnTo>
                <a:lnTo>
                  <a:pt x="2565704" y="2377280"/>
                </a:lnTo>
                <a:cubicBezTo>
                  <a:pt x="2296066" y="2646546"/>
                  <a:pt x="2060522" y="2882507"/>
                  <a:pt x="1841143" y="3103105"/>
                </a:cubicBezTo>
                <a:close/>
                <a:moveTo>
                  <a:pt x="2103342" y="3103105"/>
                </a:moveTo>
                <a:lnTo>
                  <a:pt x="2093659" y="3103105"/>
                </a:lnTo>
                <a:cubicBezTo>
                  <a:pt x="2278051" y="2918004"/>
                  <a:pt x="2461017" y="2736119"/>
                  <a:pt x="2640081" y="2558165"/>
                </a:cubicBezTo>
                <a:cubicBezTo>
                  <a:pt x="2779922" y="2419174"/>
                  <a:pt x="2924523" y="2275427"/>
                  <a:pt x="3067701" y="2132278"/>
                </a:cubicBezTo>
                <a:cubicBezTo>
                  <a:pt x="3067701" y="1982992"/>
                  <a:pt x="3067701" y="1831171"/>
                  <a:pt x="3067797" y="1678869"/>
                </a:cubicBezTo>
                <a:lnTo>
                  <a:pt x="3068412" y="1261096"/>
                </a:lnTo>
                <a:lnTo>
                  <a:pt x="3043633" y="1250829"/>
                </a:lnTo>
                <a:cubicBezTo>
                  <a:pt x="3028025" y="1235222"/>
                  <a:pt x="3028025" y="1209930"/>
                  <a:pt x="3043633" y="1194323"/>
                </a:cubicBezTo>
                <a:cubicBezTo>
                  <a:pt x="3059240" y="1178714"/>
                  <a:pt x="3084534" y="1178714"/>
                  <a:pt x="3100141" y="1194323"/>
                </a:cubicBezTo>
                <a:cubicBezTo>
                  <a:pt x="3115749" y="1209930"/>
                  <a:pt x="3115749" y="1235222"/>
                  <a:pt x="3100141" y="1250829"/>
                </a:cubicBezTo>
                <a:lnTo>
                  <a:pt x="3075277" y="1261132"/>
                </a:lnTo>
                <a:lnTo>
                  <a:pt x="3074662" y="1679613"/>
                </a:lnTo>
                <a:cubicBezTo>
                  <a:pt x="3074565" y="1832153"/>
                  <a:pt x="3074565" y="1984202"/>
                  <a:pt x="3074565" y="2133702"/>
                </a:cubicBezTo>
                <a:lnTo>
                  <a:pt x="3074565" y="2135126"/>
                </a:lnTo>
                <a:lnTo>
                  <a:pt x="3074537" y="2135126"/>
                </a:lnTo>
                <a:lnTo>
                  <a:pt x="3073540" y="2136123"/>
                </a:lnTo>
                <a:cubicBezTo>
                  <a:pt x="2930048" y="2279613"/>
                  <a:pt x="2785077" y="2423703"/>
                  <a:pt x="2644922" y="2563037"/>
                </a:cubicBezTo>
                <a:cubicBezTo>
                  <a:pt x="2467425" y="2739452"/>
                  <a:pt x="2286111" y="2919684"/>
                  <a:pt x="2103342" y="3103105"/>
                </a:cubicBezTo>
                <a:close/>
                <a:moveTo>
                  <a:pt x="2711479" y="3103105"/>
                </a:moveTo>
                <a:lnTo>
                  <a:pt x="2687189" y="3103105"/>
                </a:lnTo>
                <a:cubicBezTo>
                  <a:pt x="2803019" y="2987555"/>
                  <a:pt x="2918341" y="2871663"/>
                  <a:pt x="3031015" y="2758391"/>
                </a:cubicBezTo>
                <a:lnTo>
                  <a:pt x="3521477" y="2268399"/>
                </a:lnTo>
                <a:lnTo>
                  <a:pt x="3510254" y="2257175"/>
                </a:lnTo>
                <a:cubicBezTo>
                  <a:pt x="3496722" y="2224506"/>
                  <a:pt x="3512235" y="2187053"/>
                  <a:pt x="3544904" y="2173521"/>
                </a:cubicBezTo>
                <a:cubicBezTo>
                  <a:pt x="3577573" y="2159989"/>
                  <a:pt x="3615028" y="2175502"/>
                  <a:pt x="3628560" y="2208173"/>
                </a:cubicBezTo>
                <a:cubicBezTo>
                  <a:pt x="3642092" y="2240841"/>
                  <a:pt x="3626577" y="2278295"/>
                  <a:pt x="3593908" y="2291827"/>
                </a:cubicBezTo>
                <a:cubicBezTo>
                  <a:pt x="3577574" y="2298593"/>
                  <a:pt x="3560043" y="2298098"/>
                  <a:pt x="3544904" y="2291827"/>
                </a:cubicBezTo>
                <a:lnTo>
                  <a:pt x="3533611" y="2280532"/>
                </a:lnTo>
                <a:lnTo>
                  <a:pt x="3043177" y="2770496"/>
                </a:lnTo>
                <a:cubicBezTo>
                  <a:pt x="2934434" y="2879809"/>
                  <a:pt x="2823242" y="2991542"/>
                  <a:pt x="2711479" y="3103105"/>
                </a:cubicBezTo>
                <a:close/>
                <a:moveTo>
                  <a:pt x="3666953" y="3103105"/>
                </a:moveTo>
                <a:lnTo>
                  <a:pt x="3660091" y="3103105"/>
                </a:lnTo>
                <a:cubicBezTo>
                  <a:pt x="3660005" y="3072033"/>
                  <a:pt x="3659863" y="3041157"/>
                  <a:pt x="3659691" y="3010539"/>
                </a:cubicBezTo>
                <a:cubicBezTo>
                  <a:pt x="3659237" y="2921448"/>
                  <a:pt x="3658751" y="2829340"/>
                  <a:pt x="3660404" y="2737971"/>
                </a:cubicBezTo>
                <a:lnTo>
                  <a:pt x="3660404" y="2736574"/>
                </a:lnTo>
                <a:cubicBezTo>
                  <a:pt x="3660404" y="2736574"/>
                  <a:pt x="3661402" y="2735606"/>
                  <a:pt x="3661402" y="2735606"/>
                </a:cubicBezTo>
                <a:cubicBezTo>
                  <a:pt x="3676837" y="2720141"/>
                  <a:pt x="3691590" y="2704419"/>
                  <a:pt x="3705861" y="2689209"/>
                </a:cubicBezTo>
                <a:cubicBezTo>
                  <a:pt x="3720157" y="2673944"/>
                  <a:pt x="3734968" y="2658164"/>
                  <a:pt x="3750491" y="2642643"/>
                </a:cubicBezTo>
                <a:cubicBezTo>
                  <a:pt x="3768718" y="2624414"/>
                  <a:pt x="3787203" y="2606783"/>
                  <a:pt x="3805090" y="2589752"/>
                </a:cubicBezTo>
                <a:lnTo>
                  <a:pt x="3839138" y="2556620"/>
                </a:lnTo>
                <a:lnTo>
                  <a:pt x="3829063" y="2532297"/>
                </a:lnTo>
                <a:cubicBezTo>
                  <a:pt x="3829063" y="2522070"/>
                  <a:pt x="3832964" y="2511843"/>
                  <a:pt x="3840766" y="2504041"/>
                </a:cubicBezTo>
                <a:cubicBezTo>
                  <a:pt x="3856372" y="2488435"/>
                  <a:pt x="3881673" y="2488435"/>
                  <a:pt x="3897278" y="2504040"/>
                </a:cubicBezTo>
                <a:cubicBezTo>
                  <a:pt x="3912884" y="2519646"/>
                  <a:pt x="3912884" y="2544947"/>
                  <a:pt x="3897278" y="2560553"/>
                </a:cubicBezTo>
                <a:cubicBezTo>
                  <a:pt x="3889476" y="2568355"/>
                  <a:pt x="3879250" y="2572256"/>
                  <a:pt x="3869022" y="2572256"/>
                </a:cubicBezTo>
                <a:lnTo>
                  <a:pt x="3843676" y="2561757"/>
                </a:lnTo>
                <a:lnTo>
                  <a:pt x="3809817" y="2594708"/>
                </a:lnTo>
                <a:cubicBezTo>
                  <a:pt x="3791961" y="2611740"/>
                  <a:pt x="3773476" y="2629341"/>
                  <a:pt x="3755333" y="2647484"/>
                </a:cubicBezTo>
                <a:lnTo>
                  <a:pt x="3755362" y="2647484"/>
                </a:lnTo>
                <a:cubicBezTo>
                  <a:pt x="3739895" y="2662950"/>
                  <a:pt x="3725142" y="2678699"/>
                  <a:pt x="3710873" y="2693910"/>
                </a:cubicBezTo>
                <a:cubicBezTo>
                  <a:pt x="3696889" y="2708834"/>
                  <a:pt x="3682419" y="2724271"/>
                  <a:pt x="3667239" y="2739480"/>
                </a:cubicBezTo>
                <a:cubicBezTo>
                  <a:pt x="3665616" y="2830337"/>
                  <a:pt x="3666099" y="2921905"/>
                  <a:pt x="3666556" y="3010511"/>
                </a:cubicBezTo>
                <a:cubicBezTo>
                  <a:pt x="3666726" y="3041130"/>
                  <a:pt x="3666869" y="3072033"/>
                  <a:pt x="3666953" y="3103105"/>
                </a:cubicBezTo>
                <a:close/>
                <a:moveTo>
                  <a:pt x="5534495" y="3103106"/>
                </a:moveTo>
                <a:lnTo>
                  <a:pt x="5527633" y="3103106"/>
                </a:lnTo>
                <a:cubicBezTo>
                  <a:pt x="5527718" y="3072034"/>
                  <a:pt x="5527860" y="3041131"/>
                  <a:pt x="5528030" y="3010512"/>
                </a:cubicBezTo>
                <a:cubicBezTo>
                  <a:pt x="5528487" y="2921906"/>
                  <a:pt x="5528971" y="2830338"/>
                  <a:pt x="5527347" y="2739481"/>
                </a:cubicBezTo>
                <a:cubicBezTo>
                  <a:pt x="5512167" y="2724272"/>
                  <a:pt x="5497697" y="2708835"/>
                  <a:pt x="5483713" y="2693911"/>
                </a:cubicBezTo>
                <a:cubicBezTo>
                  <a:pt x="5469444" y="2678700"/>
                  <a:pt x="5454691" y="2662951"/>
                  <a:pt x="5439224" y="2647485"/>
                </a:cubicBezTo>
                <a:lnTo>
                  <a:pt x="5439253" y="2647485"/>
                </a:lnTo>
                <a:cubicBezTo>
                  <a:pt x="5421110" y="2629342"/>
                  <a:pt x="5402625" y="2611741"/>
                  <a:pt x="5384769" y="2594709"/>
                </a:cubicBezTo>
                <a:lnTo>
                  <a:pt x="5350910" y="2561758"/>
                </a:lnTo>
                <a:lnTo>
                  <a:pt x="5325564" y="2572257"/>
                </a:lnTo>
                <a:cubicBezTo>
                  <a:pt x="5315337" y="2572257"/>
                  <a:pt x="5305111" y="2568356"/>
                  <a:pt x="5297308" y="2560554"/>
                </a:cubicBezTo>
                <a:cubicBezTo>
                  <a:pt x="5281702" y="2544948"/>
                  <a:pt x="5281702" y="2519647"/>
                  <a:pt x="5297308" y="2504041"/>
                </a:cubicBezTo>
                <a:cubicBezTo>
                  <a:pt x="5312913" y="2488436"/>
                  <a:pt x="5338214" y="2488436"/>
                  <a:pt x="5353820" y="2504042"/>
                </a:cubicBezTo>
                <a:cubicBezTo>
                  <a:pt x="5361622" y="2511845"/>
                  <a:pt x="5365523" y="2522071"/>
                  <a:pt x="5365523" y="2532298"/>
                </a:cubicBezTo>
                <a:lnTo>
                  <a:pt x="5355448" y="2556621"/>
                </a:lnTo>
                <a:lnTo>
                  <a:pt x="5389496" y="2589753"/>
                </a:lnTo>
                <a:cubicBezTo>
                  <a:pt x="5407383" y="2606784"/>
                  <a:pt x="5425868" y="2624415"/>
                  <a:pt x="5444096" y="2642644"/>
                </a:cubicBezTo>
                <a:cubicBezTo>
                  <a:pt x="5459618" y="2658165"/>
                  <a:pt x="5474429" y="2673945"/>
                  <a:pt x="5488725" y="2689210"/>
                </a:cubicBezTo>
                <a:cubicBezTo>
                  <a:pt x="5502996" y="2704420"/>
                  <a:pt x="5517749" y="2720142"/>
                  <a:pt x="5533185" y="2735607"/>
                </a:cubicBezTo>
                <a:cubicBezTo>
                  <a:pt x="5533185" y="2735607"/>
                  <a:pt x="5534183" y="2736575"/>
                  <a:pt x="5534183" y="2736575"/>
                </a:cubicBezTo>
                <a:lnTo>
                  <a:pt x="5534183" y="2737972"/>
                </a:lnTo>
                <a:cubicBezTo>
                  <a:pt x="5535836" y="2829341"/>
                  <a:pt x="5535350" y="2921449"/>
                  <a:pt x="5534896" y="3010540"/>
                </a:cubicBezTo>
                <a:cubicBezTo>
                  <a:pt x="5534724" y="3041158"/>
                  <a:pt x="5534581" y="3072034"/>
                  <a:pt x="5534495" y="3103106"/>
                </a:cubicBezTo>
                <a:close/>
                <a:moveTo>
                  <a:pt x="6507397" y="3103106"/>
                </a:moveTo>
                <a:lnTo>
                  <a:pt x="6483107" y="3103106"/>
                </a:lnTo>
                <a:cubicBezTo>
                  <a:pt x="6371344" y="2991543"/>
                  <a:pt x="6260152" y="2879810"/>
                  <a:pt x="6151409" y="2770497"/>
                </a:cubicBezTo>
                <a:lnTo>
                  <a:pt x="5660975" y="2280534"/>
                </a:lnTo>
                <a:lnTo>
                  <a:pt x="5649682" y="2291828"/>
                </a:lnTo>
                <a:cubicBezTo>
                  <a:pt x="5634543" y="2298099"/>
                  <a:pt x="5617012" y="2298594"/>
                  <a:pt x="5600678" y="2291828"/>
                </a:cubicBezTo>
                <a:cubicBezTo>
                  <a:pt x="5568009" y="2278296"/>
                  <a:pt x="5552494" y="2240842"/>
                  <a:pt x="5566027" y="2208173"/>
                </a:cubicBezTo>
                <a:cubicBezTo>
                  <a:pt x="5579558" y="2175503"/>
                  <a:pt x="5617013" y="2159990"/>
                  <a:pt x="5649682" y="2173522"/>
                </a:cubicBezTo>
                <a:cubicBezTo>
                  <a:pt x="5682351" y="2187054"/>
                  <a:pt x="5697864" y="2224507"/>
                  <a:pt x="5684332" y="2257176"/>
                </a:cubicBezTo>
                <a:lnTo>
                  <a:pt x="5673110" y="2268400"/>
                </a:lnTo>
                <a:lnTo>
                  <a:pt x="6163570" y="2758392"/>
                </a:lnTo>
                <a:cubicBezTo>
                  <a:pt x="6276245" y="2871664"/>
                  <a:pt x="6391566" y="2987556"/>
                  <a:pt x="6507397" y="3103106"/>
                </a:cubicBezTo>
                <a:close/>
                <a:moveTo>
                  <a:pt x="7100927" y="3103106"/>
                </a:moveTo>
                <a:lnTo>
                  <a:pt x="7091243" y="3103106"/>
                </a:lnTo>
                <a:cubicBezTo>
                  <a:pt x="6908475" y="2919685"/>
                  <a:pt x="6727161" y="2739453"/>
                  <a:pt x="6549664" y="2563038"/>
                </a:cubicBezTo>
                <a:cubicBezTo>
                  <a:pt x="6409509" y="2423704"/>
                  <a:pt x="6264538" y="2279614"/>
                  <a:pt x="6121046" y="2136124"/>
                </a:cubicBezTo>
                <a:lnTo>
                  <a:pt x="6120049" y="2135128"/>
                </a:lnTo>
                <a:lnTo>
                  <a:pt x="6120020" y="2135128"/>
                </a:lnTo>
                <a:lnTo>
                  <a:pt x="6120020" y="2133703"/>
                </a:lnTo>
                <a:cubicBezTo>
                  <a:pt x="6120020" y="1984203"/>
                  <a:pt x="6120020" y="1832154"/>
                  <a:pt x="6119924" y="1679614"/>
                </a:cubicBezTo>
                <a:lnTo>
                  <a:pt x="6119309" y="1261133"/>
                </a:lnTo>
                <a:lnTo>
                  <a:pt x="6094445" y="1250830"/>
                </a:lnTo>
                <a:cubicBezTo>
                  <a:pt x="6078836" y="1235223"/>
                  <a:pt x="6078836" y="1209931"/>
                  <a:pt x="6094445" y="1194324"/>
                </a:cubicBezTo>
                <a:cubicBezTo>
                  <a:pt x="6110052" y="1178715"/>
                  <a:pt x="6135345" y="1178715"/>
                  <a:pt x="6150953" y="1194324"/>
                </a:cubicBezTo>
                <a:cubicBezTo>
                  <a:pt x="6166561" y="1209931"/>
                  <a:pt x="6166561" y="1235223"/>
                  <a:pt x="6150953" y="1250830"/>
                </a:cubicBezTo>
                <a:lnTo>
                  <a:pt x="6126173" y="1261097"/>
                </a:lnTo>
                <a:lnTo>
                  <a:pt x="6126789" y="1678870"/>
                </a:lnTo>
                <a:cubicBezTo>
                  <a:pt x="6126885" y="1831172"/>
                  <a:pt x="6126885" y="1982993"/>
                  <a:pt x="6126885" y="2132279"/>
                </a:cubicBezTo>
                <a:cubicBezTo>
                  <a:pt x="6270062" y="2275428"/>
                  <a:pt x="6414664" y="2419175"/>
                  <a:pt x="6554505" y="2558166"/>
                </a:cubicBezTo>
                <a:cubicBezTo>
                  <a:pt x="6733569" y="2736120"/>
                  <a:pt x="6916535" y="2918005"/>
                  <a:pt x="7100927" y="3103106"/>
                </a:cubicBezTo>
                <a:close/>
                <a:moveTo>
                  <a:pt x="7363100" y="3103106"/>
                </a:moveTo>
                <a:lnTo>
                  <a:pt x="7353443" y="3103106"/>
                </a:lnTo>
                <a:cubicBezTo>
                  <a:pt x="7134064" y="2882508"/>
                  <a:pt x="6898520" y="2646547"/>
                  <a:pt x="6628882" y="2377282"/>
                </a:cubicBezTo>
                <a:lnTo>
                  <a:pt x="6374506" y="2123477"/>
                </a:lnTo>
                <a:lnTo>
                  <a:pt x="6349612" y="2133790"/>
                </a:lnTo>
                <a:cubicBezTo>
                  <a:pt x="6339387" y="2133790"/>
                  <a:pt x="6329162" y="2129889"/>
                  <a:pt x="6321358" y="2122085"/>
                </a:cubicBezTo>
                <a:cubicBezTo>
                  <a:pt x="6305750" y="2106477"/>
                  <a:pt x="6305750" y="2081183"/>
                  <a:pt x="6321358" y="2065576"/>
                </a:cubicBezTo>
                <a:cubicBezTo>
                  <a:pt x="6336966" y="2049969"/>
                  <a:pt x="6362259" y="2049969"/>
                  <a:pt x="6377866" y="2065576"/>
                </a:cubicBezTo>
                <a:cubicBezTo>
                  <a:pt x="6385670" y="2073380"/>
                  <a:pt x="6389572" y="2083604"/>
                  <a:pt x="6389572" y="2093831"/>
                </a:cubicBezTo>
                <a:lnTo>
                  <a:pt x="6379319" y="2118578"/>
                </a:lnTo>
                <a:lnTo>
                  <a:pt x="6635208" y="2373896"/>
                </a:lnTo>
                <a:cubicBezTo>
                  <a:pt x="6906203" y="2644522"/>
                  <a:pt x="7142757" y="2881504"/>
                  <a:pt x="7363100" y="3103106"/>
                </a:cubicBezTo>
                <a:close/>
                <a:moveTo>
                  <a:pt x="8537854" y="3103106"/>
                </a:moveTo>
                <a:lnTo>
                  <a:pt x="8513589" y="3103106"/>
                </a:lnTo>
                <a:cubicBezTo>
                  <a:pt x="8237372" y="2826748"/>
                  <a:pt x="7962979" y="2550220"/>
                  <a:pt x="7693743" y="2278846"/>
                </a:cubicBezTo>
                <a:lnTo>
                  <a:pt x="7687676" y="2272721"/>
                </a:lnTo>
                <a:lnTo>
                  <a:pt x="7687761" y="2269076"/>
                </a:lnTo>
                <a:cubicBezTo>
                  <a:pt x="7689413" y="2197843"/>
                  <a:pt x="7688930" y="2124590"/>
                  <a:pt x="7688473" y="2053728"/>
                </a:cubicBezTo>
                <a:cubicBezTo>
                  <a:pt x="7687846" y="1958911"/>
                  <a:pt x="7687219" y="1860877"/>
                  <a:pt x="7691634" y="1765493"/>
                </a:cubicBezTo>
                <a:cubicBezTo>
                  <a:pt x="7691550" y="1759967"/>
                  <a:pt x="7688530" y="1754499"/>
                  <a:pt x="7686394" y="1752363"/>
                </a:cubicBezTo>
                <a:cubicBezTo>
                  <a:pt x="7585626" y="1655471"/>
                  <a:pt x="7488248" y="1557124"/>
                  <a:pt x="7394087" y="1461994"/>
                </a:cubicBezTo>
                <a:lnTo>
                  <a:pt x="7394145" y="1461994"/>
                </a:lnTo>
                <a:cubicBezTo>
                  <a:pt x="7301492" y="1368404"/>
                  <a:pt x="7205709" y="1271652"/>
                  <a:pt x="7107961" y="1177661"/>
                </a:cubicBezTo>
                <a:lnTo>
                  <a:pt x="6652798" y="1176000"/>
                </a:lnTo>
                <a:lnTo>
                  <a:pt x="6644711" y="1195523"/>
                </a:lnTo>
                <a:cubicBezTo>
                  <a:pt x="6637481" y="1202753"/>
                  <a:pt x="6627490" y="1207226"/>
                  <a:pt x="6616456" y="1207226"/>
                </a:cubicBezTo>
                <a:cubicBezTo>
                  <a:pt x="6594386" y="1207226"/>
                  <a:pt x="6576496" y="1189335"/>
                  <a:pt x="6576496" y="1167267"/>
                </a:cubicBezTo>
                <a:cubicBezTo>
                  <a:pt x="6576496" y="1145196"/>
                  <a:pt x="6594386" y="1127306"/>
                  <a:pt x="6616456" y="1127306"/>
                </a:cubicBezTo>
                <a:cubicBezTo>
                  <a:pt x="6627490" y="1127306"/>
                  <a:pt x="6637481" y="1131780"/>
                  <a:pt x="6644711" y="1139010"/>
                </a:cubicBezTo>
                <a:lnTo>
                  <a:pt x="6652930" y="1158854"/>
                </a:lnTo>
                <a:lnTo>
                  <a:pt x="7111407" y="1160516"/>
                </a:lnTo>
                <a:lnTo>
                  <a:pt x="7114852" y="1160516"/>
                </a:lnTo>
                <a:lnTo>
                  <a:pt x="7117329" y="1162908"/>
                </a:lnTo>
                <a:cubicBezTo>
                  <a:pt x="7216106" y="1257809"/>
                  <a:pt x="7312799" y="1355473"/>
                  <a:pt x="7406306" y="1449947"/>
                </a:cubicBezTo>
                <a:cubicBezTo>
                  <a:pt x="7500381" y="1544963"/>
                  <a:pt x="7597674" y="1643252"/>
                  <a:pt x="7698413" y="1740115"/>
                </a:cubicBezTo>
                <a:cubicBezTo>
                  <a:pt x="7703625" y="1745328"/>
                  <a:pt x="7708781" y="1755181"/>
                  <a:pt x="7708781" y="1765663"/>
                </a:cubicBezTo>
                <a:lnTo>
                  <a:pt x="7708781" y="1766063"/>
                </a:lnTo>
                <a:cubicBezTo>
                  <a:pt x="7704365" y="1861047"/>
                  <a:pt x="7704992" y="1958939"/>
                  <a:pt x="7705619" y="2053612"/>
                </a:cubicBezTo>
                <a:cubicBezTo>
                  <a:pt x="7706075" y="2123393"/>
                  <a:pt x="7706558" y="2195480"/>
                  <a:pt x="7704992" y="2265829"/>
                </a:cubicBezTo>
                <a:lnTo>
                  <a:pt x="7705932" y="2266770"/>
                </a:lnTo>
                <a:cubicBezTo>
                  <a:pt x="7979100" y="2542102"/>
                  <a:pt x="8257566" y="2822733"/>
                  <a:pt x="8537854" y="3103106"/>
                </a:cubicBezTo>
                <a:close/>
                <a:moveTo>
                  <a:pt x="4897079" y="3103106"/>
                </a:moveTo>
                <a:lnTo>
                  <a:pt x="4692722" y="3103106"/>
                </a:lnTo>
                <a:cubicBezTo>
                  <a:pt x="4689930" y="3073685"/>
                  <a:pt x="4699786" y="3043295"/>
                  <a:pt x="4722314" y="3020765"/>
                </a:cubicBezTo>
                <a:cubicBezTo>
                  <a:pt x="4732333" y="3010747"/>
                  <a:pt x="4743909" y="3003233"/>
                  <a:pt x="4756264" y="2998224"/>
                </a:cubicBezTo>
                <a:lnTo>
                  <a:pt x="4789220" y="2991813"/>
                </a:lnTo>
                <a:lnTo>
                  <a:pt x="4786226" y="2643383"/>
                </a:lnTo>
                <a:lnTo>
                  <a:pt x="4787029" y="2445171"/>
                </a:lnTo>
                <a:lnTo>
                  <a:pt x="4769304" y="2440900"/>
                </a:lnTo>
                <a:cubicBezTo>
                  <a:pt x="4754401" y="2434089"/>
                  <a:pt x="4742096" y="2421593"/>
                  <a:pt x="4735921" y="2405026"/>
                </a:cubicBezTo>
                <a:cubicBezTo>
                  <a:pt x="4723573" y="2371891"/>
                  <a:pt x="4740424" y="2335019"/>
                  <a:pt x="4773557" y="2322670"/>
                </a:cubicBezTo>
                <a:cubicBezTo>
                  <a:pt x="4806692" y="2310320"/>
                  <a:pt x="4843563" y="2327172"/>
                  <a:pt x="4855912" y="2360306"/>
                </a:cubicBezTo>
                <a:cubicBezTo>
                  <a:pt x="4868262" y="2393440"/>
                  <a:pt x="4851412" y="2430313"/>
                  <a:pt x="4818276" y="2442661"/>
                </a:cubicBezTo>
                <a:lnTo>
                  <a:pt x="4804175" y="2444901"/>
                </a:lnTo>
                <a:lnTo>
                  <a:pt x="4803371" y="2643610"/>
                </a:lnTo>
                <a:lnTo>
                  <a:pt x="4806498" y="2992968"/>
                </a:lnTo>
                <a:lnTo>
                  <a:pt x="4833520" y="2998224"/>
                </a:lnTo>
                <a:cubicBezTo>
                  <a:pt x="4845879" y="3003233"/>
                  <a:pt x="4857461" y="3010747"/>
                  <a:pt x="4867487" y="3020765"/>
                </a:cubicBezTo>
                <a:cubicBezTo>
                  <a:pt x="4890015" y="3043295"/>
                  <a:pt x="4899869" y="3073685"/>
                  <a:pt x="4897079" y="3103106"/>
                </a:cubicBezTo>
                <a:close/>
                <a:moveTo>
                  <a:pt x="4501864" y="3103107"/>
                </a:moveTo>
                <a:lnTo>
                  <a:pt x="4297508" y="3103107"/>
                </a:lnTo>
                <a:cubicBezTo>
                  <a:pt x="4294717" y="3073686"/>
                  <a:pt x="4304571" y="3043296"/>
                  <a:pt x="4327100" y="3020766"/>
                </a:cubicBezTo>
                <a:cubicBezTo>
                  <a:pt x="4337126" y="3010748"/>
                  <a:pt x="4348707" y="3003234"/>
                  <a:pt x="4361066" y="2998225"/>
                </a:cubicBezTo>
                <a:lnTo>
                  <a:pt x="4388088" y="2992969"/>
                </a:lnTo>
                <a:lnTo>
                  <a:pt x="4391216" y="2643609"/>
                </a:lnTo>
                <a:lnTo>
                  <a:pt x="4390412" y="2444900"/>
                </a:lnTo>
                <a:lnTo>
                  <a:pt x="4376310" y="2442660"/>
                </a:lnTo>
                <a:cubicBezTo>
                  <a:pt x="4343175" y="2430312"/>
                  <a:pt x="4326325" y="2393439"/>
                  <a:pt x="4338674" y="2360305"/>
                </a:cubicBezTo>
                <a:cubicBezTo>
                  <a:pt x="4351023" y="2327171"/>
                  <a:pt x="4387894" y="2310319"/>
                  <a:pt x="4421030" y="2322669"/>
                </a:cubicBezTo>
                <a:cubicBezTo>
                  <a:pt x="4454163" y="2335018"/>
                  <a:pt x="4471014" y="2371890"/>
                  <a:pt x="4458665" y="2405025"/>
                </a:cubicBezTo>
                <a:cubicBezTo>
                  <a:pt x="4452490" y="2421592"/>
                  <a:pt x="4440185" y="2434089"/>
                  <a:pt x="4425282" y="2440900"/>
                </a:cubicBezTo>
                <a:lnTo>
                  <a:pt x="4407558" y="2445170"/>
                </a:lnTo>
                <a:lnTo>
                  <a:pt x="4408361" y="2643382"/>
                </a:lnTo>
                <a:lnTo>
                  <a:pt x="4405366" y="2991814"/>
                </a:lnTo>
                <a:lnTo>
                  <a:pt x="4438322" y="2998225"/>
                </a:lnTo>
                <a:cubicBezTo>
                  <a:pt x="4450677" y="3003234"/>
                  <a:pt x="4462254" y="3010748"/>
                  <a:pt x="4472272" y="3020766"/>
                </a:cubicBezTo>
                <a:cubicBezTo>
                  <a:pt x="4494801" y="3043296"/>
                  <a:pt x="4504656" y="3073686"/>
                  <a:pt x="4501864" y="3103107"/>
                </a:cubicBezTo>
                <a:close/>
                <a:moveTo>
                  <a:pt x="4158206" y="3103108"/>
                </a:moveTo>
                <a:lnTo>
                  <a:pt x="4084096" y="3103108"/>
                </a:lnTo>
                <a:cubicBezTo>
                  <a:pt x="4078287" y="3088696"/>
                  <a:pt x="4081220" y="3071578"/>
                  <a:pt x="4092898" y="3059872"/>
                </a:cubicBezTo>
                <a:lnTo>
                  <a:pt x="4117735" y="3049581"/>
                </a:lnTo>
                <a:lnTo>
                  <a:pt x="4117735" y="2748834"/>
                </a:lnTo>
                <a:lnTo>
                  <a:pt x="4099421" y="2793057"/>
                </a:lnTo>
                <a:cubicBezTo>
                  <a:pt x="4086916" y="2805560"/>
                  <a:pt x="4070525" y="2811812"/>
                  <a:pt x="4054134" y="2811812"/>
                </a:cubicBezTo>
                <a:cubicBezTo>
                  <a:pt x="4037743" y="2811812"/>
                  <a:pt x="4021353" y="2805560"/>
                  <a:pt x="4008849" y="2793057"/>
                </a:cubicBezTo>
                <a:cubicBezTo>
                  <a:pt x="3983841" y="2768049"/>
                  <a:pt x="3983841" y="2727492"/>
                  <a:pt x="4008849" y="2702486"/>
                </a:cubicBezTo>
                <a:lnTo>
                  <a:pt x="4045560" y="2687281"/>
                </a:lnTo>
                <a:lnTo>
                  <a:pt x="4045560" y="2510802"/>
                </a:lnTo>
                <a:lnTo>
                  <a:pt x="3620691" y="2085933"/>
                </a:lnTo>
                <a:lnTo>
                  <a:pt x="3607569" y="2094780"/>
                </a:lnTo>
                <a:cubicBezTo>
                  <a:pt x="3599909" y="2098020"/>
                  <a:pt x="3591488" y="2099810"/>
                  <a:pt x="3582648" y="2099810"/>
                </a:cubicBezTo>
                <a:cubicBezTo>
                  <a:pt x="3547286" y="2099810"/>
                  <a:pt x="3518621" y="2071146"/>
                  <a:pt x="3518621" y="2035784"/>
                </a:cubicBezTo>
                <a:cubicBezTo>
                  <a:pt x="3518621" y="2000423"/>
                  <a:pt x="3547286" y="1971757"/>
                  <a:pt x="3582648" y="1971757"/>
                </a:cubicBezTo>
                <a:cubicBezTo>
                  <a:pt x="3618008" y="1971757"/>
                  <a:pt x="3646675" y="2000423"/>
                  <a:pt x="3646675" y="2035784"/>
                </a:cubicBezTo>
                <a:lnTo>
                  <a:pt x="3631475" y="2072479"/>
                </a:lnTo>
                <a:lnTo>
                  <a:pt x="4062706" y="2503711"/>
                </a:lnTo>
                <a:lnTo>
                  <a:pt x="4062706" y="2687280"/>
                </a:lnTo>
                <a:lnTo>
                  <a:pt x="4099421" y="2702486"/>
                </a:lnTo>
                <a:lnTo>
                  <a:pt x="4117735" y="2746707"/>
                </a:lnTo>
                <a:lnTo>
                  <a:pt x="4117735" y="2352786"/>
                </a:lnTo>
                <a:lnTo>
                  <a:pt x="3888822" y="2123873"/>
                </a:lnTo>
                <a:lnTo>
                  <a:pt x="3863990" y="2134162"/>
                </a:lnTo>
                <a:cubicBezTo>
                  <a:pt x="3853766" y="2134162"/>
                  <a:pt x="3843540" y="2130260"/>
                  <a:pt x="3835736" y="2122456"/>
                </a:cubicBezTo>
                <a:cubicBezTo>
                  <a:pt x="3820127" y="2106847"/>
                  <a:pt x="3820127" y="2081556"/>
                  <a:pt x="3835736" y="2065948"/>
                </a:cubicBezTo>
                <a:cubicBezTo>
                  <a:pt x="3851344" y="2050341"/>
                  <a:pt x="3876637" y="2050341"/>
                  <a:pt x="3892244" y="2065948"/>
                </a:cubicBezTo>
                <a:cubicBezTo>
                  <a:pt x="3900047" y="2073752"/>
                  <a:pt x="3903950" y="2083976"/>
                  <a:pt x="3903950" y="2094201"/>
                </a:cubicBezTo>
                <a:lnTo>
                  <a:pt x="3893663" y="2119029"/>
                </a:lnTo>
                <a:lnTo>
                  <a:pt x="4117735" y="2343083"/>
                </a:lnTo>
                <a:lnTo>
                  <a:pt x="4117735" y="2144576"/>
                </a:lnTo>
                <a:lnTo>
                  <a:pt x="4088576" y="2115418"/>
                </a:lnTo>
                <a:lnTo>
                  <a:pt x="4075465" y="2124258"/>
                </a:lnTo>
                <a:cubicBezTo>
                  <a:pt x="4067805" y="2127497"/>
                  <a:pt x="4059383" y="2129288"/>
                  <a:pt x="4050543" y="2129288"/>
                </a:cubicBezTo>
                <a:cubicBezTo>
                  <a:pt x="4015182" y="2129288"/>
                  <a:pt x="3986517" y="2100624"/>
                  <a:pt x="3986517" y="2065262"/>
                </a:cubicBezTo>
                <a:cubicBezTo>
                  <a:pt x="3986517" y="2029901"/>
                  <a:pt x="4015182" y="2001235"/>
                  <a:pt x="4050543" y="2001235"/>
                </a:cubicBezTo>
                <a:cubicBezTo>
                  <a:pt x="4085904" y="2001235"/>
                  <a:pt x="4114570" y="2029901"/>
                  <a:pt x="4114570" y="2065262"/>
                </a:cubicBezTo>
                <a:lnTo>
                  <a:pt x="4099368" y="2101961"/>
                </a:lnTo>
                <a:lnTo>
                  <a:pt x="4117735" y="2120328"/>
                </a:lnTo>
                <a:lnTo>
                  <a:pt x="4117735" y="1837548"/>
                </a:lnTo>
                <a:lnTo>
                  <a:pt x="3135401" y="855218"/>
                </a:lnTo>
                <a:lnTo>
                  <a:pt x="3135401" y="78504"/>
                </a:lnTo>
                <a:lnTo>
                  <a:pt x="3110565" y="68214"/>
                </a:lnTo>
                <a:cubicBezTo>
                  <a:pt x="3094956" y="52607"/>
                  <a:pt x="3094956" y="27314"/>
                  <a:pt x="3110565" y="11706"/>
                </a:cubicBezTo>
                <a:cubicBezTo>
                  <a:pt x="3126172" y="-3903"/>
                  <a:pt x="3151465" y="-3903"/>
                  <a:pt x="3167072" y="11706"/>
                </a:cubicBezTo>
                <a:cubicBezTo>
                  <a:pt x="3182681" y="27314"/>
                  <a:pt x="3182681" y="52607"/>
                  <a:pt x="3167072" y="68214"/>
                </a:cubicBezTo>
                <a:lnTo>
                  <a:pt x="3142265" y="78491"/>
                </a:lnTo>
                <a:lnTo>
                  <a:pt x="3142266" y="852371"/>
                </a:lnTo>
                <a:lnTo>
                  <a:pt x="4123573" y="1833705"/>
                </a:lnTo>
                <a:lnTo>
                  <a:pt x="4124598" y="1834701"/>
                </a:lnTo>
                <a:lnTo>
                  <a:pt x="4124598" y="2127191"/>
                </a:lnTo>
                <a:lnTo>
                  <a:pt x="4220440" y="2223033"/>
                </a:lnTo>
                <a:lnTo>
                  <a:pt x="4233567" y="2214183"/>
                </a:lnTo>
                <a:cubicBezTo>
                  <a:pt x="4241227" y="2210942"/>
                  <a:pt x="4249650" y="2209151"/>
                  <a:pt x="4258490" y="2209151"/>
                </a:cubicBezTo>
                <a:cubicBezTo>
                  <a:pt x="4293850" y="2209151"/>
                  <a:pt x="4322516" y="2237817"/>
                  <a:pt x="4322516" y="2273178"/>
                </a:cubicBezTo>
                <a:cubicBezTo>
                  <a:pt x="4322516" y="2308539"/>
                  <a:pt x="4293850" y="2337204"/>
                  <a:pt x="4258490" y="2337204"/>
                </a:cubicBezTo>
                <a:cubicBezTo>
                  <a:pt x="4223128" y="2337204"/>
                  <a:pt x="4194463" y="2308539"/>
                  <a:pt x="4194463" y="2273178"/>
                </a:cubicBezTo>
                <a:lnTo>
                  <a:pt x="4209656" y="2236497"/>
                </a:lnTo>
                <a:lnTo>
                  <a:pt x="4124598" y="2151440"/>
                </a:lnTo>
                <a:lnTo>
                  <a:pt x="4124598" y="2349946"/>
                </a:lnTo>
                <a:lnTo>
                  <a:pt x="4242482" y="2467821"/>
                </a:lnTo>
                <a:lnTo>
                  <a:pt x="4242482" y="2851079"/>
                </a:lnTo>
                <a:lnTo>
                  <a:pt x="4267288" y="2861356"/>
                </a:lnTo>
                <a:cubicBezTo>
                  <a:pt x="4282898" y="2876964"/>
                  <a:pt x="4282898" y="2902257"/>
                  <a:pt x="4267288" y="2917864"/>
                </a:cubicBezTo>
                <a:cubicBezTo>
                  <a:pt x="4259485" y="2925667"/>
                  <a:pt x="4249260" y="2929570"/>
                  <a:pt x="4239035" y="2929570"/>
                </a:cubicBezTo>
                <a:cubicBezTo>
                  <a:pt x="4228810" y="2929570"/>
                  <a:pt x="4218585" y="2925667"/>
                  <a:pt x="4210782" y="2917864"/>
                </a:cubicBezTo>
                <a:cubicBezTo>
                  <a:pt x="4195173" y="2902257"/>
                  <a:pt x="4195173" y="2876964"/>
                  <a:pt x="4210782" y="2861356"/>
                </a:cubicBezTo>
                <a:lnTo>
                  <a:pt x="4235617" y="2851066"/>
                </a:lnTo>
                <a:lnTo>
                  <a:pt x="4235617" y="2470669"/>
                </a:lnTo>
                <a:lnTo>
                  <a:pt x="4124598" y="2359650"/>
                </a:lnTo>
                <a:lnTo>
                  <a:pt x="4124598" y="3049594"/>
                </a:lnTo>
                <a:lnTo>
                  <a:pt x="4149404" y="3059872"/>
                </a:lnTo>
                <a:cubicBezTo>
                  <a:pt x="4161083" y="3071549"/>
                  <a:pt x="4164016" y="3088696"/>
                  <a:pt x="4158206" y="3103108"/>
                </a:cubicBezTo>
                <a:close/>
                <a:moveTo>
                  <a:pt x="5110490" y="3103109"/>
                </a:moveTo>
                <a:lnTo>
                  <a:pt x="5036381" y="3103109"/>
                </a:lnTo>
                <a:cubicBezTo>
                  <a:pt x="5030570" y="3088697"/>
                  <a:pt x="5033503" y="3071550"/>
                  <a:pt x="5045182" y="3059873"/>
                </a:cubicBezTo>
                <a:lnTo>
                  <a:pt x="5069988" y="3049595"/>
                </a:lnTo>
                <a:lnTo>
                  <a:pt x="5069988" y="2359649"/>
                </a:lnTo>
                <a:lnTo>
                  <a:pt x="4958969" y="2470669"/>
                </a:lnTo>
                <a:lnTo>
                  <a:pt x="4958969" y="2851065"/>
                </a:lnTo>
                <a:lnTo>
                  <a:pt x="4983804" y="2861355"/>
                </a:lnTo>
                <a:cubicBezTo>
                  <a:pt x="4999413" y="2876963"/>
                  <a:pt x="4999413" y="2902256"/>
                  <a:pt x="4983804" y="2917863"/>
                </a:cubicBezTo>
                <a:cubicBezTo>
                  <a:pt x="4976001" y="2925666"/>
                  <a:pt x="4965776" y="2929569"/>
                  <a:pt x="4955551" y="2929569"/>
                </a:cubicBezTo>
                <a:cubicBezTo>
                  <a:pt x="4945326" y="2929569"/>
                  <a:pt x="4935102" y="2925666"/>
                  <a:pt x="4927298" y="2917863"/>
                </a:cubicBezTo>
                <a:cubicBezTo>
                  <a:pt x="4911688" y="2902256"/>
                  <a:pt x="4911688" y="2876963"/>
                  <a:pt x="4927298" y="2861355"/>
                </a:cubicBezTo>
                <a:lnTo>
                  <a:pt x="4952104" y="2851078"/>
                </a:lnTo>
                <a:lnTo>
                  <a:pt x="4952104" y="2467820"/>
                </a:lnTo>
                <a:lnTo>
                  <a:pt x="5069988" y="2349945"/>
                </a:lnTo>
                <a:lnTo>
                  <a:pt x="5069988" y="2151439"/>
                </a:lnTo>
                <a:lnTo>
                  <a:pt x="4984930" y="2236496"/>
                </a:lnTo>
                <a:lnTo>
                  <a:pt x="5000123" y="2273176"/>
                </a:lnTo>
                <a:cubicBezTo>
                  <a:pt x="5000123" y="2308538"/>
                  <a:pt x="4971459" y="2337203"/>
                  <a:pt x="4936097" y="2337203"/>
                </a:cubicBezTo>
                <a:cubicBezTo>
                  <a:pt x="4900736" y="2337203"/>
                  <a:pt x="4872070" y="2308538"/>
                  <a:pt x="4872070" y="2273176"/>
                </a:cubicBezTo>
                <a:cubicBezTo>
                  <a:pt x="4872070" y="2237816"/>
                  <a:pt x="4900736" y="2209150"/>
                  <a:pt x="4936097" y="2209150"/>
                </a:cubicBezTo>
                <a:cubicBezTo>
                  <a:pt x="4944937" y="2209150"/>
                  <a:pt x="4953360" y="2210941"/>
                  <a:pt x="4961020" y="2214182"/>
                </a:cubicBezTo>
                <a:lnTo>
                  <a:pt x="4974147" y="2223032"/>
                </a:lnTo>
                <a:lnTo>
                  <a:pt x="5069988" y="2127190"/>
                </a:lnTo>
                <a:lnTo>
                  <a:pt x="5069988" y="1834702"/>
                </a:lnTo>
                <a:lnTo>
                  <a:pt x="5071013" y="1833706"/>
                </a:lnTo>
                <a:lnTo>
                  <a:pt x="6052320" y="852372"/>
                </a:lnTo>
                <a:lnTo>
                  <a:pt x="6052321" y="78492"/>
                </a:lnTo>
                <a:lnTo>
                  <a:pt x="6027513" y="68215"/>
                </a:lnTo>
                <a:cubicBezTo>
                  <a:pt x="6011905" y="52608"/>
                  <a:pt x="6011905" y="27316"/>
                  <a:pt x="6027513" y="11707"/>
                </a:cubicBezTo>
                <a:cubicBezTo>
                  <a:pt x="6043121" y="-3902"/>
                  <a:pt x="6068414" y="-3902"/>
                  <a:pt x="6084021" y="11707"/>
                </a:cubicBezTo>
                <a:cubicBezTo>
                  <a:pt x="6099630" y="27316"/>
                  <a:pt x="6099630" y="52608"/>
                  <a:pt x="6084021" y="68215"/>
                </a:cubicBezTo>
                <a:lnTo>
                  <a:pt x="6059184" y="78505"/>
                </a:lnTo>
                <a:lnTo>
                  <a:pt x="6059184" y="855219"/>
                </a:lnTo>
                <a:lnTo>
                  <a:pt x="5076851" y="1837549"/>
                </a:lnTo>
                <a:lnTo>
                  <a:pt x="5076852" y="2120327"/>
                </a:lnTo>
                <a:lnTo>
                  <a:pt x="5095218" y="2101960"/>
                </a:lnTo>
                <a:lnTo>
                  <a:pt x="5080016" y="2065261"/>
                </a:lnTo>
                <a:cubicBezTo>
                  <a:pt x="5080016" y="2029900"/>
                  <a:pt x="5108682" y="2001234"/>
                  <a:pt x="5144043" y="2001234"/>
                </a:cubicBezTo>
                <a:cubicBezTo>
                  <a:pt x="5179405" y="2001234"/>
                  <a:pt x="5208070" y="2029900"/>
                  <a:pt x="5208070" y="2065261"/>
                </a:cubicBezTo>
                <a:cubicBezTo>
                  <a:pt x="5208070" y="2100623"/>
                  <a:pt x="5179405" y="2129287"/>
                  <a:pt x="5144043" y="2129287"/>
                </a:cubicBezTo>
                <a:cubicBezTo>
                  <a:pt x="5135203" y="2129287"/>
                  <a:pt x="5126781" y="2127496"/>
                  <a:pt x="5119122" y="2124257"/>
                </a:cubicBezTo>
                <a:lnTo>
                  <a:pt x="5106010" y="2115417"/>
                </a:lnTo>
                <a:lnTo>
                  <a:pt x="5076852" y="2144575"/>
                </a:lnTo>
                <a:lnTo>
                  <a:pt x="5076852" y="2343082"/>
                </a:lnTo>
                <a:lnTo>
                  <a:pt x="5300923" y="2119028"/>
                </a:lnTo>
                <a:lnTo>
                  <a:pt x="5290637" y="2094200"/>
                </a:lnTo>
                <a:cubicBezTo>
                  <a:pt x="5290637" y="2083975"/>
                  <a:pt x="5294539" y="2073751"/>
                  <a:pt x="5302343" y="2065947"/>
                </a:cubicBezTo>
                <a:cubicBezTo>
                  <a:pt x="5317950" y="2050340"/>
                  <a:pt x="5343242" y="2050340"/>
                  <a:pt x="5358850" y="2065947"/>
                </a:cubicBezTo>
                <a:cubicBezTo>
                  <a:pt x="5374459" y="2081555"/>
                  <a:pt x="5374459" y="2106846"/>
                  <a:pt x="5358850" y="2122455"/>
                </a:cubicBezTo>
                <a:cubicBezTo>
                  <a:pt x="5351047" y="2130258"/>
                  <a:pt x="5340821" y="2134161"/>
                  <a:pt x="5330596" y="2134161"/>
                </a:cubicBezTo>
                <a:lnTo>
                  <a:pt x="5305764" y="2123872"/>
                </a:lnTo>
                <a:lnTo>
                  <a:pt x="5076852" y="2352785"/>
                </a:lnTo>
                <a:lnTo>
                  <a:pt x="5076852" y="2746706"/>
                </a:lnTo>
                <a:lnTo>
                  <a:pt x="5095166" y="2702485"/>
                </a:lnTo>
                <a:lnTo>
                  <a:pt x="5131880" y="2687279"/>
                </a:lnTo>
                <a:lnTo>
                  <a:pt x="5131880" y="2503710"/>
                </a:lnTo>
                <a:lnTo>
                  <a:pt x="5563111" y="2072478"/>
                </a:lnTo>
                <a:lnTo>
                  <a:pt x="5547911" y="2035783"/>
                </a:lnTo>
                <a:cubicBezTo>
                  <a:pt x="5547911" y="2000422"/>
                  <a:pt x="5576578" y="1971756"/>
                  <a:pt x="5611938" y="1971756"/>
                </a:cubicBezTo>
                <a:cubicBezTo>
                  <a:pt x="5647300" y="1971756"/>
                  <a:pt x="5675965" y="2000422"/>
                  <a:pt x="5675965" y="2035783"/>
                </a:cubicBezTo>
                <a:cubicBezTo>
                  <a:pt x="5675965" y="2071145"/>
                  <a:pt x="5647300" y="2099809"/>
                  <a:pt x="5611938" y="2099809"/>
                </a:cubicBezTo>
                <a:cubicBezTo>
                  <a:pt x="5603099" y="2099809"/>
                  <a:pt x="5594677" y="2098019"/>
                  <a:pt x="5587017" y="2094779"/>
                </a:cubicBezTo>
                <a:lnTo>
                  <a:pt x="5573895" y="2085932"/>
                </a:lnTo>
                <a:lnTo>
                  <a:pt x="5149027" y="2510801"/>
                </a:lnTo>
                <a:lnTo>
                  <a:pt x="5149027" y="2687280"/>
                </a:lnTo>
                <a:lnTo>
                  <a:pt x="5185738" y="2702485"/>
                </a:lnTo>
                <a:cubicBezTo>
                  <a:pt x="5210745" y="2727491"/>
                  <a:pt x="5210745" y="2768048"/>
                  <a:pt x="5185738" y="2793056"/>
                </a:cubicBezTo>
                <a:cubicBezTo>
                  <a:pt x="5173234" y="2805559"/>
                  <a:pt x="5156843" y="2811811"/>
                  <a:pt x="5140452" y="2811811"/>
                </a:cubicBezTo>
                <a:cubicBezTo>
                  <a:pt x="5124062" y="2811811"/>
                  <a:pt x="5107671" y="2805559"/>
                  <a:pt x="5095166" y="2793056"/>
                </a:cubicBezTo>
                <a:lnTo>
                  <a:pt x="5076852" y="2748834"/>
                </a:lnTo>
                <a:lnTo>
                  <a:pt x="5076852" y="3049582"/>
                </a:lnTo>
                <a:lnTo>
                  <a:pt x="5101688" y="3059873"/>
                </a:lnTo>
                <a:cubicBezTo>
                  <a:pt x="5113367" y="3071579"/>
                  <a:pt x="5116299" y="3088697"/>
                  <a:pt x="5110490" y="3103109"/>
                </a:cubicBezTo>
                <a:close/>
                <a:moveTo>
                  <a:pt x="243719" y="3103133"/>
                </a:moveTo>
                <a:lnTo>
                  <a:pt x="234005" y="3103133"/>
                </a:lnTo>
                <a:cubicBezTo>
                  <a:pt x="512385" y="2824697"/>
                  <a:pt x="789285" y="2545574"/>
                  <a:pt x="1060943" y="2271780"/>
                </a:cubicBezTo>
                <a:lnTo>
                  <a:pt x="1060943" y="1690673"/>
                </a:lnTo>
                <a:lnTo>
                  <a:pt x="1806763" y="944851"/>
                </a:lnTo>
                <a:lnTo>
                  <a:pt x="1808187" y="944851"/>
                </a:lnTo>
                <a:lnTo>
                  <a:pt x="2758804" y="944632"/>
                </a:lnTo>
                <a:lnTo>
                  <a:pt x="2769097" y="919785"/>
                </a:lnTo>
                <a:cubicBezTo>
                  <a:pt x="2776327" y="912554"/>
                  <a:pt x="2786317" y="908081"/>
                  <a:pt x="2797351" y="908081"/>
                </a:cubicBezTo>
                <a:cubicBezTo>
                  <a:pt x="2819422" y="908081"/>
                  <a:pt x="2837312" y="925971"/>
                  <a:pt x="2837312" y="948040"/>
                </a:cubicBezTo>
                <a:cubicBezTo>
                  <a:pt x="2837312" y="970110"/>
                  <a:pt x="2819422" y="988001"/>
                  <a:pt x="2797351" y="988001"/>
                </a:cubicBezTo>
                <a:cubicBezTo>
                  <a:pt x="2786317" y="988001"/>
                  <a:pt x="2776327" y="983528"/>
                  <a:pt x="2769097" y="976296"/>
                </a:cubicBezTo>
                <a:lnTo>
                  <a:pt x="2758823" y="951495"/>
                </a:lnTo>
                <a:lnTo>
                  <a:pt x="1809612" y="951715"/>
                </a:lnTo>
                <a:lnTo>
                  <a:pt x="1067807" y="1693520"/>
                </a:lnTo>
                <a:lnTo>
                  <a:pt x="1067807" y="2274572"/>
                </a:lnTo>
                <a:lnTo>
                  <a:pt x="1066468" y="2275939"/>
                </a:lnTo>
                <a:cubicBezTo>
                  <a:pt x="796207" y="2548366"/>
                  <a:pt x="520702" y="2826062"/>
                  <a:pt x="243719" y="3103133"/>
                </a:cubicBezTo>
                <a:close/>
                <a:moveTo>
                  <a:pt x="2958843" y="3103133"/>
                </a:moveTo>
                <a:lnTo>
                  <a:pt x="2949129" y="3103133"/>
                </a:lnTo>
                <a:lnTo>
                  <a:pt x="2949159" y="3103105"/>
                </a:lnTo>
                <a:lnTo>
                  <a:pt x="3668079" y="2385830"/>
                </a:lnTo>
                <a:lnTo>
                  <a:pt x="3657811" y="2361046"/>
                </a:lnTo>
                <a:cubicBezTo>
                  <a:pt x="3657811" y="2350821"/>
                  <a:pt x="3661713" y="2340595"/>
                  <a:pt x="3669517" y="2332792"/>
                </a:cubicBezTo>
                <a:cubicBezTo>
                  <a:pt x="3685124" y="2317183"/>
                  <a:pt x="3710417" y="2317183"/>
                  <a:pt x="3726025" y="2332792"/>
                </a:cubicBezTo>
                <a:cubicBezTo>
                  <a:pt x="3741633" y="2348400"/>
                  <a:pt x="3741633" y="2373692"/>
                  <a:pt x="3726025" y="2389301"/>
                </a:cubicBezTo>
                <a:cubicBezTo>
                  <a:pt x="3718221" y="2397104"/>
                  <a:pt x="3707996" y="2401005"/>
                  <a:pt x="3697771" y="2401005"/>
                </a:cubicBezTo>
                <a:lnTo>
                  <a:pt x="3672913" y="2390707"/>
                </a:lnTo>
                <a:close/>
                <a:moveTo>
                  <a:pt x="3176728" y="3103133"/>
                </a:moveTo>
                <a:lnTo>
                  <a:pt x="3152631" y="3103133"/>
                </a:lnTo>
                <a:cubicBezTo>
                  <a:pt x="3157844" y="3097837"/>
                  <a:pt x="3163114" y="3092509"/>
                  <a:pt x="3168325" y="3087240"/>
                </a:cubicBezTo>
                <a:lnTo>
                  <a:pt x="3402206" y="2853436"/>
                </a:lnTo>
                <a:lnTo>
                  <a:pt x="3394042" y="2833728"/>
                </a:lnTo>
                <a:cubicBezTo>
                  <a:pt x="3394042" y="2811658"/>
                  <a:pt x="3411934" y="2793768"/>
                  <a:pt x="3434002" y="2793768"/>
                </a:cubicBezTo>
                <a:cubicBezTo>
                  <a:pt x="3456072" y="2793768"/>
                  <a:pt x="3473962" y="2811658"/>
                  <a:pt x="3473962" y="2833728"/>
                </a:cubicBezTo>
                <a:cubicBezTo>
                  <a:pt x="3473962" y="2855796"/>
                  <a:pt x="3456072" y="2873688"/>
                  <a:pt x="3434002" y="2873688"/>
                </a:cubicBezTo>
                <a:lnTo>
                  <a:pt x="3414359" y="2865551"/>
                </a:lnTo>
                <a:lnTo>
                  <a:pt x="3180543" y="3099287"/>
                </a:lnTo>
                <a:lnTo>
                  <a:pt x="3180543" y="3099260"/>
                </a:lnTo>
                <a:cubicBezTo>
                  <a:pt x="3179290" y="3100541"/>
                  <a:pt x="3178009" y="3101823"/>
                  <a:pt x="3176728" y="3103133"/>
                </a:cubicBezTo>
                <a:close/>
                <a:moveTo>
                  <a:pt x="6041955" y="3103134"/>
                </a:moveTo>
                <a:lnTo>
                  <a:pt x="6017858" y="3103134"/>
                </a:lnTo>
                <a:cubicBezTo>
                  <a:pt x="6016577" y="3101824"/>
                  <a:pt x="6015296" y="3100542"/>
                  <a:pt x="6014043" y="3099261"/>
                </a:cubicBezTo>
                <a:lnTo>
                  <a:pt x="6014043" y="3099288"/>
                </a:lnTo>
                <a:lnTo>
                  <a:pt x="5780227" y="2865552"/>
                </a:lnTo>
                <a:lnTo>
                  <a:pt x="5760584" y="2873689"/>
                </a:lnTo>
                <a:cubicBezTo>
                  <a:pt x="5738513" y="2873689"/>
                  <a:pt x="5720624" y="2855797"/>
                  <a:pt x="5720624" y="2833729"/>
                </a:cubicBezTo>
                <a:cubicBezTo>
                  <a:pt x="5720624" y="2811659"/>
                  <a:pt x="5738513" y="2793769"/>
                  <a:pt x="5760584" y="2793769"/>
                </a:cubicBezTo>
                <a:cubicBezTo>
                  <a:pt x="5782652" y="2793769"/>
                  <a:pt x="5800544" y="2811659"/>
                  <a:pt x="5800544" y="2833729"/>
                </a:cubicBezTo>
                <a:lnTo>
                  <a:pt x="5792380" y="2853437"/>
                </a:lnTo>
                <a:lnTo>
                  <a:pt x="6026261" y="3087241"/>
                </a:lnTo>
                <a:cubicBezTo>
                  <a:pt x="6031472" y="3092510"/>
                  <a:pt x="6036742" y="3097838"/>
                  <a:pt x="6041955" y="3103134"/>
                </a:cubicBezTo>
                <a:close/>
                <a:moveTo>
                  <a:pt x="6245457" y="3103134"/>
                </a:moveTo>
                <a:lnTo>
                  <a:pt x="6235743" y="3103134"/>
                </a:lnTo>
                <a:lnTo>
                  <a:pt x="5521673" y="2390709"/>
                </a:lnTo>
                <a:lnTo>
                  <a:pt x="5496815" y="2401007"/>
                </a:lnTo>
                <a:cubicBezTo>
                  <a:pt x="5486590" y="2401007"/>
                  <a:pt x="5476365" y="2397105"/>
                  <a:pt x="5468561" y="2389302"/>
                </a:cubicBezTo>
                <a:cubicBezTo>
                  <a:pt x="5452953" y="2373693"/>
                  <a:pt x="5452953" y="2348401"/>
                  <a:pt x="5468561" y="2332793"/>
                </a:cubicBezTo>
                <a:cubicBezTo>
                  <a:pt x="5484169" y="2317184"/>
                  <a:pt x="5509462" y="2317184"/>
                  <a:pt x="5525070" y="2332793"/>
                </a:cubicBezTo>
                <a:cubicBezTo>
                  <a:pt x="5532873" y="2340596"/>
                  <a:pt x="5536776" y="2350822"/>
                  <a:pt x="5536776" y="2361047"/>
                </a:cubicBezTo>
                <a:lnTo>
                  <a:pt x="5526507" y="2385831"/>
                </a:lnTo>
                <a:lnTo>
                  <a:pt x="6245427" y="3103106"/>
                </a:lnTo>
                <a:close/>
                <a:moveTo>
                  <a:pt x="8960580" y="3103134"/>
                </a:moveTo>
                <a:lnTo>
                  <a:pt x="8950867" y="3103134"/>
                </a:lnTo>
                <a:cubicBezTo>
                  <a:pt x="8673884" y="2826063"/>
                  <a:pt x="8398379" y="2548367"/>
                  <a:pt x="8128118" y="2275940"/>
                </a:cubicBezTo>
                <a:lnTo>
                  <a:pt x="8126779" y="2274573"/>
                </a:lnTo>
                <a:lnTo>
                  <a:pt x="8126779" y="1693521"/>
                </a:lnTo>
                <a:lnTo>
                  <a:pt x="7384974" y="951716"/>
                </a:lnTo>
                <a:lnTo>
                  <a:pt x="6435763" y="951497"/>
                </a:lnTo>
                <a:lnTo>
                  <a:pt x="6425489" y="976298"/>
                </a:lnTo>
                <a:cubicBezTo>
                  <a:pt x="6418259" y="983529"/>
                  <a:pt x="6408269" y="988002"/>
                  <a:pt x="6397235" y="988002"/>
                </a:cubicBezTo>
                <a:cubicBezTo>
                  <a:pt x="6375164" y="988002"/>
                  <a:pt x="6357274" y="970111"/>
                  <a:pt x="6357274" y="948042"/>
                </a:cubicBezTo>
                <a:cubicBezTo>
                  <a:pt x="6357274" y="925972"/>
                  <a:pt x="6375164" y="908082"/>
                  <a:pt x="6397235" y="908082"/>
                </a:cubicBezTo>
                <a:cubicBezTo>
                  <a:pt x="6408269" y="908082"/>
                  <a:pt x="6418259" y="912555"/>
                  <a:pt x="6425489" y="919786"/>
                </a:cubicBezTo>
                <a:lnTo>
                  <a:pt x="6435782" y="944633"/>
                </a:lnTo>
                <a:lnTo>
                  <a:pt x="7386399" y="944852"/>
                </a:lnTo>
                <a:lnTo>
                  <a:pt x="7387822" y="944852"/>
                </a:lnTo>
                <a:lnTo>
                  <a:pt x="8133642" y="1690674"/>
                </a:lnTo>
                <a:lnTo>
                  <a:pt x="8133642" y="2271781"/>
                </a:lnTo>
                <a:cubicBezTo>
                  <a:pt x="8405300" y="2545575"/>
                  <a:pt x="8682200" y="2824698"/>
                  <a:pt x="8960580" y="3103134"/>
                </a:cubicBezTo>
                <a:close/>
                <a:moveTo>
                  <a:pt x="986064" y="3103191"/>
                </a:moveTo>
                <a:lnTo>
                  <a:pt x="961714" y="3103191"/>
                </a:lnTo>
                <a:cubicBezTo>
                  <a:pt x="1139752" y="2926605"/>
                  <a:pt x="1322604" y="2744806"/>
                  <a:pt x="1499845" y="2561698"/>
                </a:cubicBezTo>
                <a:lnTo>
                  <a:pt x="1501897" y="2559590"/>
                </a:lnTo>
                <a:lnTo>
                  <a:pt x="1504802" y="2559163"/>
                </a:lnTo>
                <a:cubicBezTo>
                  <a:pt x="1554304" y="2552099"/>
                  <a:pt x="1602978" y="2553522"/>
                  <a:pt x="1650059" y="2554891"/>
                </a:cubicBezTo>
                <a:cubicBezTo>
                  <a:pt x="1680191" y="2555773"/>
                  <a:pt x="1711322" y="2556685"/>
                  <a:pt x="1742481" y="2555374"/>
                </a:cubicBezTo>
                <a:cubicBezTo>
                  <a:pt x="1842253" y="2455602"/>
                  <a:pt x="1943705" y="2353694"/>
                  <a:pt x="2041852" y="2255148"/>
                </a:cubicBezTo>
                <a:cubicBezTo>
                  <a:pt x="2239800" y="2056345"/>
                  <a:pt x="2444469" y="1850795"/>
                  <a:pt x="2647827" y="1650002"/>
                </a:cubicBezTo>
                <a:cubicBezTo>
                  <a:pt x="2646374" y="1617816"/>
                  <a:pt x="2646831" y="1585975"/>
                  <a:pt x="2647287" y="1555129"/>
                </a:cubicBezTo>
                <a:cubicBezTo>
                  <a:pt x="2647913" y="1513003"/>
                  <a:pt x="2648540" y="1469456"/>
                  <a:pt x="2644153" y="1425708"/>
                </a:cubicBezTo>
                <a:lnTo>
                  <a:pt x="2644153" y="1424854"/>
                </a:lnTo>
                <a:cubicBezTo>
                  <a:pt x="2644125" y="1415084"/>
                  <a:pt x="2648511" y="1406283"/>
                  <a:pt x="2652754" y="1397766"/>
                </a:cubicBezTo>
                <a:lnTo>
                  <a:pt x="2653297" y="1396685"/>
                </a:lnTo>
                <a:lnTo>
                  <a:pt x="2654123" y="1395774"/>
                </a:lnTo>
                <a:cubicBezTo>
                  <a:pt x="2707550" y="1338041"/>
                  <a:pt x="2763004" y="1284239"/>
                  <a:pt x="2816635" y="1232203"/>
                </a:cubicBezTo>
                <a:lnTo>
                  <a:pt x="2906590" y="1142750"/>
                </a:lnTo>
                <a:lnTo>
                  <a:pt x="2891441" y="1106172"/>
                </a:lnTo>
                <a:cubicBezTo>
                  <a:pt x="2891441" y="1089781"/>
                  <a:pt x="2897692" y="1073389"/>
                  <a:pt x="2910196" y="1060886"/>
                </a:cubicBezTo>
                <a:cubicBezTo>
                  <a:pt x="2935204" y="1035879"/>
                  <a:pt x="2975762" y="1035879"/>
                  <a:pt x="3000768" y="1060886"/>
                </a:cubicBezTo>
                <a:cubicBezTo>
                  <a:pt x="3025774" y="1085893"/>
                  <a:pt x="3025774" y="1126450"/>
                  <a:pt x="3000768" y="1151459"/>
                </a:cubicBezTo>
                <a:cubicBezTo>
                  <a:pt x="2988264" y="1163961"/>
                  <a:pt x="2971873" y="1170213"/>
                  <a:pt x="2955483" y="1170213"/>
                </a:cubicBezTo>
                <a:lnTo>
                  <a:pt x="2918654" y="1154961"/>
                </a:lnTo>
                <a:lnTo>
                  <a:pt x="2828596" y="1244536"/>
                </a:lnTo>
                <a:lnTo>
                  <a:pt x="2828626" y="1244422"/>
                </a:lnTo>
                <a:cubicBezTo>
                  <a:pt x="2775450" y="1296030"/>
                  <a:pt x="2720453" y="1349405"/>
                  <a:pt x="2667593" y="1406455"/>
                </a:cubicBezTo>
                <a:cubicBezTo>
                  <a:pt x="2664376" y="1412920"/>
                  <a:pt x="2661443" y="1419043"/>
                  <a:pt x="2661299" y="1424397"/>
                </a:cubicBezTo>
                <a:cubicBezTo>
                  <a:pt x="2665715" y="1468971"/>
                  <a:pt x="2665087" y="1512862"/>
                  <a:pt x="2664462" y="1555329"/>
                </a:cubicBezTo>
                <a:cubicBezTo>
                  <a:pt x="2664005" y="1587112"/>
                  <a:pt x="2663522" y="1619981"/>
                  <a:pt x="2665172" y="1652935"/>
                </a:cubicBezTo>
                <a:lnTo>
                  <a:pt x="2665373" y="1656779"/>
                </a:lnTo>
                <a:lnTo>
                  <a:pt x="2662638" y="1659485"/>
                </a:lnTo>
                <a:cubicBezTo>
                  <a:pt x="2458453" y="1861104"/>
                  <a:pt x="2252871" y="2067567"/>
                  <a:pt x="2054043" y="2267225"/>
                </a:cubicBezTo>
                <a:cubicBezTo>
                  <a:pt x="1955125" y="2366568"/>
                  <a:pt x="1852821" y="2469301"/>
                  <a:pt x="1752279" y="2569843"/>
                </a:cubicBezTo>
                <a:lnTo>
                  <a:pt x="1749943" y="2572178"/>
                </a:lnTo>
                <a:lnTo>
                  <a:pt x="1746640" y="2572350"/>
                </a:lnTo>
                <a:cubicBezTo>
                  <a:pt x="1713715" y="2573916"/>
                  <a:pt x="1681132" y="2572977"/>
                  <a:pt x="1649574" y="2572037"/>
                </a:cubicBezTo>
                <a:cubicBezTo>
                  <a:pt x="1604145" y="2570697"/>
                  <a:pt x="1557208" y="2569331"/>
                  <a:pt x="1510128" y="2575739"/>
                </a:cubicBezTo>
                <a:cubicBezTo>
                  <a:pt x="1337473" y="2754035"/>
                  <a:pt x="1159604" y="2931049"/>
                  <a:pt x="986064" y="3103191"/>
                </a:cubicBezTo>
                <a:close/>
                <a:moveTo>
                  <a:pt x="8232872" y="3103192"/>
                </a:moveTo>
                <a:lnTo>
                  <a:pt x="8208521" y="3103192"/>
                </a:lnTo>
                <a:cubicBezTo>
                  <a:pt x="8034981" y="2931050"/>
                  <a:pt x="7857113" y="2754036"/>
                  <a:pt x="7684458" y="2575740"/>
                </a:cubicBezTo>
                <a:cubicBezTo>
                  <a:pt x="7637377" y="2569332"/>
                  <a:pt x="7590440" y="2570698"/>
                  <a:pt x="7545011" y="2572038"/>
                </a:cubicBezTo>
                <a:cubicBezTo>
                  <a:pt x="7513453" y="2572978"/>
                  <a:pt x="7480871" y="2573917"/>
                  <a:pt x="7447945" y="2572351"/>
                </a:cubicBezTo>
                <a:lnTo>
                  <a:pt x="7444643" y="2572179"/>
                </a:lnTo>
                <a:lnTo>
                  <a:pt x="7442307" y="2569844"/>
                </a:lnTo>
                <a:cubicBezTo>
                  <a:pt x="7341765" y="2469302"/>
                  <a:pt x="7239460" y="2366569"/>
                  <a:pt x="7140543" y="2267226"/>
                </a:cubicBezTo>
                <a:cubicBezTo>
                  <a:pt x="6941715" y="2067568"/>
                  <a:pt x="6736133" y="1861105"/>
                  <a:pt x="6531948" y="1659486"/>
                </a:cubicBezTo>
                <a:lnTo>
                  <a:pt x="6529212" y="1656780"/>
                </a:lnTo>
                <a:lnTo>
                  <a:pt x="6529414" y="1652936"/>
                </a:lnTo>
                <a:cubicBezTo>
                  <a:pt x="6531064" y="1619982"/>
                  <a:pt x="6530581" y="1587114"/>
                  <a:pt x="6530124" y="1555330"/>
                </a:cubicBezTo>
                <a:cubicBezTo>
                  <a:pt x="6529499" y="1512863"/>
                  <a:pt x="6528871" y="1468972"/>
                  <a:pt x="6533287" y="1424399"/>
                </a:cubicBezTo>
                <a:cubicBezTo>
                  <a:pt x="6533143" y="1419044"/>
                  <a:pt x="6530210" y="1412921"/>
                  <a:pt x="6526993" y="1406456"/>
                </a:cubicBezTo>
                <a:cubicBezTo>
                  <a:pt x="6474133" y="1349406"/>
                  <a:pt x="6419136" y="1296031"/>
                  <a:pt x="6365960" y="1244423"/>
                </a:cubicBezTo>
                <a:lnTo>
                  <a:pt x="6365989" y="1244537"/>
                </a:lnTo>
                <a:lnTo>
                  <a:pt x="6275932" y="1154962"/>
                </a:lnTo>
                <a:lnTo>
                  <a:pt x="6239103" y="1170214"/>
                </a:lnTo>
                <a:cubicBezTo>
                  <a:pt x="6222712" y="1170214"/>
                  <a:pt x="6206322" y="1163962"/>
                  <a:pt x="6193818" y="1151460"/>
                </a:cubicBezTo>
                <a:cubicBezTo>
                  <a:pt x="6168812" y="1126451"/>
                  <a:pt x="6168812" y="1085894"/>
                  <a:pt x="6193818" y="1060887"/>
                </a:cubicBezTo>
                <a:cubicBezTo>
                  <a:pt x="6218824" y="1035881"/>
                  <a:pt x="6259382" y="1035881"/>
                  <a:pt x="6284390" y="1060887"/>
                </a:cubicBezTo>
                <a:cubicBezTo>
                  <a:pt x="6296894" y="1073390"/>
                  <a:pt x="6303145" y="1089782"/>
                  <a:pt x="6303145" y="1106173"/>
                </a:cubicBezTo>
                <a:lnTo>
                  <a:pt x="6287996" y="1142751"/>
                </a:lnTo>
                <a:lnTo>
                  <a:pt x="6377951" y="1232204"/>
                </a:lnTo>
                <a:cubicBezTo>
                  <a:pt x="6431582" y="1284240"/>
                  <a:pt x="6487036" y="1338042"/>
                  <a:pt x="6540463" y="1395775"/>
                </a:cubicBezTo>
                <a:lnTo>
                  <a:pt x="6541289" y="1396686"/>
                </a:lnTo>
                <a:lnTo>
                  <a:pt x="6541832" y="1397768"/>
                </a:lnTo>
                <a:cubicBezTo>
                  <a:pt x="6546075" y="1406284"/>
                  <a:pt x="6550461" y="1415086"/>
                  <a:pt x="6550433" y="1424855"/>
                </a:cubicBezTo>
                <a:lnTo>
                  <a:pt x="6550433" y="1425709"/>
                </a:lnTo>
                <a:cubicBezTo>
                  <a:pt x="6546046" y="1469457"/>
                  <a:pt x="6546673" y="1513004"/>
                  <a:pt x="6547298" y="1555130"/>
                </a:cubicBezTo>
                <a:cubicBezTo>
                  <a:pt x="6547755" y="1585976"/>
                  <a:pt x="6548212" y="1617818"/>
                  <a:pt x="6546759" y="1650003"/>
                </a:cubicBezTo>
                <a:cubicBezTo>
                  <a:pt x="6750116" y="1850796"/>
                  <a:pt x="6954786" y="2056346"/>
                  <a:pt x="7152733" y="2255149"/>
                </a:cubicBezTo>
                <a:cubicBezTo>
                  <a:pt x="7250880" y="2353695"/>
                  <a:pt x="7352332" y="2455603"/>
                  <a:pt x="7452104" y="2555375"/>
                </a:cubicBezTo>
                <a:cubicBezTo>
                  <a:pt x="7483264" y="2556686"/>
                  <a:pt x="7514395" y="2555774"/>
                  <a:pt x="7544527" y="2554892"/>
                </a:cubicBezTo>
                <a:cubicBezTo>
                  <a:pt x="7591607" y="2553523"/>
                  <a:pt x="7640282" y="2552100"/>
                  <a:pt x="7689784" y="2559164"/>
                </a:cubicBezTo>
                <a:lnTo>
                  <a:pt x="7692689" y="2559591"/>
                </a:lnTo>
                <a:lnTo>
                  <a:pt x="7694740" y="2561699"/>
                </a:lnTo>
                <a:cubicBezTo>
                  <a:pt x="7871981" y="2744807"/>
                  <a:pt x="8054833" y="2926606"/>
                  <a:pt x="8232872" y="3103192"/>
                </a:cubicBezTo>
                <a:close/>
              </a:path>
            </a:pathLst>
          </a:custGeom>
          <a:gradFill>
            <a:gsLst>
              <a:gs pos="0">
                <a:srgbClr val="96A8CE">
                  <a:alpha val="29804"/>
                </a:srgbClr>
              </a:gs>
              <a:gs pos="100000">
                <a:srgbClr val="374C75">
                  <a:alpha val="29804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grpSp>
        <p:nvGrpSpPr>
          <p:cNvPr id="427" name="Google Shape;427;p45"/>
          <p:cNvGrpSpPr/>
          <p:nvPr/>
        </p:nvGrpSpPr>
        <p:grpSpPr>
          <a:xfrm>
            <a:off x="261374" y="1079261"/>
            <a:ext cx="8690592" cy="2361697"/>
            <a:chOff x="-508167" y="1836422"/>
            <a:chExt cx="10242300" cy="2783379"/>
          </a:xfrm>
        </p:grpSpPr>
        <p:sp>
          <p:nvSpPr>
            <p:cNvPr id="428" name="Google Shape;428;p45"/>
            <p:cNvSpPr txBox="1"/>
            <p:nvPr/>
          </p:nvSpPr>
          <p:spPr>
            <a:xfrm>
              <a:off x="-508167" y="3084390"/>
              <a:ext cx="10242300" cy="13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100">
                  <a:solidFill>
                    <a:schemeClr val="accent3"/>
                  </a:solidFill>
                  <a:latin typeface="Share Tech"/>
                  <a:ea typeface="Share Tech"/>
                  <a:cs typeface="Share Tech"/>
                  <a:sym typeface="Share Tech"/>
                </a:rPr>
                <a:t>The Basics</a:t>
              </a:r>
              <a:endParaRPr sz="1000"/>
            </a:p>
          </p:txBody>
        </p:sp>
        <p:sp>
          <p:nvSpPr>
            <p:cNvPr id="429" name="Google Shape;429;p45"/>
            <p:cNvSpPr/>
            <p:nvPr/>
          </p:nvSpPr>
          <p:spPr>
            <a:xfrm>
              <a:off x="3734885" y="4589571"/>
              <a:ext cx="1674019" cy="30230"/>
            </a:xfrm>
            <a:custGeom>
              <a:rect b="b" l="l" r="r" t="t"/>
              <a:pathLst>
                <a:path extrusionOk="0" h="25457" w="1409700">
                  <a:moveTo>
                    <a:pt x="0" y="0"/>
                  </a:moveTo>
                  <a:lnTo>
                    <a:pt x="1409700" y="0"/>
                  </a:lnTo>
                  <a:lnTo>
                    <a:pt x="1409700" y="25457"/>
                  </a:lnTo>
                  <a:lnTo>
                    <a:pt x="0" y="2545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2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grpSp>
          <p:nvGrpSpPr>
            <p:cNvPr id="430" name="Google Shape;430;p45"/>
            <p:cNvGrpSpPr/>
            <p:nvPr/>
          </p:nvGrpSpPr>
          <p:grpSpPr>
            <a:xfrm>
              <a:off x="3996212" y="1836422"/>
              <a:ext cx="1151700" cy="1151700"/>
              <a:chOff x="3996212" y="1836422"/>
              <a:chExt cx="1151700" cy="1151700"/>
            </a:xfrm>
          </p:grpSpPr>
          <p:sp>
            <p:nvSpPr>
              <p:cNvPr id="431" name="Google Shape;431;p45"/>
              <p:cNvSpPr/>
              <p:nvPr/>
            </p:nvSpPr>
            <p:spPr>
              <a:xfrm>
                <a:off x="3996212" y="1836422"/>
                <a:ext cx="1151700" cy="1151700"/>
              </a:xfrm>
              <a:prstGeom prst="ellipse">
                <a:avLst/>
              </a:prstGeom>
              <a:solidFill>
                <a:srgbClr val="F6FCAA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endParaRPr>
              </a:p>
            </p:txBody>
          </p:sp>
          <p:sp>
            <p:nvSpPr>
              <p:cNvPr id="432" name="Google Shape;432;p45"/>
              <p:cNvSpPr/>
              <p:nvPr/>
            </p:nvSpPr>
            <p:spPr>
              <a:xfrm>
                <a:off x="4173929" y="2014628"/>
                <a:ext cx="796144" cy="795165"/>
              </a:xfrm>
              <a:custGeom>
                <a:rect b="b" l="l" r="r" t="t"/>
                <a:pathLst>
                  <a:path extrusionOk="0" h="795165" w="796144">
                    <a:moveTo>
                      <a:pt x="398307" y="796208"/>
                    </a:moveTo>
                    <a:cubicBezTo>
                      <a:pt x="356621" y="798607"/>
                      <a:pt x="323781" y="778752"/>
                      <a:pt x="295175" y="750146"/>
                    </a:cubicBezTo>
                    <a:cubicBezTo>
                      <a:pt x="213215" y="668327"/>
                      <a:pt x="131820" y="585897"/>
                      <a:pt x="49483" y="504455"/>
                    </a:cubicBezTo>
                    <a:cubicBezTo>
                      <a:pt x="21254" y="476649"/>
                      <a:pt x="4223" y="444138"/>
                      <a:pt x="2434" y="405087"/>
                    </a:cubicBezTo>
                    <a:cubicBezTo>
                      <a:pt x="600" y="363213"/>
                      <a:pt x="16549" y="327126"/>
                      <a:pt x="46096" y="297297"/>
                    </a:cubicBezTo>
                    <a:cubicBezTo>
                      <a:pt x="85712" y="257211"/>
                      <a:pt x="125516" y="217266"/>
                      <a:pt x="165460" y="177463"/>
                    </a:cubicBezTo>
                    <a:cubicBezTo>
                      <a:pt x="205829" y="137001"/>
                      <a:pt x="245821" y="96209"/>
                      <a:pt x="286848" y="56452"/>
                    </a:cubicBezTo>
                    <a:cubicBezTo>
                      <a:pt x="300962" y="41867"/>
                      <a:pt x="316959" y="29211"/>
                      <a:pt x="334414" y="18813"/>
                    </a:cubicBezTo>
                    <a:cubicBezTo>
                      <a:pt x="390873" y="-11675"/>
                      <a:pt x="453920" y="-1654"/>
                      <a:pt x="499086" y="42337"/>
                    </a:cubicBezTo>
                    <a:cubicBezTo>
                      <a:pt x="581987" y="123262"/>
                      <a:pt x="662865" y="206257"/>
                      <a:pt x="745107" y="287793"/>
                    </a:cubicBezTo>
                    <a:cubicBezTo>
                      <a:pt x="765432" y="307930"/>
                      <a:pt x="783123" y="329244"/>
                      <a:pt x="791309" y="356956"/>
                    </a:cubicBezTo>
                    <a:cubicBezTo>
                      <a:pt x="805424" y="404381"/>
                      <a:pt x="799213" y="448748"/>
                      <a:pt x="766938" y="487188"/>
                    </a:cubicBezTo>
                    <a:cubicBezTo>
                      <a:pt x="750377" y="506902"/>
                      <a:pt x="731416" y="524827"/>
                      <a:pt x="713160" y="542988"/>
                    </a:cubicBezTo>
                    <a:cubicBezTo>
                      <a:pt x="643998" y="612292"/>
                      <a:pt x="574600" y="681266"/>
                      <a:pt x="505532" y="750664"/>
                    </a:cubicBezTo>
                    <a:cubicBezTo>
                      <a:pt x="476174" y="780399"/>
                      <a:pt x="442016" y="798372"/>
                      <a:pt x="398307" y="796208"/>
                    </a:cubicBezTo>
                    <a:close/>
                    <a:moveTo>
                      <a:pt x="289529" y="100255"/>
                    </a:moveTo>
                    <a:lnTo>
                      <a:pt x="283930" y="97856"/>
                    </a:lnTo>
                    <a:cubicBezTo>
                      <a:pt x="279743" y="100725"/>
                      <a:pt x="275744" y="103878"/>
                      <a:pt x="271932" y="107265"/>
                    </a:cubicBezTo>
                    <a:cubicBezTo>
                      <a:pt x="256971" y="122180"/>
                      <a:pt x="242385" y="137471"/>
                      <a:pt x="227471" y="152433"/>
                    </a:cubicBezTo>
                    <a:cubicBezTo>
                      <a:pt x="172141" y="207857"/>
                      <a:pt x="116483" y="262998"/>
                      <a:pt x="61481" y="318751"/>
                    </a:cubicBezTo>
                    <a:cubicBezTo>
                      <a:pt x="34287" y="344770"/>
                      <a:pt x="22149" y="382786"/>
                      <a:pt x="29253" y="419767"/>
                    </a:cubicBezTo>
                    <a:cubicBezTo>
                      <a:pt x="33958" y="446679"/>
                      <a:pt x="48448" y="467145"/>
                      <a:pt x="66892" y="485635"/>
                    </a:cubicBezTo>
                    <a:cubicBezTo>
                      <a:pt x="113942" y="532685"/>
                      <a:pt x="160991" y="579734"/>
                      <a:pt x="208040" y="626783"/>
                    </a:cubicBezTo>
                    <a:cubicBezTo>
                      <a:pt x="245680" y="664423"/>
                      <a:pt x="283319" y="702062"/>
                      <a:pt x="320958" y="739701"/>
                    </a:cubicBezTo>
                    <a:cubicBezTo>
                      <a:pt x="339778" y="758944"/>
                      <a:pt x="365090" y="770471"/>
                      <a:pt x="391955" y="772118"/>
                    </a:cubicBezTo>
                    <a:cubicBezTo>
                      <a:pt x="430065" y="775082"/>
                      <a:pt x="460365" y="759415"/>
                      <a:pt x="486477" y="733585"/>
                    </a:cubicBezTo>
                    <a:cubicBezTo>
                      <a:pt x="518799" y="701638"/>
                      <a:pt x="550746" y="669315"/>
                      <a:pt x="582834" y="637181"/>
                    </a:cubicBezTo>
                    <a:cubicBezTo>
                      <a:pt x="634258" y="585662"/>
                      <a:pt x="685684" y="534143"/>
                      <a:pt x="737109" y="482577"/>
                    </a:cubicBezTo>
                    <a:cubicBezTo>
                      <a:pt x="757104" y="463475"/>
                      <a:pt x="769760" y="437975"/>
                      <a:pt x="772865" y="410497"/>
                    </a:cubicBezTo>
                    <a:cubicBezTo>
                      <a:pt x="776818" y="377187"/>
                      <a:pt x="765103" y="343970"/>
                      <a:pt x="741107" y="320539"/>
                    </a:cubicBezTo>
                    <a:cubicBezTo>
                      <a:pt x="672604" y="250671"/>
                      <a:pt x="603301" y="181556"/>
                      <a:pt x="534090" y="112346"/>
                    </a:cubicBezTo>
                    <a:cubicBezTo>
                      <a:pt x="531268" y="109524"/>
                      <a:pt x="526469" y="108724"/>
                      <a:pt x="520918" y="106230"/>
                    </a:cubicBezTo>
                    <a:cubicBezTo>
                      <a:pt x="519788" y="111264"/>
                      <a:pt x="519035" y="116346"/>
                      <a:pt x="518565" y="121474"/>
                    </a:cubicBezTo>
                    <a:cubicBezTo>
                      <a:pt x="518565" y="141047"/>
                      <a:pt x="519459" y="160713"/>
                      <a:pt x="518141" y="180239"/>
                    </a:cubicBezTo>
                    <a:cubicBezTo>
                      <a:pt x="517106" y="195718"/>
                      <a:pt x="520823" y="206775"/>
                      <a:pt x="534045" y="216232"/>
                    </a:cubicBezTo>
                    <a:cubicBezTo>
                      <a:pt x="550418" y="227947"/>
                      <a:pt x="558838" y="244743"/>
                      <a:pt x="552582" y="265351"/>
                    </a:cubicBezTo>
                    <a:cubicBezTo>
                      <a:pt x="549100" y="276925"/>
                      <a:pt x="552910" y="284970"/>
                      <a:pt x="560768" y="292639"/>
                    </a:cubicBezTo>
                    <a:cubicBezTo>
                      <a:pt x="577047" y="308448"/>
                      <a:pt x="593467" y="324162"/>
                      <a:pt x="609182" y="340535"/>
                    </a:cubicBezTo>
                    <a:cubicBezTo>
                      <a:pt x="617885" y="349616"/>
                      <a:pt x="626778" y="354980"/>
                      <a:pt x="640045" y="352627"/>
                    </a:cubicBezTo>
                    <a:cubicBezTo>
                      <a:pt x="661641" y="348816"/>
                      <a:pt x="675992" y="360438"/>
                      <a:pt x="686436" y="377610"/>
                    </a:cubicBezTo>
                    <a:cubicBezTo>
                      <a:pt x="696881" y="394783"/>
                      <a:pt x="692694" y="418967"/>
                      <a:pt x="677545" y="433740"/>
                    </a:cubicBezTo>
                    <a:cubicBezTo>
                      <a:pt x="662723" y="448655"/>
                      <a:pt x="639623" y="451619"/>
                      <a:pt x="621508" y="440845"/>
                    </a:cubicBezTo>
                    <a:cubicBezTo>
                      <a:pt x="598877" y="426730"/>
                      <a:pt x="591773" y="409886"/>
                      <a:pt x="599207" y="383021"/>
                    </a:cubicBezTo>
                    <a:cubicBezTo>
                      <a:pt x="601889" y="373611"/>
                      <a:pt x="601183" y="367495"/>
                      <a:pt x="593608" y="360390"/>
                    </a:cubicBezTo>
                    <a:cubicBezTo>
                      <a:pt x="575306" y="343359"/>
                      <a:pt x="558086" y="325151"/>
                      <a:pt x="540537" y="307272"/>
                    </a:cubicBezTo>
                    <a:cubicBezTo>
                      <a:pt x="534750" y="300873"/>
                      <a:pt x="525904" y="298097"/>
                      <a:pt x="517483" y="300026"/>
                    </a:cubicBezTo>
                    <a:cubicBezTo>
                      <a:pt x="506850" y="301861"/>
                      <a:pt x="495934" y="300732"/>
                      <a:pt x="485865" y="296874"/>
                    </a:cubicBezTo>
                    <a:cubicBezTo>
                      <a:pt x="452931" y="281818"/>
                      <a:pt x="447003" y="238062"/>
                      <a:pt x="478149" y="216561"/>
                    </a:cubicBezTo>
                    <a:cubicBezTo>
                      <a:pt x="489629" y="209456"/>
                      <a:pt x="495981" y="196423"/>
                      <a:pt x="494522" y="183015"/>
                    </a:cubicBezTo>
                    <a:cubicBezTo>
                      <a:pt x="493629" y="157137"/>
                      <a:pt x="491935" y="131260"/>
                      <a:pt x="494522" y="105477"/>
                    </a:cubicBezTo>
                    <a:cubicBezTo>
                      <a:pt x="497440" y="77248"/>
                      <a:pt x="487135" y="58758"/>
                      <a:pt x="463235" y="45960"/>
                    </a:cubicBezTo>
                    <a:cubicBezTo>
                      <a:pt x="453825" y="40785"/>
                      <a:pt x="444415" y="34715"/>
                      <a:pt x="434440" y="30481"/>
                    </a:cubicBezTo>
                    <a:cubicBezTo>
                      <a:pt x="422349" y="25352"/>
                      <a:pt x="417174" y="29117"/>
                      <a:pt x="415856" y="42337"/>
                    </a:cubicBezTo>
                    <a:cubicBezTo>
                      <a:pt x="415715" y="45490"/>
                      <a:pt x="415715" y="48595"/>
                      <a:pt x="415856" y="51747"/>
                    </a:cubicBezTo>
                    <a:cubicBezTo>
                      <a:pt x="415856" y="145846"/>
                      <a:pt x="416514" y="239944"/>
                      <a:pt x="415856" y="334042"/>
                    </a:cubicBezTo>
                    <a:cubicBezTo>
                      <a:pt x="415856" y="346276"/>
                      <a:pt x="418491" y="355027"/>
                      <a:pt x="428701" y="361943"/>
                    </a:cubicBezTo>
                    <a:cubicBezTo>
                      <a:pt x="444510" y="372623"/>
                      <a:pt x="452225" y="388714"/>
                      <a:pt x="447003" y="406593"/>
                    </a:cubicBezTo>
                    <a:cubicBezTo>
                      <a:pt x="442721" y="421554"/>
                      <a:pt x="447615" y="430117"/>
                      <a:pt x="457635" y="439198"/>
                    </a:cubicBezTo>
                    <a:cubicBezTo>
                      <a:pt x="464129" y="444844"/>
                      <a:pt x="470245" y="450960"/>
                      <a:pt x="475938" y="457453"/>
                    </a:cubicBezTo>
                    <a:cubicBezTo>
                      <a:pt x="490711" y="474767"/>
                      <a:pt x="505579" y="485683"/>
                      <a:pt x="531785" y="479849"/>
                    </a:cubicBezTo>
                    <a:cubicBezTo>
                      <a:pt x="561238" y="473073"/>
                      <a:pt x="580858" y="501679"/>
                      <a:pt x="582082" y="526333"/>
                    </a:cubicBezTo>
                    <a:cubicBezTo>
                      <a:pt x="583211" y="549199"/>
                      <a:pt x="559215" y="575876"/>
                      <a:pt x="535879" y="573382"/>
                    </a:cubicBezTo>
                    <a:cubicBezTo>
                      <a:pt x="513389" y="570889"/>
                      <a:pt x="500780" y="580910"/>
                      <a:pt x="488077" y="595637"/>
                    </a:cubicBezTo>
                    <a:cubicBezTo>
                      <a:pt x="481301" y="603211"/>
                      <a:pt x="474103" y="610457"/>
                      <a:pt x="466528" y="617232"/>
                    </a:cubicBezTo>
                    <a:cubicBezTo>
                      <a:pt x="453496" y="629230"/>
                      <a:pt x="445450" y="641321"/>
                      <a:pt x="447191" y="661646"/>
                    </a:cubicBezTo>
                    <a:cubicBezTo>
                      <a:pt x="449826" y="692228"/>
                      <a:pt x="413410" y="715141"/>
                      <a:pt x="384756" y="704696"/>
                    </a:cubicBezTo>
                    <a:cubicBezTo>
                      <a:pt x="357139" y="694628"/>
                      <a:pt x="349282" y="672045"/>
                      <a:pt x="353657" y="651437"/>
                    </a:cubicBezTo>
                    <a:cubicBezTo>
                      <a:pt x="356668" y="637322"/>
                      <a:pt x="352951" y="627912"/>
                      <a:pt x="342130" y="618737"/>
                    </a:cubicBezTo>
                    <a:cubicBezTo>
                      <a:pt x="329286" y="607258"/>
                      <a:pt x="317194" y="594978"/>
                      <a:pt x="305809" y="582039"/>
                    </a:cubicBezTo>
                    <a:cubicBezTo>
                      <a:pt x="300021" y="574605"/>
                      <a:pt x="290518" y="571124"/>
                      <a:pt x="281295" y="572959"/>
                    </a:cubicBezTo>
                    <a:cubicBezTo>
                      <a:pt x="250008" y="577240"/>
                      <a:pt x="227048" y="557150"/>
                      <a:pt x="226342" y="526756"/>
                    </a:cubicBezTo>
                    <a:cubicBezTo>
                      <a:pt x="225637" y="497068"/>
                      <a:pt x="247231" y="474155"/>
                      <a:pt x="277532" y="480507"/>
                    </a:cubicBezTo>
                    <a:cubicBezTo>
                      <a:pt x="302514" y="485683"/>
                      <a:pt x="315406" y="475426"/>
                      <a:pt x="329286" y="459617"/>
                    </a:cubicBezTo>
                    <a:cubicBezTo>
                      <a:pt x="334272" y="453595"/>
                      <a:pt x="339872" y="448090"/>
                      <a:pt x="345988" y="443197"/>
                    </a:cubicBezTo>
                    <a:cubicBezTo>
                      <a:pt x="356809" y="434916"/>
                      <a:pt x="358739" y="425883"/>
                      <a:pt x="354881" y="412521"/>
                    </a:cubicBezTo>
                    <a:cubicBezTo>
                      <a:pt x="348623" y="390925"/>
                      <a:pt x="354881" y="371306"/>
                      <a:pt x="374877" y="359685"/>
                    </a:cubicBezTo>
                    <a:cubicBezTo>
                      <a:pt x="388662" y="351780"/>
                      <a:pt x="391438" y="341477"/>
                      <a:pt x="391391" y="326750"/>
                    </a:cubicBezTo>
                    <a:cubicBezTo>
                      <a:pt x="391014" y="233452"/>
                      <a:pt x="391391" y="140200"/>
                      <a:pt x="391391" y="46901"/>
                    </a:cubicBezTo>
                    <a:cubicBezTo>
                      <a:pt x="391014" y="40361"/>
                      <a:pt x="390262" y="33822"/>
                      <a:pt x="389180" y="27329"/>
                    </a:cubicBezTo>
                    <a:cubicBezTo>
                      <a:pt x="365231" y="28599"/>
                      <a:pt x="347258" y="38762"/>
                      <a:pt x="329991" y="50853"/>
                    </a:cubicBezTo>
                    <a:cubicBezTo>
                      <a:pt x="317852" y="58475"/>
                      <a:pt x="311078" y="72308"/>
                      <a:pt x="312442" y="86564"/>
                    </a:cubicBezTo>
                    <a:cubicBezTo>
                      <a:pt x="313901" y="118604"/>
                      <a:pt x="313665" y="150833"/>
                      <a:pt x="312442" y="182920"/>
                    </a:cubicBezTo>
                    <a:cubicBezTo>
                      <a:pt x="311877" y="197788"/>
                      <a:pt x="315359" y="207433"/>
                      <a:pt x="328438" y="215855"/>
                    </a:cubicBezTo>
                    <a:cubicBezTo>
                      <a:pt x="345377" y="225876"/>
                      <a:pt x="353139" y="246202"/>
                      <a:pt x="347258" y="264974"/>
                    </a:cubicBezTo>
                    <a:cubicBezTo>
                      <a:pt x="340483" y="290899"/>
                      <a:pt x="322463" y="302896"/>
                      <a:pt x="294752" y="301202"/>
                    </a:cubicBezTo>
                    <a:cubicBezTo>
                      <a:pt x="286612" y="300732"/>
                      <a:pt x="275508" y="299321"/>
                      <a:pt x="270615" y="303743"/>
                    </a:cubicBezTo>
                    <a:cubicBezTo>
                      <a:pt x="247891" y="324068"/>
                      <a:pt x="226813" y="346087"/>
                      <a:pt x="205311" y="367965"/>
                    </a:cubicBezTo>
                    <a:cubicBezTo>
                      <a:pt x="200041" y="373282"/>
                      <a:pt x="196842" y="379915"/>
                      <a:pt x="201500" y="387067"/>
                    </a:cubicBezTo>
                    <a:cubicBezTo>
                      <a:pt x="211286" y="402123"/>
                      <a:pt x="202535" y="414544"/>
                      <a:pt x="195290" y="426165"/>
                    </a:cubicBezTo>
                    <a:cubicBezTo>
                      <a:pt x="183481" y="444985"/>
                      <a:pt x="157979" y="452936"/>
                      <a:pt x="139630" y="444985"/>
                    </a:cubicBezTo>
                    <a:cubicBezTo>
                      <a:pt x="117376" y="435575"/>
                      <a:pt x="104249" y="412050"/>
                      <a:pt x="109001" y="390172"/>
                    </a:cubicBezTo>
                    <a:cubicBezTo>
                      <a:pt x="112954" y="366648"/>
                      <a:pt x="134313" y="350133"/>
                      <a:pt x="158073" y="352204"/>
                    </a:cubicBezTo>
                    <a:cubicBezTo>
                      <a:pt x="165790" y="352533"/>
                      <a:pt x="173459" y="354274"/>
                      <a:pt x="182633" y="355544"/>
                    </a:cubicBezTo>
                    <a:lnTo>
                      <a:pt x="259983" y="277113"/>
                    </a:lnTo>
                    <a:cubicBezTo>
                      <a:pt x="248643" y="254624"/>
                      <a:pt x="252125" y="234769"/>
                      <a:pt x="267557" y="222912"/>
                    </a:cubicBezTo>
                    <a:cubicBezTo>
                      <a:pt x="287223" y="207575"/>
                      <a:pt x="291082" y="189978"/>
                      <a:pt x="288635" y="167629"/>
                    </a:cubicBezTo>
                    <a:cubicBezTo>
                      <a:pt x="288165" y="159772"/>
                      <a:pt x="288165" y="151962"/>
                      <a:pt x="288635" y="144105"/>
                    </a:cubicBezTo>
                    <a:cubicBezTo>
                      <a:pt x="289576" y="129708"/>
                      <a:pt x="289529" y="115076"/>
                      <a:pt x="289529" y="100255"/>
                    </a:cubicBezTo>
                    <a:close/>
                    <a:moveTo>
                      <a:pt x="395202" y="447526"/>
                    </a:moveTo>
                    <a:cubicBezTo>
                      <a:pt x="378311" y="446820"/>
                      <a:pt x="378217" y="446773"/>
                      <a:pt x="366973" y="458300"/>
                    </a:cubicBezTo>
                    <a:cubicBezTo>
                      <a:pt x="359256" y="466063"/>
                      <a:pt x="352387" y="474720"/>
                      <a:pt x="344059" y="481824"/>
                    </a:cubicBezTo>
                    <a:cubicBezTo>
                      <a:pt x="329286" y="494339"/>
                      <a:pt x="316676" y="506855"/>
                      <a:pt x="322510" y="528873"/>
                    </a:cubicBezTo>
                    <a:cubicBezTo>
                      <a:pt x="323686" y="533296"/>
                      <a:pt x="319876" y="539178"/>
                      <a:pt x="317805" y="544259"/>
                    </a:cubicBezTo>
                    <a:cubicBezTo>
                      <a:pt x="314983" y="550893"/>
                      <a:pt x="316912" y="558562"/>
                      <a:pt x="322510" y="563078"/>
                    </a:cubicBezTo>
                    <a:cubicBezTo>
                      <a:pt x="337707" y="577664"/>
                      <a:pt x="352669" y="592531"/>
                      <a:pt x="367490" y="607493"/>
                    </a:cubicBezTo>
                    <a:cubicBezTo>
                      <a:pt x="372524" y="613562"/>
                      <a:pt x="380664" y="616056"/>
                      <a:pt x="388238" y="613798"/>
                    </a:cubicBezTo>
                    <a:cubicBezTo>
                      <a:pt x="397131" y="611539"/>
                      <a:pt x="406446" y="611774"/>
                      <a:pt x="415198" y="614409"/>
                    </a:cubicBezTo>
                    <a:cubicBezTo>
                      <a:pt x="423949" y="618267"/>
                      <a:pt x="434205" y="615773"/>
                      <a:pt x="440275" y="608340"/>
                    </a:cubicBezTo>
                    <a:cubicBezTo>
                      <a:pt x="452978" y="595637"/>
                      <a:pt x="465635" y="582886"/>
                      <a:pt x="478808" y="570700"/>
                    </a:cubicBezTo>
                    <a:cubicBezTo>
                      <a:pt x="489348" y="560914"/>
                      <a:pt x="497157" y="551316"/>
                      <a:pt x="487182" y="536495"/>
                    </a:cubicBezTo>
                    <a:cubicBezTo>
                      <a:pt x="485160" y="533108"/>
                      <a:pt x="484689" y="529015"/>
                      <a:pt x="485819" y="525204"/>
                    </a:cubicBezTo>
                    <a:cubicBezTo>
                      <a:pt x="493393" y="507514"/>
                      <a:pt x="483137" y="497539"/>
                      <a:pt x="471328" y="487329"/>
                    </a:cubicBezTo>
                    <a:cubicBezTo>
                      <a:pt x="463705" y="480648"/>
                      <a:pt x="456600" y="473356"/>
                      <a:pt x="450061" y="465545"/>
                    </a:cubicBezTo>
                    <a:cubicBezTo>
                      <a:pt x="437405" y="450631"/>
                      <a:pt x="424467" y="437316"/>
                      <a:pt x="402400" y="447243"/>
                    </a:cubicBezTo>
                    <a:cubicBezTo>
                      <a:pt x="400047" y="447855"/>
                      <a:pt x="397602" y="447996"/>
                      <a:pt x="395202" y="447666"/>
                    </a:cubicBezTo>
                    <a:close/>
                    <a:moveTo>
                      <a:pt x="179340" y="398594"/>
                    </a:moveTo>
                    <a:cubicBezTo>
                      <a:pt x="178916" y="387444"/>
                      <a:pt x="166825" y="375070"/>
                      <a:pt x="156615" y="375776"/>
                    </a:cubicBezTo>
                    <a:cubicBezTo>
                      <a:pt x="145135" y="376246"/>
                      <a:pt x="133090" y="389890"/>
                      <a:pt x="133843" y="401135"/>
                    </a:cubicBezTo>
                    <a:cubicBezTo>
                      <a:pt x="134596" y="412380"/>
                      <a:pt x="147017" y="423530"/>
                      <a:pt x="157744" y="422542"/>
                    </a:cubicBezTo>
                    <a:cubicBezTo>
                      <a:pt x="169741" y="420802"/>
                      <a:pt x="178823" y="410827"/>
                      <a:pt x="179434" y="398735"/>
                    </a:cubicBezTo>
                    <a:close/>
                    <a:moveTo>
                      <a:pt x="667899" y="398594"/>
                    </a:moveTo>
                    <a:cubicBezTo>
                      <a:pt x="667381" y="388808"/>
                      <a:pt x="653455" y="375070"/>
                      <a:pt x="644375" y="375634"/>
                    </a:cubicBezTo>
                    <a:cubicBezTo>
                      <a:pt x="633647" y="376105"/>
                      <a:pt x="619721" y="391067"/>
                      <a:pt x="620615" y="401182"/>
                    </a:cubicBezTo>
                    <a:cubicBezTo>
                      <a:pt x="621508" y="411297"/>
                      <a:pt x="635576" y="422966"/>
                      <a:pt x="645551" y="422307"/>
                    </a:cubicBezTo>
                    <a:cubicBezTo>
                      <a:pt x="656418" y="421931"/>
                      <a:pt x="668746" y="409039"/>
                      <a:pt x="667899" y="398876"/>
                    </a:cubicBezTo>
                    <a:close/>
                    <a:moveTo>
                      <a:pt x="424608" y="656565"/>
                    </a:moveTo>
                    <a:cubicBezTo>
                      <a:pt x="423902" y="647155"/>
                      <a:pt x="409410" y="635064"/>
                      <a:pt x="399577" y="635816"/>
                    </a:cubicBezTo>
                    <a:cubicBezTo>
                      <a:pt x="388850" y="636616"/>
                      <a:pt x="377088" y="649226"/>
                      <a:pt x="377370" y="659341"/>
                    </a:cubicBezTo>
                    <a:cubicBezTo>
                      <a:pt x="378828" y="672327"/>
                      <a:pt x="390262" y="681878"/>
                      <a:pt x="403294" y="681078"/>
                    </a:cubicBezTo>
                    <a:cubicBezTo>
                      <a:pt x="413457" y="680560"/>
                      <a:pt x="425313" y="666775"/>
                      <a:pt x="424608" y="656848"/>
                    </a:cubicBezTo>
                    <a:close/>
                    <a:moveTo>
                      <a:pt x="528822" y="255188"/>
                    </a:moveTo>
                    <a:cubicBezTo>
                      <a:pt x="529198" y="243426"/>
                      <a:pt x="519412" y="231664"/>
                      <a:pt x="508496" y="230817"/>
                    </a:cubicBezTo>
                    <a:cubicBezTo>
                      <a:pt x="497581" y="229970"/>
                      <a:pt x="483325" y="243096"/>
                      <a:pt x="482430" y="253353"/>
                    </a:cubicBezTo>
                    <a:cubicBezTo>
                      <a:pt x="481537" y="263610"/>
                      <a:pt x="495840" y="277537"/>
                      <a:pt x="506379" y="277630"/>
                    </a:cubicBezTo>
                    <a:cubicBezTo>
                      <a:pt x="518235" y="276690"/>
                      <a:pt x="527692" y="267374"/>
                      <a:pt x="528822" y="255518"/>
                    </a:cubicBezTo>
                    <a:close/>
                    <a:moveTo>
                      <a:pt x="556769" y="525580"/>
                    </a:moveTo>
                    <a:cubicBezTo>
                      <a:pt x="556393" y="513441"/>
                      <a:pt x="546936" y="503514"/>
                      <a:pt x="534797" y="502620"/>
                    </a:cubicBezTo>
                    <a:cubicBezTo>
                      <a:pt x="522705" y="503185"/>
                      <a:pt x="512778" y="512312"/>
                      <a:pt x="511272" y="524310"/>
                    </a:cubicBezTo>
                    <a:cubicBezTo>
                      <a:pt x="510707" y="535978"/>
                      <a:pt x="523129" y="549340"/>
                      <a:pt x="534467" y="549246"/>
                    </a:cubicBezTo>
                    <a:cubicBezTo>
                      <a:pt x="544113" y="549434"/>
                      <a:pt x="556393" y="536401"/>
                      <a:pt x="556769" y="525862"/>
                    </a:cubicBezTo>
                    <a:close/>
                    <a:moveTo>
                      <a:pt x="302233" y="231005"/>
                    </a:moveTo>
                    <a:cubicBezTo>
                      <a:pt x="290047" y="231523"/>
                      <a:pt x="280307" y="241214"/>
                      <a:pt x="279696" y="253353"/>
                    </a:cubicBezTo>
                    <a:cubicBezTo>
                      <a:pt x="279790" y="265492"/>
                      <a:pt x="288776" y="275702"/>
                      <a:pt x="300821" y="277396"/>
                    </a:cubicBezTo>
                    <a:cubicBezTo>
                      <a:pt x="311360" y="278289"/>
                      <a:pt x="325192" y="265022"/>
                      <a:pt x="325710" y="253588"/>
                    </a:cubicBezTo>
                    <a:cubicBezTo>
                      <a:pt x="326039" y="245167"/>
                      <a:pt x="312065" y="231710"/>
                      <a:pt x="302233" y="231287"/>
                    </a:cubicBezTo>
                    <a:close/>
                    <a:moveTo>
                      <a:pt x="400659" y="376152"/>
                    </a:moveTo>
                    <a:cubicBezTo>
                      <a:pt x="391767" y="375869"/>
                      <a:pt x="378076" y="389279"/>
                      <a:pt x="377135" y="399018"/>
                    </a:cubicBezTo>
                    <a:cubicBezTo>
                      <a:pt x="376194" y="408757"/>
                      <a:pt x="389368" y="421836"/>
                      <a:pt x="399625" y="422542"/>
                    </a:cubicBezTo>
                    <a:cubicBezTo>
                      <a:pt x="409881" y="423248"/>
                      <a:pt x="423619" y="411580"/>
                      <a:pt x="424278" y="401323"/>
                    </a:cubicBezTo>
                    <a:cubicBezTo>
                      <a:pt x="424936" y="391067"/>
                      <a:pt x="411716" y="376764"/>
                      <a:pt x="400565" y="376434"/>
                    </a:cubicBezTo>
                    <a:close/>
                    <a:moveTo>
                      <a:pt x="274803" y="502620"/>
                    </a:moveTo>
                    <a:cubicBezTo>
                      <a:pt x="263323" y="502855"/>
                      <a:pt x="250337" y="516358"/>
                      <a:pt x="251043" y="527321"/>
                    </a:cubicBezTo>
                    <a:cubicBezTo>
                      <a:pt x="251749" y="538283"/>
                      <a:pt x="265157" y="549999"/>
                      <a:pt x="274944" y="549340"/>
                    </a:cubicBezTo>
                    <a:cubicBezTo>
                      <a:pt x="284730" y="548682"/>
                      <a:pt x="297809" y="535225"/>
                      <a:pt x="297809" y="525533"/>
                    </a:cubicBezTo>
                    <a:cubicBezTo>
                      <a:pt x="297762" y="515229"/>
                      <a:pt x="285200" y="502667"/>
                      <a:pt x="274803" y="502902"/>
                    </a:cubicBezTo>
                    <a:close/>
                  </a:path>
                </a:pathLst>
              </a:custGeom>
              <a:solidFill>
                <a:srgbClr val="1D036F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endParaRPr>
              </a:p>
            </p:txBody>
          </p:sp>
        </p:grpSp>
      </p:grpSp>
      <p:sp>
        <p:nvSpPr>
          <p:cNvPr id="433" name="Google Shape;433;p45"/>
          <p:cNvSpPr txBox="1"/>
          <p:nvPr/>
        </p:nvSpPr>
        <p:spPr>
          <a:xfrm>
            <a:off x="1594765" y="3493286"/>
            <a:ext cx="6081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Share Tech"/>
                <a:ea typeface="Share Tech"/>
                <a:cs typeface="Share Tech"/>
                <a:sym typeface="Share Tech"/>
              </a:rPr>
              <a:t>Quick Recap: Abstraction, Implementation, Integration, Binary, Boolean Logic, Boolean Algebra, Logic Gates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6"/>
          <p:cNvSpPr/>
          <p:nvPr/>
        </p:nvSpPr>
        <p:spPr>
          <a:xfrm>
            <a:off x="428625" y="466450"/>
            <a:ext cx="8508300" cy="4644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39" name="Google Shape;439;p46"/>
          <p:cNvGrpSpPr/>
          <p:nvPr/>
        </p:nvGrpSpPr>
        <p:grpSpPr>
          <a:xfrm>
            <a:off x="428626" y="945651"/>
            <a:ext cx="1994353" cy="4071947"/>
            <a:chOff x="5812139" y="178733"/>
            <a:chExt cx="2344092" cy="4786022"/>
          </a:xfrm>
        </p:grpSpPr>
        <p:sp>
          <p:nvSpPr>
            <p:cNvPr id="440" name="Google Shape;440;p46"/>
            <p:cNvSpPr/>
            <p:nvPr/>
          </p:nvSpPr>
          <p:spPr>
            <a:xfrm>
              <a:off x="5837742" y="178745"/>
              <a:ext cx="2294353" cy="4786010"/>
            </a:xfrm>
            <a:custGeom>
              <a:rect b="b" l="l" r="r" t="t"/>
              <a:pathLst>
                <a:path extrusionOk="0" h="16452" w="7886">
                  <a:moveTo>
                    <a:pt x="994" y="1"/>
                  </a:moveTo>
                  <a:cubicBezTo>
                    <a:pt x="446" y="1"/>
                    <a:pt x="0" y="447"/>
                    <a:pt x="0" y="995"/>
                  </a:cubicBezTo>
                  <a:lnTo>
                    <a:pt x="0" y="2342"/>
                  </a:lnTo>
                  <a:lnTo>
                    <a:pt x="0" y="2724"/>
                  </a:lnTo>
                  <a:lnTo>
                    <a:pt x="0" y="3434"/>
                  </a:lnTo>
                  <a:lnTo>
                    <a:pt x="0" y="4658"/>
                  </a:lnTo>
                  <a:lnTo>
                    <a:pt x="0" y="4957"/>
                  </a:lnTo>
                  <a:lnTo>
                    <a:pt x="0" y="6181"/>
                  </a:lnTo>
                  <a:lnTo>
                    <a:pt x="0" y="15457"/>
                  </a:lnTo>
                  <a:cubicBezTo>
                    <a:pt x="0" y="16006"/>
                    <a:pt x="446" y="16451"/>
                    <a:pt x="994" y="16451"/>
                  </a:cubicBezTo>
                  <a:lnTo>
                    <a:pt x="6886" y="16451"/>
                  </a:lnTo>
                  <a:cubicBezTo>
                    <a:pt x="7439" y="16451"/>
                    <a:pt x="7885" y="16006"/>
                    <a:pt x="7885" y="15457"/>
                  </a:cubicBezTo>
                  <a:lnTo>
                    <a:pt x="7885" y="5079"/>
                  </a:lnTo>
                  <a:lnTo>
                    <a:pt x="7885" y="3860"/>
                  </a:lnTo>
                  <a:lnTo>
                    <a:pt x="7885" y="995"/>
                  </a:lnTo>
                  <a:cubicBezTo>
                    <a:pt x="7885" y="447"/>
                    <a:pt x="7439" y="1"/>
                    <a:pt x="6886" y="1"/>
                  </a:cubicBezTo>
                  <a:lnTo>
                    <a:pt x="5946" y="1"/>
                  </a:lnTo>
                  <a:lnTo>
                    <a:pt x="5946" y="265"/>
                  </a:lnTo>
                  <a:lnTo>
                    <a:pt x="6866" y="265"/>
                  </a:lnTo>
                  <a:cubicBezTo>
                    <a:pt x="7302" y="265"/>
                    <a:pt x="7655" y="618"/>
                    <a:pt x="7655" y="1054"/>
                  </a:cubicBezTo>
                  <a:lnTo>
                    <a:pt x="7655" y="15398"/>
                  </a:lnTo>
                  <a:cubicBezTo>
                    <a:pt x="7655" y="15834"/>
                    <a:pt x="7302" y="16187"/>
                    <a:pt x="6866" y="16187"/>
                  </a:cubicBezTo>
                  <a:lnTo>
                    <a:pt x="1014" y="16187"/>
                  </a:lnTo>
                  <a:cubicBezTo>
                    <a:pt x="578" y="16187"/>
                    <a:pt x="226" y="15834"/>
                    <a:pt x="226" y="15398"/>
                  </a:cubicBezTo>
                  <a:lnTo>
                    <a:pt x="226" y="1054"/>
                  </a:lnTo>
                  <a:cubicBezTo>
                    <a:pt x="226" y="618"/>
                    <a:pt x="578" y="265"/>
                    <a:pt x="1014" y="265"/>
                  </a:cubicBezTo>
                  <a:lnTo>
                    <a:pt x="1935" y="265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rgbClr val="A748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46"/>
            <p:cNvSpPr/>
            <p:nvPr/>
          </p:nvSpPr>
          <p:spPr>
            <a:xfrm>
              <a:off x="5903203" y="255835"/>
              <a:ext cx="2161684" cy="4631829"/>
            </a:xfrm>
            <a:custGeom>
              <a:rect b="b" l="l" r="r" t="t"/>
              <a:pathLst>
                <a:path extrusionOk="0" h="15922" w="7430">
                  <a:moveTo>
                    <a:pt x="789" y="0"/>
                  </a:moveTo>
                  <a:cubicBezTo>
                    <a:pt x="353" y="0"/>
                    <a:pt x="1" y="353"/>
                    <a:pt x="1" y="789"/>
                  </a:cubicBezTo>
                  <a:lnTo>
                    <a:pt x="1" y="15133"/>
                  </a:lnTo>
                  <a:cubicBezTo>
                    <a:pt x="1" y="15569"/>
                    <a:pt x="353" y="15922"/>
                    <a:pt x="789" y="15922"/>
                  </a:cubicBezTo>
                  <a:lnTo>
                    <a:pt x="6641" y="15922"/>
                  </a:lnTo>
                  <a:cubicBezTo>
                    <a:pt x="7077" y="15922"/>
                    <a:pt x="7430" y="15569"/>
                    <a:pt x="7430" y="15133"/>
                  </a:cubicBezTo>
                  <a:lnTo>
                    <a:pt x="7430" y="789"/>
                  </a:lnTo>
                  <a:cubicBezTo>
                    <a:pt x="7430" y="353"/>
                    <a:pt x="7077" y="0"/>
                    <a:pt x="6641" y="0"/>
                  </a:cubicBezTo>
                  <a:lnTo>
                    <a:pt x="5721" y="0"/>
                  </a:lnTo>
                  <a:lnTo>
                    <a:pt x="5721" y="265"/>
                  </a:lnTo>
                  <a:cubicBezTo>
                    <a:pt x="5721" y="485"/>
                    <a:pt x="5544" y="666"/>
                    <a:pt x="5324" y="666"/>
                  </a:cubicBezTo>
                  <a:lnTo>
                    <a:pt x="2111" y="666"/>
                  </a:lnTo>
                  <a:cubicBezTo>
                    <a:pt x="1891" y="666"/>
                    <a:pt x="1710" y="485"/>
                    <a:pt x="1710" y="265"/>
                  </a:cubicBezTo>
                  <a:lnTo>
                    <a:pt x="1710" y="0"/>
                  </a:lnTo>
                  <a:close/>
                </a:path>
              </a:pathLst>
            </a:custGeom>
            <a:solidFill>
              <a:srgbClr val="FAF7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46"/>
            <p:cNvSpPr/>
            <p:nvPr/>
          </p:nvSpPr>
          <p:spPr>
            <a:xfrm>
              <a:off x="6395153" y="178733"/>
              <a:ext cx="1177783" cy="271144"/>
            </a:xfrm>
            <a:custGeom>
              <a:rect b="b" l="l" r="r" t="t"/>
              <a:pathLst>
                <a:path extrusionOk="0" h="932" w="4012">
                  <a:moveTo>
                    <a:pt x="2503" y="471"/>
                  </a:moveTo>
                  <a:cubicBezTo>
                    <a:pt x="2547" y="471"/>
                    <a:pt x="2582" y="505"/>
                    <a:pt x="2582" y="549"/>
                  </a:cubicBezTo>
                  <a:cubicBezTo>
                    <a:pt x="2582" y="589"/>
                    <a:pt x="2547" y="623"/>
                    <a:pt x="2503" y="623"/>
                  </a:cubicBezTo>
                  <a:lnTo>
                    <a:pt x="1509" y="623"/>
                  </a:lnTo>
                  <a:cubicBezTo>
                    <a:pt x="1470" y="623"/>
                    <a:pt x="1431" y="589"/>
                    <a:pt x="1431" y="549"/>
                  </a:cubicBezTo>
                  <a:cubicBezTo>
                    <a:pt x="1431" y="505"/>
                    <a:pt x="1470" y="471"/>
                    <a:pt x="1509" y="471"/>
                  </a:cubicBezTo>
                  <a:close/>
                  <a:moveTo>
                    <a:pt x="2924" y="461"/>
                  </a:moveTo>
                  <a:cubicBezTo>
                    <a:pt x="2973" y="461"/>
                    <a:pt x="3013" y="500"/>
                    <a:pt x="3013" y="549"/>
                  </a:cubicBezTo>
                  <a:cubicBezTo>
                    <a:pt x="3013" y="593"/>
                    <a:pt x="2973" y="633"/>
                    <a:pt x="2924" y="633"/>
                  </a:cubicBezTo>
                  <a:cubicBezTo>
                    <a:pt x="2876" y="633"/>
                    <a:pt x="2836" y="593"/>
                    <a:pt x="2836" y="549"/>
                  </a:cubicBezTo>
                  <a:cubicBezTo>
                    <a:pt x="2836" y="500"/>
                    <a:pt x="2876" y="461"/>
                    <a:pt x="2924" y="461"/>
                  </a:cubicBezTo>
                  <a:close/>
                  <a:moveTo>
                    <a:pt x="1" y="1"/>
                  </a:moveTo>
                  <a:lnTo>
                    <a:pt x="1" y="265"/>
                  </a:lnTo>
                  <a:lnTo>
                    <a:pt x="1" y="530"/>
                  </a:lnTo>
                  <a:cubicBezTo>
                    <a:pt x="1" y="750"/>
                    <a:pt x="182" y="931"/>
                    <a:pt x="402" y="931"/>
                  </a:cubicBezTo>
                  <a:lnTo>
                    <a:pt x="3615" y="931"/>
                  </a:lnTo>
                  <a:cubicBezTo>
                    <a:pt x="3835" y="931"/>
                    <a:pt x="4012" y="750"/>
                    <a:pt x="4012" y="530"/>
                  </a:cubicBezTo>
                  <a:lnTo>
                    <a:pt x="4012" y="265"/>
                  </a:lnTo>
                  <a:lnTo>
                    <a:pt x="4012" y="1"/>
                  </a:lnTo>
                  <a:close/>
                </a:path>
              </a:pathLst>
            </a:custGeom>
            <a:solidFill>
              <a:srgbClr val="E255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46"/>
            <p:cNvSpPr/>
            <p:nvPr/>
          </p:nvSpPr>
          <p:spPr>
            <a:xfrm>
              <a:off x="5854616" y="197363"/>
              <a:ext cx="2260313" cy="4748774"/>
            </a:xfrm>
            <a:custGeom>
              <a:rect b="b" l="l" r="r" t="t"/>
              <a:pathLst>
                <a:path extrusionOk="0" h="16324" w="7769">
                  <a:moveTo>
                    <a:pt x="6755" y="16324"/>
                  </a:moveTo>
                  <a:lnTo>
                    <a:pt x="1010" y="16324"/>
                  </a:lnTo>
                  <a:cubicBezTo>
                    <a:pt x="452" y="16324"/>
                    <a:pt x="1" y="15863"/>
                    <a:pt x="1" y="15300"/>
                  </a:cubicBezTo>
                  <a:lnTo>
                    <a:pt x="1" y="1024"/>
                  </a:lnTo>
                  <a:cubicBezTo>
                    <a:pt x="1" y="461"/>
                    <a:pt x="452" y="1"/>
                    <a:pt x="1010" y="1"/>
                  </a:cubicBezTo>
                  <a:lnTo>
                    <a:pt x="6755" y="1"/>
                  </a:lnTo>
                  <a:cubicBezTo>
                    <a:pt x="7313" y="1"/>
                    <a:pt x="7768" y="461"/>
                    <a:pt x="7768" y="1024"/>
                  </a:cubicBezTo>
                  <a:lnTo>
                    <a:pt x="7768" y="15300"/>
                  </a:lnTo>
                  <a:cubicBezTo>
                    <a:pt x="7768" y="15863"/>
                    <a:pt x="7313" y="16324"/>
                    <a:pt x="6755" y="16324"/>
                  </a:cubicBezTo>
                  <a:close/>
                  <a:moveTo>
                    <a:pt x="1010" y="79"/>
                  </a:moveTo>
                  <a:cubicBezTo>
                    <a:pt x="496" y="79"/>
                    <a:pt x="79" y="500"/>
                    <a:pt x="79" y="1024"/>
                  </a:cubicBezTo>
                  <a:lnTo>
                    <a:pt x="79" y="15300"/>
                  </a:lnTo>
                  <a:cubicBezTo>
                    <a:pt x="79" y="15819"/>
                    <a:pt x="496" y="16245"/>
                    <a:pt x="1010" y="16245"/>
                  </a:cubicBezTo>
                  <a:lnTo>
                    <a:pt x="6755" y="16245"/>
                  </a:lnTo>
                  <a:cubicBezTo>
                    <a:pt x="7269" y="16245"/>
                    <a:pt x="7685" y="15819"/>
                    <a:pt x="7685" y="15300"/>
                  </a:cubicBezTo>
                  <a:lnTo>
                    <a:pt x="7685" y="1024"/>
                  </a:lnTo>
                  <a:cubicBezTo>
                    <a:pt x="7685" y="500"/>
                    <a:pt x="7269" y="79"/>
                    <a:pt x="6755" y="79"/>
                  </a:cubicBezTo>
                  <a:lnTo>
                    <a:pt x="1010" y="79"/>
                  </a:lnTo>
                  <a:close/>
                </a:path>
              </a:pathLst>
            </a:custGeom>
            <a:solidFill>
              <a:srgbClr val="E255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46"/>
            <p:cNvSpPr/>
            <p:nvPr/>
          </p:nvSpPr>
          <p:spPr>
            <a:xfrm>
              <a:off x="7228085" y="312853"/>
              <a:ext cx="51496" cy="50036"/>
            </a:xfrm>
            <a:custGeom>
              <a:rect b="b" l="l" r="r" t="t"/>
              <a:pathLst>
                <a:path extrusionOk="0" h="172" w="177">
                  <a:moveTo>
                    <a:pt x="88" y="0"/>
                  </a:moveTo>
                  <a:cubicBezTo>
                    <a:pt x="40" y="0"/>
                    <a:pt x="0" y="39"/>
                    <a:pt x="0" y="88"/>
                  </a:cubicBezTo>
                  <a:cubicBezTo>
                    <a:pt x="0" y="132"/>
                    <a:pt x="40" y="172"/>
                    <a:pt x="88" y="172"/>
                  </a:cubicBezTo>
                  <a:cubicBezTo>
                    <a:pt x="137" y="172"/>
                    <a:pt x="177" y="132"/>
                    <a:pt x="177" y="88"/>
                  </a:cubicBezTo>
                  <a:cubicBezTo>
                    <a:pt x="177" y="39"/>
                    <a:pt x="137" y="0"/>
                    <a:pt x="88" y="0"/>
                  </a:cubicBezTo>
                  <a:close/>
                </a:path>
              </a:pathLst>
            </a:custGeom>
            <a:solidFill>
              <a:srgbClr val="7C242A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46"/>
            <p:cNvSpPr/>
            <p:nvPr/>
          </p:nvSpPr>
          <p:spPr>
            <a:xfrm>
              <a:off x="6816459" y="315471"/>
              <a:ext cx="335163" cy="44509"/>
            </a:xfrm>
            <a:custGeom>
              <a:rect b="b" l="l" r="r" t="t"/>
              <a:pathLst>
                <a:path extrusionOk="0" h="153" w="1152">
                  <a:moveTo>
                    <a:pt x="79" y="1"/>
                  </a:moveTo>
                  <a:cubicBezTo>
                    <a:pt x="40" y="1"/>
                    <a:pt x="1" y="35"/>
                    <a:pt x="1" y="79"/>
                  </a:cubicBezTo>
                  <a:cubicBezTo>
                    <a:pt x="1" y="119"/>
                    <a:pt x="40" y="153"/>
                    <a:pt x="79" y="153"/>
                  </a:cubicBezTo>
                  <a:lnTo>
                    <a:pt x="1073" y="153"/>
                  </a:lnTo>
                  <a:cubicBezTo>
                    <a:pt x="1117" y="153"/>
                    <a:pt x="1152" y="119"/>
                    <a:pt x="1152" y="79"/>
                  </a:cubicBezTo>
                  <a:cubicBezTo>
                    <a:pt x="1152" y="35"/>
                    <a:pt x="1117" y="1"/>
                    <a:pt x="1073" y="1"/>
                  </a:cubicBezTo>
                  <a:close/>
                </a:path>
              </a:pathLst>
            </a:custGeom>
            <a:solidFill>
              <a:srgbClr val="7C242A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46"/>
            <p:cNvSpPr/>
            <p:nvPr/>
          </p:nvSpPr>
          <p:spPr>
            <a:xfrm>
              <a:off x="6934871" y="485433"/>
              <a:ext cx="98629" cy="121599"/>
            </a:xfrm>
            <a:custGeom>
              <a:rect b="b" l="l" r="r" t="t"/>
              <a:pathLst>
                <a:path extrusionOk="0" h="418" w="339">
                  <a:moveTo>
                    <a:pt x="172" y="65"/>
                  </a:moveTo>
                  <a:cubicBezTo>
                    <a:pt x="230" y="65"/>
                    <a:pt x="279" y="114"/>
                    <a:pt x="279" y="172"/>
                  </a:cubicBezTo>
                  <a:lnTo>
                    <a:pt x="279" y="353"/>
                  </a:lnTo>
                  <a:lnTo>
                    <a:pt x="64" y="353"/>
                  </a:lnTo>
                  <a:lnTo>
                    <a:pt x="64" y="172"/>
                  </a:lnTo>
                  <a:cubicBezTo>
                    <a:pt x="64" y="114"/>
                    <a:pt x="113" y="65"/>
                    <a:pt x="172" y="65"/>
                  </a:cubicBezTo>
                  <a:close/>
                  <a:moveTo>
                    <a:pt x="172" y="1"/>
                  </a:moveTo>
                  <a:cubicBezTo>
                    <a:pt x="79" y="1"/>
                    <a:pt x="0" y="79"/>
                    <a:pt x="0" y="172"/>
                  </a:cubicBezTo>
                  <a:lnTo>
                    <a:pt x="0" y="417"/>
                  </a:lnTo>
                  <a:lnTo>
                    <a:pt x="338" y="417"/>
                  </a:lnTo>
                  <a:lnTo>
                    <a:pt x="338" y="172"/>
                  </a:lnTo>
                  <a:cubicBezTo>
                    <a:pt x="338" y="79"/>
                    <a:pt x="265" y="1"/>
                    <a:pt x="172" y="1"/>
                  </a:cubicBezTo>
                  <a:close/>
                </a:path>
              </a:pathLst>
            </a:custGeom>
            <a:solidFill>
              <a:srgbClr val="C7C3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46"/>
            <p:cNvSpPr/>
            <p:nvPr/>
          </p:nvSpPr>
          <p:spPr>
            <a:xfrm>
              <a:off x="6914796" y="556705"/>
              <a:ext cx="138487" cy="81454"/>
            </a:xfrm>
            <a:custGeom>
              <a:rect b="b" l="l" r="r" t="t"/>
              <a:pathLst>
                <a:path extrusionOk="0" h="280" w="476">
                  <a:moveTo>
                    <a:pt x="50" y="1"/>
                  </a:moveTo>
                  <a:cubicBezTo>
                    <a:pt x="20" y="1"/>
                    <a:pt x="1" y="25"/>
                    <a:pt x="1" y="50"/>
                  </a:cubicBezTo>
                  <a:lnTo>
                    <a:pt x="1" y="231"/>
                  </a:lnTo>
                  <a:cubicBezTo>
                    <a:pt x="1" y="260"/>
                    <a:pt x="20" y="280"/>
                    <a:pt x="50" y="280"/>
                  </a:cubicBezTo>
                  <a:lnTo>
                    <a:pt x="427" y="280"/>
                  </a:lnTo>
                  <a:cubicBezTo>
                    <a:pt x="456" y="280"/>
                    <a:pt x="476" y="260"/>
                    <a:pt x="476" y="231"/>
                  </a:cubicBezTo>
                  <a:lnTo>
                    <a:pt x="476" y="50"/>
                  </a:lnTo>
                  <a:cubicBezTo>
                    <a:pt x="476" y="25"/>
                    <a:pt x="456" y="1"/>
                    <a:pt x="427" y="1"/>
                  </a:cubicBezTo>
                  <a:close/>
                </a:path>
              </a:pathLst>
            </a:custGeom>
            <a:solidFill>
              <a:srgbClr val="C7C3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46"/>
            <p:cNvSpPr/>
            <p:nvPr/>
          </p:nvSpPr>
          <p:spPr>
            <a:xfrm>
              <a:off x="7712841" y="334089"/>
              <a:ext cx="88446" cy="68654"/>
            </a:xfrm>
            <a:custGeom>
              <a:rect b="b" l="l" r="r" t="t"/>
              <a:pathLst>
                <a:path extrusionOk="0" h="236" w="304">
                  <a:moveTo>
                    <a:pt x="152" y="1"/>
                  </a:moveTo>
                  <a:cubicBezTo>
                    <a:pt x="93" y="1"/>
                    <a:pt x="39" y="25"/>
                    <a:pt x="0" y="59"/>
                  </a:cubicBezTo>
                  <a:lnTo>
                    <a:pt x="25" y="84"/>
                  </a:lnTo>
                  <a:cubicBezTo>
                    <a:pt x="54" y="50"/>
                    <a:pt x="103" y="30"/>
                    <a:pt x="152" y="30"/>
                  </a:cubicBezTo>
                  <a:cubicBezTo>
                    <a:pt x="201" y="30"/>
                    <a:pt x="245" y="50"/>
                    <a:pt x="279" y="84"/>
                  </a:cubicBezTo>
                  <a:lnTo>
                    <a:pt x="304" y="59"/>
                  </a:lnTo>
                  <a:cubicBezTo>
                    <a:pt x="265" y="25"/>
                    <a:pt x="211" y="1"/>
                    <a:pt x="152" y="1"/>
                  </a:cubicBezTo>
                  <a:close/>
                  <a:moveTo>
                    <a:pt x="152" y="59"/>
                  </a:moveTo>
                  <a:cubicBezTo>
                    <a:pt x="108" y="59"/>
                    <a:pt x="74" y="79"/>
                    <a:pt x="44" y="104"/>
                  </a:cubicBezTo>
                  <a:lnTo>
                    <a:pt x="69" y="128"/>
                  </a:lnTo>
                  <a:cubicBezTo>
                    <a:pt x="88" y="104"/>
                    <a:pt x="118" y="94"/>
                    <a:pt x="152" y="94"/>
                  </a:cubicBezTo>
                  <a:cubicBezTo>
                    <a:pt x="186" y="94"/>
                    <a:pt x="216" y="104"/>
                    <a:pt x="235" y="128"/>
                  </a:cubicBezTo>
                  <a:lnTo>
                    <a:pt x="260" y="104"/>
                  </a:lnTo>
                  <a:cubicBezTo>
                    <a:pt x="230" y="79"/>
                    <a:pt x="191" y="59"/>
                    <a:pt x="152" y="59"/>
                  </a:cubicBezTo>
                  <a:close/>
                  <a:moveTo>
                    <a:pt x="152" y="128"/>
                  </a:moveTo>
                  <a:cubicBezTo>
                    <a:pt x="128" y="128"/>
                    <a:pt x="108" y="138"/>
                    <a:pt x="93" y="152"/>
                  </a:cubicBezTo>
                  <a:lnTo>
                    <a:pt x="118" y="177"/>
                  </a:lnTo>
                  <a:cubicBezTo>
                    <a:pt x="123" y="167"/>
                    <a:pt x="137" y="162"/>
                    <a:pt x="152" y="162"/>
                  </a:cubicBezTo>
                  <a:cubicBezTo>
                    <a:pt x="167" y="162"/>
                    <a:pt x="177" y="167"/>
                    <a:pt x="186" y="177"/>
                  </a:cubicBezTo>
                  <a:lnTo>
                    <a:pt x="211" y="152"/>
                  </a:lnTo>
                  <a:cubicBezTo>
                    <a:pt x="196" y="138"/>
                    <a:pt x="172" y="128"/>
                    <a:pt x="152" y="128"/>
                  </a:cubicBezTo>
                  <a:close/>
                  <a:moveTo>
                    <a:pt x="152" y="187"/>
                  </a:moveTo>
                  <a:cubicBezTo>
                    <a:pt x="137" y="187"/>
                    <a:pt x="128" y="197"/>
                    <a:pt x="128" y="211"/>
                  </a:cubicBezTo>
                  <a:cubicBezTo>
                    <a:pt x="128" y="226"/>
                    <a:pt x="137" y="236"/>
                    <a:pt x="152" y="236"/>
                  </a:cubicBezTo>
                  <a:cubicBezTo>
                    <a:pt x="167" y="236"/>
                    <a:pt x="177" y="226"/>
                    <a:pt x="177" y="211"/>
                  </a:cubicBezTo>
                  <a:cubicBezTo>
                    <a:pt x="177" y="197"/>
                    <a:pt x="167" y="187"/>
                    <a:pt x="152" y="187"/>
                  </a:cubicBezTo>
                  <a:close/>
                </a:path>
              </a:pathLst>
            </a:custGeom>
            <a:solidFill>
              <a:srgbClr val="C7C3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46"/>
            <p:cNvSpPr/>
            <p:nvPr/>
          </p:nvSpPr>
          <p:spPr>
            <a:xfrm>
              <a:off x="7614503" y="343980"/>
              <a:ext cx="77099" cy="57309"/>
            </a:xfrm>
            <a:custGeom>
              <a:rect b="b" l="l" r="r" t="t"/>
              <a:pathLst>
                <a:path extrusionOk="0" h="197" w="265">
                  <a:moveTo>
                    <a:pt x="0" y="143"/>
                  </a:moveTo>
                  <a:lnTo>
                    <a:pt x="0" y="192"/>
                  </a:lnTo>
                  <a:lnTo>
                    <a:pt x="30" y="192"/>
                  </a:lnTo>
                  <a:lnTo>
                    <a:pt x="30" y="143"/>
                  </a:lnTo>
                  <a:close/>
                  <a:moveTo>
                    <a:pt x="59" y="109"/>
                  </a:moveTo>
                  <a:lnTo>
                    <a:pt x="59" y="192"/>
                  </a:lnTo>
                  <a:lnTo>
                    <a:pt x="88" y="192"/>
                  </a:lnTo>
                  <a:lnTo>
                    <a:pt x="88" y="109"/>
                  </a:lnTo>
                  <a:close/>
                  <a:moveTo>
                    <a:pt x="118" y="70"/>
                  </a:moveTo>
                  <a:lnTo>
                    <a:pt x="118" y="192"/>
                  </a:lnTo>
                  <a:lnTo>
                    <a:pt x="147" y="192"/>
                  </a:lnTo>
                  <a:lnTo>
                    <a:pt x="147" y="70"/>
                  </a:lnTo>
                  <a:close/>
                  <a:moveTo>
                    <a:pt x="177" y="35"/>
                  </a:moveTo>
                  <a:lnTo>
                    <a:pt x="177" y="192"/>
                  </a:lnTo>
                  <a:lnTo>
                    <a:pt x="206" y="192"/>
                  </a:lnTo>
                  <a:lnTo>
                    <a:pt x="206" y="35"/>
                  </a:lnTo>
                  <a:close/>
                  <a:moveTo>
                    <a:pt x="235" y="1"/>
                  </a:moveTo>
                  <a:lnTo>
                    <a:pt x="235" y="197"/>
                  </a:lnTo>
                  <a:lnTo>
                    <a:pt x="265" y="197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rgbClr val="C7C3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46"/>
            <p:cNvSpPr/>
            <p:nvPr/>
          </p:nvSpPr>
          <p:spPr>
            <a:xfrm>
              <a:off x="7823979" y="345434"/>
              <a:ext cx="115503" cy="55854"/>
            </a:xfrm>
            <a:custGeom>
              <a:rect b="b" l="l" r="r" t="t"/>
              <a:pathLst>
                <a:path extrusionOk="0" h="192" w="397">
                  <a:moveTo>
                    <a:pt x="44" y="20"/>
                  </a:moveTo>
                  <a:cubicBezTo>
                    <a:pt x="30" y="20"/>
                    <a:pt x="20" y="35"/>
                    <a:pt x="20" y="50"/>
                  </a:cubicBezTo>
                  <a:lnTo>
                    <a:pt x="20" y="148"/>
                  </a:lnTo>
                  <a:cubicBezTo>
                    <a:pt x="20" y="162"/>
                    <a:pt x="30" y="172"/>
                    <a:pt x="44" y="172"/>
                  </a:cubicBezTo>
                  <a:lnTo>
                    <a:pt x="274" y="172"/>
                  </a:lnTo>
                  <a:lnTo>
                    <a:pt x="274" y="20"/>
                  </a:lnTo>
                  <a:close/>
                  <a:moveTo>
                    <a:pt x="338" y="11"/>
                  </a:moveTo>
                  <a:cubicBezTo>
                    <a:pt x="358" y="11"/>
                    <a:pt x="372" y="25"/>
                    <a:pt x="372" y="45"/>
                  </a:cubicBezTo>
                  <a:lnTo>
                    <a:pt x="372" y="153"/>
                  </a:lnTo>
                  <a:cubicBezTo>
                    <a:pt x="372" y="172"/>
                    <a:pt x="358" y="187"/>
                    <a:pt x="338" y="187"/>
                  </a:cubicBezTo>
                  <a:lnTo>
                    <a:pt x="39" y="187"/>
                  </a:lnTo>
                  <a:cubicBezTo>
                    <a:pt x="25" y="187"/>
                    <a:pt x="5" y="172"/>
                    <a:pt x="5" y="153"/>
                  </a:cubicBezTo>
                  <a:lnTo>
                    <a:pt x="5" y="45"/>
                  </a:lnTo>
                  <a:cubicBezTo>
                    <a:pt x="5" y="25"/>
                    <a:pt x="25" y="11"/>
                    <a:pt x="39" y="11"/>
                  </a:cubicBezTo>
                  <a:close/>
                  <a:moveTo>
                    <a:pt x="39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153"/>
                  </a:lnTo>
                  <a:cubicBezTo>
                    <a:pt x="0" y="172"/>
                    <a:pt x="20" y="192"/>
                    <a:pt x="39" y="192"/>
                  </a:cubicBezTo>
                  <a:lnTo>
                    <a:pt x="338" y="192"/>
                  </a:lnTo>
                  <a:cubicBezTo>
                    <a:pt x="363" y="192"/>
                    <a:pt x="377" y="172"/>
                    <a:pt x="377" y="153"/>
                  </a:cubicBezTo>
                  <a:lnTo>
                    <a:pt x="377" y="123"/>
                  </a:lnTo>
                  <a:lnTo>
                    <a:pt x="397" y="123"/>
                  </a:lnTo>
                  <a:lnTo>
                    <a:pt x="397" y="74"/>
                  </a:lnTo>
                  <a:lnTo>
                    <a:pt x="377" y="74"/>
                  </a:lnTo>
                  <a:lnTo>
                    <a:pt x="377" y="45"/>
                  </a:lnTo>
                  <a:cubicBezTo>
                    <a:pt x="377" y="20"/>
                    <a:pt x="363" y="1"/>
                    <a:pt x="338" y="1"/>
                  </a:cubicBezTo>
                  <a:close/>
                </a:path>
              </a:pathLst>
            </a:custGeom>
            <a:solidFill>
              <a:srgbClr val="C7C3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46"/>
            <p:cNvSpPr/>
            <p:nvPr/>
          </p:nvSpPr>
          <p:spPr>
            <a:xfrm>
              <a:off x="8064585" y="611905"/>
              <a:ext cx="67498" cy="33163"/>
            </a:xfrm>
            <a:custGeom>
              <a:rect b="b" l="l" r="r" t="t"/>
              <a:pathLst>
                <a:path extrusionOk="0" h="114" w="232">
                  <a:moveTo>
                    <a:pt x="1" y="1"/>
                  </a:moveTo>
                  <a:lnTo>
                    <a:pt x="1" y="113"/>
                  </a:lnTo>
                  <a:lnTo>
                    <a:pt x="231" y="11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A748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46"/>
            <p:cNvSpPr/>
            <p:nvPr/>
          </p:nvSpPr>
          <p:spPr>
            <a:xfrm>
              <a:off x="5837742" y="611905"/>
              <a:ext cx="65752" cy="33163"/>
            </a:xfrm>
            <a:custGeom>
              <a:rect b="b" l="l" r="r" t="t"/>
              <a:pathLst>
                <a:path extrusionOk="0" h="114" w="226">
                  <a:moveTo>
                    <a:pt x="0" y="1"/>
                  </a:moveTo>
                  <a:lnTo>
                    <a:pt x="0" y="113"/>
                  </a:lnTo>
                  <a:lnTo>
                    <a:pt x="226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A748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46"/>
            <p:cNvSpPr/>
            <p:nvPr/>
          </p:nvSpPr>
          <p:spPr>
            <a:xfrm>
              <a:off x="8131792" y="1301644"/>
              <a:ext cx="24439" cy="354907"/>
            </a:xfrm>
            <a:custGeom>
              <a:rect b="b" l="l" r="r" t="t"/>
              <a:pathLst>
                <a:path extrusionOk="0" h="1220" w="84">
                  <a:moveTo>
                    <a:pt x="0" y="0"/>
                  </a:moveTo>
                  <a:lnTo>
                    <a:pt x="0" y="1219"/>
                  </a:lnTo>
                  <a:lnTo>
                    <a:pt x="39" y="1219"/>
                  </a:lnTo>
                  <a:cubicBezTo>
                    <a:pt x="64" y="1219"/>
                    <a:pt x="83" y="1200"/>
                    <a:pt x="83" y="1175"/>
                  </a:cubicBezTo>
                  <a:lnTo>
                    <a:pt x="83" y="44"/>
                  </a:lnTo>
                  <a:cubicBezTo>
                    <a:pt x="83" y="20"/>
                    <a:pt x="64" y="0"/>
                    <a:pt x="39" y="0"/>
                  </a:cubicBezTo>
                  <a:close/>
                </a:path>
              </a:pathLst>
            </a:custGeom>
            <a:solidFill>
              <a:srgbClr val="E255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46"/>
            <p:cNvSpPr/>
            <p:nvPr/>
          </p:nvSpPr>
          <p:spPr>
            <a:xfrm>
              <a:off x="5812139" y="1620769"/>
              <a:ext cx="25894" cy="356362"/>
            </a:xfrm>
            <a:custGeom>
              <a:rect b="b" l="l" r="r" t="t"/>
              <a:pathLst>
                <a:path extrusionOk="0" h="1225" w="89">
                  <a:moveTo>
                    <a:pt x="44" y="0"/>
                  </a:moveTo>
                  <a:cubicBezTo>
                    <a:pt x="20" y="0"/>
                    <a:pt x="0" y="20"/>
                    <a:pt x="0" y="49"/>
                  </a:cubicBezTo>
                  <a:lnTo>
                    <a:pt x="0" y="1180"/>
                  </a:lnTo>
                  <a:cubicBezTo>
                    <a:pt x="0" y="1205"/>
                    <a:pt x="20" y="1224"/>
                    <a:pt x="44" y="1224"/>
                  </a:cubicBezTo>
                  <a:lnTo>
                    <a:pt x="88" y="1224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E255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46"/>
            <p:cNvSpPr/>
            <p:nvPr/>
          </p:nvSpPr>
          <p:spPr>
            <a:xfrm>
              <a:off x="5812139" y="1177427"/>
              <a:ext cx="25894" cy="356653"/>
            </a:xfrm>
            <a:custGeom>
              <a:rect b="b" l="l" r="r" t="t"/>
              <a:pathLst>
                <a:path extrusionOk="0" h="1226" w="89">
                  <a:moveTo>
                    <a:pt x="44" y="1"/>
                  </a:moveTo>
                  <a:cubicBezTo>
                    <a:pt x="20" y="1"/>
                    <a:pt x="0" y="21"/>
                    <a:pt x="0" y="45"/>
                  </a:cubicBezTo>
                  <a:lnTo>
                    <a:pt x="0" y="1181"/>
                  </a:lnTo>
                  <a:cubicBezTo>
                    <a:pt x="0" y="1206"/>
                    <a:pt x="20" y="1225"/>
                    <a:pt x="44" y="1225"/>
                  </a:cubicBezTo>
                  <a:lnTo>
                    <a:pt x="88" y="1225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rgbClr val="E255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46"/>
            <p:cNvSpPr/>
            <p:nvPr/>
          </p:nvSpPr>
          <p:spPr>
            <a:xfrm>
              <a:off x="5812139" y="859757"/>
              <a:ext cx="25894" cy="111418"/>
            </a:xfrm>
            <a:custGeom>
              <a:rect b="b" l="l" r="r" t="t"/>
              <a:pathLst>
                <a:path extrusionOk="0" h="383" w="89">
                  <a:moveTo>
                    <a:pt x="44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339"/>
                  </a:lnTo>
                  <a:cubicBezTo>
                    <a:pt x="0" y="363"/>
                    <a:pt x="20" y="383"/>
                    <a:pt x="44" y="383"/>
                  </a:cubicBezTo>
                  <a:lnTo>
                    <a:pt x="88" y="383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rgbClr val="A748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46"/>
            <p:cNvSpPr/>
            <p:nvPr/>
          </p:nvSpPr>
          <p:spPr>
            <a:xfrm>
              <a:off x="8064585" y="4496962"/>
              <a:ext cx="67498" cy="34618"/>
            </a:xfrm>
            <a:custGeom>
              <a:rect b="b" l="l" r="r" t="t"/>
              <a:pathLst>
                <a:path extrusionOk="0" h="119" w="232">
                  <a:moveTo>
                    <a:pt x="1" y="1"/>
                  </a:moveTo>
                  <a:lnTo>
                    <a:pt x="1" y="118"/>
                  </a:lnTo>
                  <a:lnTo>
                    <a:pt x="231" y="118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rgbClr val="A748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46"/>
            <p:cNvSpPr/>
            <p:nvPr/>
          </p:nvSpPr>
          <p:spPr>
            <a:xfrm>
              <a:off x="5837742" y="4496962"/>
              <a:ext cx="65752" cy="34618"/>
            </a:xfrm>
            <a:custGeom>
              <a:rect b="b" l="l" r="r" t="t"/>
              <a:pathLst>
                <a:path extrusionOk="0" h="119" w="226">
                  <a:moveTo>
                    <a:pt x="0" y="1"/>
                  </a:moveTo>
                  <a:lnTo>
                    <a:pt x="0" y="118"/>
                  </a:lnTo>
                  <a:lnTo>
                    <a:pt x="226" y="11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A748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46"/>
            <p:cNvSpPr/>
            <p:nvPr/>
          </p:nvSpPr>
          <p:spPr>
            <a:xfrm>
              <a:off x="6649976" y="3637490"/>
              <a:ext cx="4598" cy="4470"/>
            </a:xfrm>
            <a:custGeom>
              <a:rect b="b" l="l" r="r" t="t"/>
              <a:pathLst>
                <a:path extrusionOk="0" h="35" w="36">
                  <a:moveTo>
                    <a:pt x="1" y="0"/>
                  </a:moveTo>
                  <a:lnTo>
                    <a:pt x="27" y="34"/>
                  </a:lnTo>
                  <a:lnTo>
                    <a:pt x="35" y="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255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0" name="Google Shape;460;p46"/>
          <p:cNvSpPr txBox="1"/>
          <p:nvPr>
            <p:ph type="title"/>
          </p:nvPr>
        </p:nvSpPr>
        <p:spPr>
          <a:xfrm>
            <a:off x="504825" y="77475"/>
            <a:ext cx="8134500" cy="3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Abstraction</a:t>
            </a:r>
            <a:endParaRPr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461" name="Google Shape;461;p46"/>
          <p:cNvSpPr/>
          <p:nvPr/>
        </p:nvSpPr>
        <p:spPr>
          <a:xfrm>
            <a:off x="694850" y="2160875"/>
            <a:ext cx="1461900" cy="3924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AF7E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Architecture</a:t>
            </a:r>
            <a:endParaRPr/>
          </a:p>
        </p:txBody>
      </p:sp>
      <p:sp>
        <p:nvSpPr>
          <p:cNvPr id="462" name="Google Shape;462;p46"/>
          <p:cNvSpPr/>
          <p:nvPr/>
        </p:nvSpPr>
        <p:spPr>
          <a:xfrm>
            <a:off x="694850" y="1779875"/>
            <a:ext cx="1461900" cy="392400"/>
          </a:xfrm>
          <a:prstGeom prst="rect">
            <a:avLst/>
          </a:prstGeom>
          <a:solidFill>
            <a:srgbClr val="2F6CC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AF7E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Operating System</a:t>
            </a:r>
            <a:endParaRPr/>
          </a:p>
        </p:txBody>
      </p:sp>
      <p:sp>
        <p:nvSpPr>
          <p:cNvPr id="463" name="Google Shape;463;p46"/>
          <p:cNvSpPr/>
          <p:nvPr/>
        </p:nvSpPr>
        <p:spPr>
          <a:xfrm>
            <a:off x="694850" y="1398875"/>
            <a:ext cx="1461900" cy="392400"/>
          </a:xfrm>
          <a:prstGeom prst="rect">
            <a:avLst/>
          </a:prstGeom>
          <a:solidFill>
            <a:srgbClr val="2F6CC0">
              <a:alpha val="53630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App Software</a:t>
            </a:r>
            <a:endParaRPr sz="1100">
              <a:solidFill>
                <a:schemeClr val="lt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64" name="Google Shape;464;p46"/>
          <p:cNvSpPr/>
          <p:nvPr/>
        </p:nvSpPr>
        <p:spPr>
          <a:xfrm>
            <a:off x="694850" y="2922875"/>
            <a:ext cx="1461900" cy="392400"/>
          </a:xfrm>
          <a:prstGeom prst="rect">
            <a:avLst/>
          </a:prstGeom>
          <a:solidFill>
            <a:srgbClr val="351C75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Logic</a:t>
            </a:r>
            <a:endParaRPr sz="1100">
              <a:solidFill>
                <a:schemeClr val="lt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65" name="Google Shape;465;p46"/>
          <p:cNvSpPr/>
          <p:nvPr/>
        </p:nvSpPr>
        <p:spPr>
          <a:xfrm>
            <a:off x="694850" y="3303875"/>
            <a:ext cx="1461900" cy="392400"/>
          </a:xfrm>
          <a:prstGeom prst="rect">
            <a:avLst/>
          </a:prstGeom>
          <a:solidFill>
            <a:srgbClr val="A61C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Digital Circuits</a:t>
            </a:r>
            <a:endParaRPr sz="1100">
              <a:solidFill>
                <a:schemeClr val="lt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66" name="Google Shape;466;p46"/>
          <p:cNvSpPr/>
          <p:nvPr/>
        </p:nvSpPr>
        <p:spPr>
          <a:xfrm>
            <a:off x="694838" y="3676150"/>
            <a:ext cx="1461900" cy="392400"/>
          </a:xfrm>
          <a:prstGeom prst="rect">
            <a:avLst/>
          </a:prstGeom>
          <a:solidFill>
            <a:srgbClr val="A7486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Analog Circuits</a:t>
            </a:r>
            <a:endParaRPr sz="1100">
              <a:solidFill>
                <a:schemeClr val="lt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67" name="Google Shape;467;p46"/>
          <p:cNvSpPr/>
          <p:nvPr/>
        </p:nvSpPr>
        <p:spPr>
          <a:xfrm>
            <a:off x="694838" y="2537513"/>
            <a:ext cx="1461900" cy="3924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AF7E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Micro-Architecture</a:t>
            </a:r>
            <a:endParaRPr sz="1100">
              <a:solidFill>
                <a:srgbClr val="FAF7E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68" name="Google Shape;468;p46"/>
          <p:cNvSpPr/>
          <p:nvPr/>
        </p:nvSpPr>
        <p:spPr>
          <a:xfrm>
            <a:off x="694838" y="4460950"/>
            <a:ext cx="1461900" cy="3924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Physics</a:t>
            </a:r>
            <a:endParaRPr sz="1100">
              <a:solidFill>
                <a:schemeClr val="lt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69" name="Google Shape;469;p46"/>
          <p:cNvSpPr/>
          <p:nvPr/>
        </p:nvSpPr>
        <p:spPr>
          <a:xfrm>
            <a:off x="694838" y="4068550"/>
            <a:ext cx="1461900" cy="392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Devices</a:t>
            </a:r>
            <a:endParaRPr sz="1100">
              <a:solidFill>
                <a:schemeClr val="lt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470" name="Google Shape;470;p46"/>
          <p:cNvCxnSpPr/>
          <p:nvPr/>
        </p:nvCxnSpPr>
        <p:spPr>
          <a:xfrm flipH="1" rot="10800000">
            <a:off x="5007928" y="4273750"/>
            <a:ext cx="531300" cy="240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1" name="Google Shape;471;p46"/>
          <p:cNvSpPr/>
          <p:nvPr/>
        </p:nvSpPr>
        <p:spPr>
          <a:xfrm>
            <a:off x="5495475" y="1779875"/>
            <a:ext cx="3060300" cy="3924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AF7E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Operations Are Performed Via Hardware</a:t>
            </a:r>
            <a:endParaRPr/>
          </a:p>
        </p:txBody>
      </p:sp>
      <p:sp>
        <p:nvSpPr>
          <p:cNvPr id="472" name="Google Shape;472;p46"/>
          <p:cNvSpPr/>
          <p:nvPr/>
        </p:nvSpPr>
        <p:spPr>
          <a:xfrm>
            <a:off x="5495475" y="1398875"/>
            <a:ext cx="3060300" cy="392400"/>
          </a:xfrm>
          <a:prstGeom prst="rect">
            <a:avLst/>
          </a:prstGeom>
          <a:solidFill>
            <a:srgbClr val="2F6CC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AF7E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and When Predefined Operations Start To Execute More Complicated Operations</a:t>
            </a:r>
            <a:endParaRPr/>
          </a:p>
        </p:txBody>
      </p:sp>
      <p:sp>
        <p:nvSpPr>
          <p:cNvPr id="473" name="Google Shape;473;p46"/>
          <p:cNvSpPr/>
          <p:nvPr/>
        </p:nvSpPr>
        <p:spPr>
          <a:xfrm>
            <a:off x="5495475" y="1017875"/>
            <a:ext cx="3060300" cy="392400"/>
          </a:xfrm>
          <a:prstGeom prst="rect">
            <a:avLst/>
          </a:prstGeom>
          <a:solidFill>
            <a:srgbClr val="2F6CC0">
              <a:alpha val="53630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The User Interactions With Predefined Operations</a:t>
            </a:r>
            <a:endParaRPr sz="1100">
              <a:solidFill>
                <a:schemeClr val="lt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74" name="Google Shape;474;p46"/>
          <p:cNvSpPr/>
          <p:nvPr/>
        </p:nvSpPr>
        <p:spPr>
          <a:xfrm>
            <a:off x="5495475" y="2541875"/>
            <a:ext cx="3060300" cy="392400"/>
          </a:xfrm>
          <a:prstGeom prst="rect">
            <a:avLst/>
          </a:prstGeom>
          <a:solidFill>
            <a:srgbClr val="351C75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We Store Instructions For Programs To Execute By Itself</a:t>
            </a:r>
            <a:endParaRPr sz="1100">
              <a:solidFill>
                <a:schemeClr val="lt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75" name="Google Shape;475;p46"/>
          <p:cNvSpPr/>
          <p:nvPr/>
        </p:nvSpPr>
        <p:spPr>
          <a:xfrm>
            <a:off x="5495475" y="2922875"/>
            <a:ext cx="3060300" cy="392400"/>
          </a:xfrm>
          <a:prstGeom prst="rect">
            <a:avLst/>
          </a:prstGeom>
          <a:solidFill>
            <a:srgbClr val="A61C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We Program Components To Execute Commands When We Ask It To</a:t>
            </a:r>
            <a:endParaRPr sz="1100">
              <a:solidFill>
                <a:schemeClr val="lt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76" name="Google Shape;476;p46"/>
          <p:cNvSpPr/>
          <p:nvPr/>
        </p:nvSpPr>
        <p:spPr>
          <a:xfrm>
            <a:off x="5495449" y="3295150"/>
            <a:ext cx="3060300" cy="392400"/>
          </a:xfrm>
          <a:prstGeom prst="rect">
            <a:avLst/>
          </a:prstGeom>
          <a:solidFill>
            <a:srgbClr val="A7486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We Connect Components Manipulate to Manipulate Devices to Be More Effective</a:t>
            </a:r>
            <a:endParaRPr sz="1100">
              <a:solidFill>
                <a:schemeClr val="lt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77" name="Google Shape;477;p46"/>
          <p:cNvSpPr/>
          <p:nvPr/>
        </p:nvSpPr>
        <p:spPr>
          <a:xfrm>
            <a:off x="5495449" y="2156513"/>
            <a:ext cx="3060300" cy="3924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AF7E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</a:t>
            </a:r>
            <a:r>
              <a:rPr lang="en" sz="1100">
                <a:solidFill>
                  <a:schemeClr val="accent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Hardware </a:t>
            </a:r>
            <a:r>
              <a:rPr lang="en" sz="1100">
                <a:solidFill>
                  <a:srgbClr val="FAF7E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Executes Commands On </a:t>
            </a:r>
            <a:r>
              <a:rPr lang="en" sz="1100">
                <a:solidFill>
                  <a:schemeClr val="accent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Instructions</a:t>
            </a:r>
            <a:r>
              <a:rPr lang="en" sz="1100">
                <a:solidFill>
                  <a:srgbClr val="FAF7E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endParaRPr sz="1100">
              <a:solidFill>
                <a:srgbClr val="FAF7E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78" name="Google Shape;478;p46"/>
          <p:cNvSpPr/>
          <p:nvPr/>
        </p:nvSpPr>
        <p:spPr>
          <a:xfrm>
            <a:off x="5495449" y="4079950"/>
            <a:ext cx="3060300" cy="3924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It Works</a:t>
            </a:r>
            <a:endParaRPr sz="1100">
              <a:solidFill>
                <a:schemeClr val="lt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79" name="Google Shape;479;p46"/>
          <p:cNvSpPr/>
          <p:nvPr/>
        </p:nvSpPr>
        <p:spPr>
          <a:xfrm>
            <a:off x="5495449" y="3687550"/>
            <a:ext cx="3060300" cy="392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We Use Components to Manipulate Physics</a:t>
            </a:r>
            <a:endParaRPr sz="1100">
              <a:solidFill>
                <a:schemeClr val="lt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480" name="Google Shape;480;p46"/>
          <p:cNvCxnSpPr/>
          <p:nvPr/>
        </p:nvCxnSpPr>
        <p:spPr>
          <a:xfrm flipH="1" rot="10800000">
            <a:off x="5007928" y="3892750"/>
            <a:ext cx="531300" cy="2400"/>
          </a:xfrm>
          <a:prstGeom prst="straightConnector1">
            <a:avLst/>
          </a:prstGeom>
          <a:noFill/>
          <a:ln cap="flat" cmpd="sng" w="9525">
            <a:solidFill>
              <a:srgbClr val="E2555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46"/>
          <p:cNvCxnSpPr/>
          <p:nvPr/>
        </p:nvCxnSpPr>
        <p:spPr>
          <a:xfrm flipH="1" rot="10800000">
            <a:off x="5007928" y="3511750"/>
            <a:ext cx="531300" cy="2400"/>
          </a:xfrm>
          <a:prstGeom prst="straightConnector1">
            <a:avLst/>
          </a:prstGeom>
          <a:noFill/>
          <a:ln cap="flat" cmpd="sng" w="9525">
            <a:solidFill>
              <a:srgbClr val="A7486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" name="Google Shape;482;p46"/>
          <p:cNvCxnSpPr/>
          <p:nvPr/>
        </p:nvCxnSpPr>
        <p:spPr>
          <a:xfrm flipH="1" rot="10800000">
            <a:off x="5007928" y="3130750"/>
            <a:ext cx="531300" cy="2400"/>
          </a:xfrm>
          <a:prstGeom prst="straightConnector1">
            <a:avLst/>
          </a:prstGeom>
          <a:noFill/>
          <a:ln cap="flat" cmpd="sng" w="9525">
            <a:solidFill>
              <a:srgbClr val="A61C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3" name="Google Shape;483;p46"/>
          <p:cNvCxnSpPr/>
          <p:nvPr/>
        </p:nvCxnSpPr>
        <p:spPr>
          <a:xfrm flipH="1" rot="10800000">
            <a:off x="5007928" y="2749750"/>
            <a:ext cx="531300" cy="2400"/>
          </a:xfrm>
          <a:prstGeom prst="straightConnector1">
            <a:avLst/>
          </a:prstGeom>
          <a:noFill/>
          <a:ln cap="flat" cmpd="sng" w="9525">
            <a:solidFill>
              <a:srgbClr val="351C7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46"/>
          <p:cNvCxnSpPr/>
          <p:nvPr/>
        </p:nvCxnSpPr>
        <p:spPr>
          <a:xfrm flipH="1" rot="10800000">
            <a:off x="5007928" y="2368750"/>
            <a:ext cx="531300" cy="2400"/>
          </a:xfrm>
          <a:prstGeom prst="straightConnector1">
            <a:avLst/>
          </a:prstGeom>
          <a:noFill/>
          <a:ln cap="flat" cmpd="sng" w="9525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46"/>
          <p:cNvCxnSpPr/>
          <p:nvPr/>
        </p:nvCxnSpPr>
        <p:spPr>
          <a:xfrm flipH="1" rot="10800000">
            <a:off x="5007928" y="1987750"/>
            <a:ext cx="531300" cy="2400"/>
          </a:xfrm>
          <a:prstGeom prst="straightConnector1">
            <a:avLst/>
          </a:prstGeom>
          <a:noFill/>
          <a:ln cap="flat" cmpd="sng" w="9525">
            <a:solidFill>
              <a:srgbClr val="0B53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" name="Google Shape;486;p46"/>
          <p:cNvCxnSpPr/>
          <p:nvPr/>
        </p:nvCxnSpPr>
        <p:spPr>
          <a:xfrm flipH="1" rot="10800000">
            <a:off x="5007928" y="1606750"/>
            <a:ext cx="531300" cy="2400"/>
          </a:xfrm>
          <a:prstGeom prst="straightConnector1">
            <a:avLst/>
          </a:prstGeom>
          <a:noFill/>
          <a:ln cap="flat" cmpd="sng" w="9525">
            <a:solidFill>
              <a:srgbClr val="2F6CC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" name="Google Shape;487;p46"/>
          <p:cNvCxnSpPr>
            <a:stCxn id="488" idx="3"/>
            <a:endCxn id="473" idx="1"/>
          </p:cNvCxnSpPr>
          <p:nvPr/>
        </p:nvCxnSpPr>
        <p:spPr>
          <a:xfrm>
            <a:off x="5051472" y="1214075"/>
            <a:ext cx="444000" cy="0"/>
          </a:xfrm>
          <a:prstGeom prst="straightConnector1">
            <a:avLst/>
          </a:prstGeom>
          <a:noFill/>
          <a:ln cap="flat" cmpd="sng" w="9525">
            <a:solidFill>
              <a:srgbClr val="8EAFD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9" name="Google Shape;489;p46"/>
          <p:cNvCxnSpPr/>
          <p:nvPr/>
        </p:nvCxnSpPr>
        <p:spPr>
          <a:xfrm flipH="1" rot="10800000">
            <a:off x="2156738" y="4273750"/>
            <a:ext cx="925500" cy="383400"/>
          </a:xfrm>
          <a:prstGeom prst="straightConnector1">
            <a:avLst/>
          </a:prstGeom>
          <a:noFill/>
          <a:ln cap="flat" cmpd="sng" w="9525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0" name="Google Shape;490;p46"/>
          <p:cNvSpPr/>
          <p:nvPr/>
        </p:nvSpPr>
        <p:spPr>
          <a:xfrm>
            <a:off x="3057072" y="1779875"/>
            <a:ext cx="1994400" cy="3924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AF7E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Instructions, Registers</a:t>
            </a:r>
            <a:endParaRPr/>
          </a:p>
        </p:txBody>
      </p:sp>
      <p:sp>
        <p:nvSpPr>
          <p:cNvPr id="491" name="Google Shape;491;p46"/>
          <p:cNvSpPr/>
          <p:nvPr/>
        </p:nvSpPr>
        <p:spPr>
          <a:xfrm>
            <a:off x="3057072" y="1398875"/>
            <a:ext cx="1994400" cy="392400"/>
          </a:xfrm>
          <a:prstGeom prst="rect">
            <a:avLst/>
          </a:prstGeom>
          <a:solidFill>
            <a:srgbClr val="2F6CC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AF7E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Device Drivers</a:t>
            </a:r>
            <a:endParaRPr/>
          </a:p>
        </p:txBody>
      </p:sp>
      <p:sp>
        <p:nvSpPr>
          <p:cNvPr id="488" name="Google Shape;488;p46"/>
          <p:cNvSpPr/>
          <p:nvPr/>
        </p:nvSpPr>
        <p:spPr>
          <a:xfrm>
            <a:off x="3057072" y="1017875"/>
            <a:ext cx="1994400" cy="392400"/>
          </a:xfrm>
          <a:prstGeom prst="rect">
            <a:avLst/>
          </a:prstGeom>
          <a:solidFill>
            <a:srgbClr val="2F6CC0">
              <a:alpha val="53630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Programs</a:t>
            </a:r>
            <a:endParaRPr sz="1100">
              <a:solidFill>
                <a:schemeClr val="lt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92" name="Google Shape;492;p46"/>
          <p:cNvSpPr/>
          <p:nvPr/>
        </p:nvSpPr>
        <p:spPr>
          <a:xfrm>
            <a:off x="3057072" y="2541875"/>
            <a:ext cx="1994400" cy="392400"/>
          </a:xfrm>
          <a:prstGeom prst="rect">
            <a:avLst/>
          </a:prstGeom>
          <a:solidFill>
            <a:srgbClr val="351C75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Adders, Memories</a:t>
            </a:r>
            <a:endParaRPr sz="1100">
              <a:solidFill>
                <a:schemeClr val="lt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93" name="Google Shape;493;p46"/>
          <p:cNvSpPr/>
          <p:nvPr/>
        </p:nvSpPr>
        <p:spPr>
          <a:xfrm>
            <a:off x="3057072" y="2922875"/>
            <a:ext cx="1994400" cy="392400"/>
          </a:xfrm>
          <a:prstGeom prst="rect">
            <a:avLst/>
          </a:prstGeom>
          <a:solidFill>
            <a:srgbClr val="A61C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AND, NOT Gates</a:t>
            </a:r>
            <a:endParaRPr sz="1100">
              <a:solidFill>
                <a:schemeClr val="lt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94" name="Google Shape;494;p46"/>
          <p:cNvSpPr/>
          <p:nvPr/>
        </p:nvSpPr>
        <p:spPr>
          <a:xfrm>
            <a:off x="3057055" y="3295150"/>
            <a:ext cx="1994400" cy="392400"/>
          </a:xfrm>
          <a:prstGeom prst="rect">
            <a:avLst/>
          </a:prstGeom>
          <a:solidFill>
            <a:srgbClr val="A74868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Amplifiers, Filters</a:t>
            </a:r>
            <a:endParaRPr sz="1100">
              <a:solidFill>
                <a:schemeClr val="lt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95" name="Google Shape;495;p46"/>
          <p:cNvSpPr/>
          <p:nvPr/>
        </p:nvSpPr>
        <p:spPr>
          <a:xfrm>
            <a:off x="3057055" y="2156513"/>
            <a:ext cx="1994400" cy="392400"/>
          </a:xfrm>
          <a:prstGeom prst="rect">
            <a:avLst/>
          </a:prstGeom>
          <a:solidFill>
            <a:srgbClr val="07376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AF7E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Datapaths, Controllers</a:t>
            </a:r>
            <a:endParaRPr sz="1100">
              <a:solidFill>
                <a:srgbClr val="FAF7E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96" name="Google Shape;496;p46"/>
          <p:cNvSpPr/>
          <p:nvPr/>
        </p:nvSpPr>
        <p:spPr>
          <a:xfrm>
            <a:off x="3057055" y="4079950"/>
            <a:ext cx="1994400" cy="3924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Electrons</a:t>
            </a:r>
            <a:endParaRPr sz="1100">
              <a:solidFill>
                <a:schemeClr val="lt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97" name="Google Shape;497;p46"/>
          <p:cNvSpPr/>
          <p:nvPr/>
        </p:nvSpPr>
        <p:spPr>
          <a:xfrm>
            <a:off x="3057055" y="3687550"/>
            <a:ext cx="1994400" cy="392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Transistors, Diodes</a:t>
            </a:r>
            <a:endParaRPr sz="1100">
              <a:solidFill>
                <a:schemeClr val="lt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498" name="Google Shape;498;p46"/>
          <p:cNvCxnSpPr/>
          <p:nvPr/>
        </p:nvCxnSpPr>
        <p:spPr>
          <a:xfrm flipH="1" rot="10800000">
            <a:off x="2156738" y="3892750"/>
            <a:ext cx="925500" cy="372000"/>
          </a:xfrm>
          <a:prstGeom prst="straightConnector1">
            <a:avLst/>
          </a:prstGeom>
          <a:noFill/>
          <a:ln cap="flat" cmpd="sng" w="9525">
            <a:solidFill>
              <a:srgbClr val="E2555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9" name="Google Shape;499;p46"/>
          <p:cNvCxnSpPr/>
          <p:nvPr/>
        </p:nvCxnSpPr>
        <p:spPr>
          <a:xfrm flipH="1" rot="10800000">
            <a:off x="2156738" y="3511750"/>
            <a:ext cx="925500" cy="360600"/>
          </a:xfrm>
          <a:prstGeom prst="straightConnector1">
            <a:avLst/>
          </a:prstGeom>
          <a:noFill/>
          <a:ln cap="flat" cmpd="sng" w="9525">
            <a:solidFill>
              <a:srgbClr val="A7486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0" name="Google Shape;500;p46"/>
          <p:cNvCxnSpPr/>
          <p:nvPr/>
        </p:nvCxnSpPr>
        <p:spPr>
          <a:xfrm flipH="1" rot="10800000">
            <a:off x="2156750" y="3130775"/>
            <a:ext cx="925500" cy="369300"/>
          </a:xfrm>
          <a:prstGeom prst="straightConnector1">
            <a:avLst/>
          </a:prstGeom>
          <a:noFill/>
          <a:ln cap="flat" cmpd="sng" w="9525">
            <a:solidFill>
              <a:srgbClr val="A61C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" name="Google Shape;501;p46"/>
          <p:cNvCxnSpPr/>
          <p:nvPr/>
        </p:nvCxnSpPr>
        <p:spPr>
          <a:xfrm flipH="1" rot="10800000">
            <a:off x="2156750" y="2749775"/>
            <a:ext cx="925500" cy="369300"/>
          </a:xfrm>
          <a:prstGeom prst="straightConnector1">
            <a:avLst/>
          </a:prstGeom>
          <a:noFill/>
          <a:ln cap="flat" cmpd="sng" w="9525">
            <a:solidFill>
              <a:srgbClr val="351C7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" name="Google Shape;502;p46"/>
          <p:cNvCxnSpPr/>
          <p:nvPr/>
        </p:nvCxnSpPr>
        <p:spPr>
          <a:xfrm flipH="1" rot="10800000">
            <a:off x="2156738" y="2368613"/>
            <a:ext cx="925500" cy="365100"/>
          </a:xfrm>
          <a:prstGeom prst="straightConnector1">
            <a:avLst/>
          </a:prstGeom>
          <a:noFill/>
          <a:ln cap="flat" cmpd="sng" w="9525">
            <a:solidFill>
              <a:srgbClr val="07376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46"/>
          <p:cNvCxnSpPr/>
          <p:nvPr/>
        </p:nvCxnSpPr>
        <p:spPr>
          <a:xfrm flipH="1" rot="10800000">
            <a:off x="2156750" y="1987775"/>
            <a:ext cx="925500" cy="369300"/>
          </a:xfrm>
          <a:prstGeom prst="straightConnector1">
            <a:avLst/>
          </a:prstGeom>
          <a:noFill/>
          <a:ln cap="flat" cmpd="sng" w="9525">
            <a:solidFill>
              <a:srgbClr val="0B539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" name="Google Shape;504;p46"/>
          <p:cNvCxnSpPr/>
          <p:nvPr/>
        </p:nvCxnSpPr>
        <p:spPr>
          <a:xfrm flipH="1" rot="10800000">
            <a:off x="2156750" y="1606775"/>
            <a:ext cx="925500" cy="369300"/>
          </a:xfrm>
          <a:prstGeom prst="straightConnector1">
            <a:avLst/>
          </a:prstGeom>
          <a:noFill/>
          <a:ln cap="flat" cmpd="sng" w="9525">
            <a:solidFill>
              <a:srgbClr val="2F6CC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46"/>
          <p:cNvCxnSpPr>
            <a:endCxn id="488" idx="1"/>
          </p:cNvCxnSpPr>
          <p:nvPr/>
        </p:nvCxnSpPr>
        <p:spPr>
          <a:xfrm flipH="1" rot="10800000">
            <a:off x="2156772" y="1214075"/>
            <a:ext cx="900300" cy="381000"/>
          </a:xfrm>
          <a:prstGeom prst="straightConnector1">
            <a:avLst/>
          </a:prstGeom>
          <a:noFill/>
          <a:ln cap="flat" cmpd="sng" w="9525">
            <a:solidFill>
              <a:srgbClr val="8DACD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6" name="Google Shape;506;p46"/>
          <p:cNvSpPr txBox="1"/>
          <p:nvPr>
            <p:ph type="title"/>
          </p:nvPr>
        </p:nvSpPr>
        <p:spPr>
          <a:xfrm>
            <a:off x="504825" y="534675"/>
            <a:ext cx="8134500" cy="3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Levels At Which Engineering Principles Can Be Performed</a:t>
            </a:r>
            <a:endParaRPr sz="2200">
              <a:solidFill>
                <a:schemeClr val="lt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cxnSp>
        <p:nvCxnSpPr>
          <p:cNvPr id="507" name="Google Shape;507;p46"/>
          <p:cNvCxnSpPr/>
          <p:nvPr/>
        </p:nvCxnSpPr>
        <p:spPr>
          <a:xfrm flipH="1" rot="10800000">
            <a:off x="8825350" y="1162900"/>
            <a:ext cx="15000" cy="3332400"/>
          </a:xfrm>
          <a:prstGeom prst="straightConnector1">
            <a:avLst/>
          </a:prstGeom>
          <a:noFill/>
          <a:ln cap="flat" cmpd="sng" w="76200">
            <a:solidFill>
              <a:srgbClr val="8EAFDC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7"/>
          <p:cNvSpPr/>
          <p:nvPr/>
        </p:nvSpPr>
        <p:spPr>
          <a:xfrm rot="10800000">
            <a:off x="1124030" y="0"/>
            <a:ext cx="6895940" cy="2327394"/>
          </a:xfrm>
          <a:custGeom>
            <a:rect b="b" l="l" r="r" t="t"/>
            <a:pathLst>
              <a:path extrusionOk="0" h="3103192" w="9194586">
                <a:moveTo>
                  <a:pt x="191594" y="838586"/>
                </a:moveTo>
                <a:cubicBezTo>
                  <a:pt x="180560" y="838586"/>
                  <a:pt x="170570" y="834113"/>
                  <a:pt x="163338" y="826881"/>
                </a:cubicBezTo>
                <a:lnTo>
                  <a:pt x="152955" y="801815"/>
                </a:lnTo>
                <a:lnTo>
                  <a:pt x="0" y="800790"/>
                </a:lnTo>
                <a:lnTo>
                  <a:pt x="0" y="793927"/>
                </a:lnTo>
                <a:lnTo>
                  <a:pt x="29" y="793899"/>
                </a:lnTo>
                <a:lnTo>
                  <a:pt x="153159" y="794945"/>
                </a:lnTo>
                <a:lnTo>
                  <a:pt x="163338" y="770370"/>
                </a:lnTo>
                <a:cubicBezTo>
                  <a:pt x="170570" y="763139"/>
                  <a:pt x="180560" y="758666"/>
                  <a:pt x="191594" y="758666"/>
                </a:cubicBezTo>
                <a:cubicBezTo>
                  <a:pt x="213663" y="758666"/>
                  <a:pt x="231553" y="776556"/>
                  <a:pt x="231553" y="798626"/>
                </a:cubicBezTo>
                <a:cubicBezTo>
                  <a:pt x="231553" y="820695"/>
                  <a:pt x="213663" y="838586"/>
                  <a:pt x="191594" y="838586"/>
                </a:cubicBezTo>
                <a:close/>
                <a:moveTo>
                  <a:pt x="9002992" y="838587"/>
                </a:moveTo>
                <a:cubicBezTo>
                  <a:pt x="8980922" y="838587"/>
                  <a:pt x="8963032" y="820696"/>
                  <a:pt x="8963032" y="798627"/>
                </a:cubicBezTo>
                <a:cubicBezTo>
                  <a:pt x="8963032" y="776557"/>
                  <a:pt x="8980922" y="758667"/>
                  <a:pt x="9002992" y="758667"/>
                </a:cubicBezTo>
                <a:cubicBezTo>
                  <a:pt x="9014026" y="758667"/>
                  <a:pt x="9024016" y="763141"/>
                  <a:pt x="9031248" y="770371"/>
                </a:cubicBezTo>
                <a:lnTo>
                  <a:pt x="9041427" y="794946"/>
                </a:lnTo>
                <a:lnTo>
                  <a:pt x="9194556" y="793900"/>
                </a:lnTo>
                <a:lnTo>
                  <a:pt x="9194586" y="793928"/>
                </a:lnTo>
                <a:lnTo>
                  <a:pt x="9194586" y="800792"/>
                </a:lnTo>
                <a:lnTo>
                  <a:pt x="9041630" y="801816"/>
                </a:lnTo>
                <a:lnTo>
                  <a:pt x="9031248" y="826883"/>
                </a:lnTo>
                <a:cubicBezTo>
                  <a:pt x="9024016" y="834114"/>
                  <a:pt x="9014026" y="838587"/>
                  <a:pt x="9002992" y="838587"/>
                </a:cubicBezTo>
                <a:close/>
                <a:moveTo>
                  <a:pt x="29" y="986605"/>
                </a:moveTo>
                <a:lnTo>
                  <a:pt x="29" y="979769"/>
                </a:lnTo>
                <a:lnTo>
                  <a:pt x="29" y="979711"/>
                </a:lnTo>
                <a:cubicBezTo>
                  <a:pt x="82086" y="978887"/>
                  <a:pt x="163999" y="977661"/>
                  <a:pt x="245456" y="975867"/>
                </a:cubicBezTo>
                <a:cubicBezTo>
                  <a:pt x="317941" y="898911"/>
                  <a:pt x="394187" y="823461"/>
                  <a:pt x="467926" y="750492"/>
                </a:cubicBezTo>
                <a:lnTo>
                  <a:pt x="598499" y="619753"/>
                </a:lnTo>
                <a:lnTo>
                  <a:pt x="588201" y="594897"/>
                </a:lnTo>
                <a:cubicBezTo>
                  <a:pt x="588201" y="584672"/>
                  <a:pt x="592103" y="574447"/>
                  <a:pt x="599907" y="566644"/>
                </a:cubicBezTo>
                <a:cubicBezTo>
                  <a:pt x="615515" y="551035"/>
                  <a:pt x="640807" y="551035"/>
                  <a:pt x="656415" y="566644"/>
                </a:cubicBezTo>
                <a:cubicBezTo>
                  <a:pt x="672023" y="582251"/>
                  <a:pt x="672023" y="607543"/>
                  <a:pt x="656415" y="623150"/>
                </a:cubicBezTo>
                <a:cubicBezTo>
                  <a:pt x="648611" y="630955"/>
                  <a:pt x="638385" y="634858"/>
                  <a:pt x="628161" y="634858"/>
                </a:cubicBezTo>
                <a:lnTo>
                  <a:pt x="603360" y="624582"/>
                </a:lnTo>
                <a:lnTo>
                  <a:pt x="472739" y="755391"/>
                </a:lnTo>
                <a:cubicBezTo>
                  <a:pt x="398716" y="828646"/>
                  <a:pt x="322157" y="904407"/>
                  <a:pt x="249471" y="981649"/>
                </a:cubicBezTo>
                <a:lnTo>
                  <a:pt x="248475" y="982703"/>
                </a:lnTo>
                <a:lnTo>
                  <a:pt x="247051" y="982703"/>
                </a:lnTo>
                <a:cubicBezTo>
                  <a:pt x="165051" y="984554"/>
                  <a:pt x="82597" y="985779"/>
                  <a:pt x="29" y="986605"/>
                </a:cubicBezTo>
                <a:close/>
                <a:moveTo>
                  <a:pt x="9194556" y="986606"/>
                </a:moveTo>
                <a:cubicBezTo>
                  <a:pt x="9111988" y="985780"/>
                  <a:pt x="9029534" y="984555"/>
                  <a:pt x="8947534" y="982705"/>
                </a:cubicBezTo>
                <a:lnTo>
                  <a:pt x="8946111" y="982705"/>
                </a:lnTo>
                <a:lnTo>
                  <a:pt x="8945114" y="981650"/>
                </a:lnTo>
                <a:cubicBezTo>
                  <a:pt x="8872429" y="904408"/>
                  <a:pt x="8795870" y="828647"/>
                  <a:pt x="8721847" y="755392"/>
                </a:cubicBezTo>
                <a:lnTo>
                  <a:pt x="8591226" y="624583"/>
                </a:lnTo>
                <a:lnTo>
                  <a:pt x="8566425" y="634859"/>
                </a:lnTo>
                <a:cubicBezTo>
                  <a:pt x="8556200" y="634859"/>
                  <a:pt x="8545975" y="630956"/>
                  <a:pt x="8538170" y="623152"/>
                </a:cubicBezTo>
                <a:cubicBezTo>
                  <a:pt x="8522563" y="607544"/>
                  <a:pt x="8522563" y="582252"/>
                  <a:pt x="8538170" y="566645"/>
                </a:cubicBezTo>
                <a:cubicBezTo>
                  <a:pt x="8553779" y="551037"/>
                  <a:pt x="8579071" y="551037"/>
                  <a:pt x="8594679" y="566645"/>
                </a:cubicBezTo>
                <a:cubicBezTo>
                  <a:pt x="8602483" y="574449"/>
                  <a:pt x="8606385" y="584673"/>
                  <a:pt x="8606385" y="594898"/>
                </a:cubicBezTo>
                <a:lnTo>
                  <a:pt x="8596086" y="619754"/>
                </a:lnTo>
                <a:lnTo>
                  <a:pt x="8726660" y="750493"/>
                </a:lnTo>
                <a:cubicBezTo>
                  <a:pt x="8800398" y="823462"/>
                  <a:pt x="8876645" y="898912"/>
                  <a:pt x="8949130" y="975868"/>
                </a:cubicBezTo>
                <a:cubicBezTo>
                  <a:pt x="9030587" y="977662"/>
                  <a:pt x="9112500" y="978888"/>
                  <a:pt x="9194556" y="979713"/>
                </a:cubicBezTo>
                <a:lnTo>
                  <a:pt x="9194556" y="979770"/>
                </a:lnTo>
                <a:close/>
                <a:moveTo>
                  <a:pt x="1383550" y="1080935"/>
                </a:moveTo>
                <a:cubicBezTo>
                  <a:pt x="1370934" y="1080935"/>
                  <a:pt x="1358316" y="1076122"/>
                  <a:pt x="1348690" y="1066495"/>
                </a:cubicBezTo>
                <a:cubicBezTo>
                  <a:pt x="1329436" y="1047242"/>
                  <a:pt x="1329436" y="1016026"/>
                  <a:pt x="1348690" y="996773"/>
                </a:cubicBezTo>
                <a:cubicBezTo>
                  <a:pt x="1367943" y="977518"/>
                  <a:pt x="1399159" y="977518"/>
                  <a:pt x="1418412" y="996773"/>
                </a:cubicBezTo>
                <a:cubicBezTo>
                  <a:pt x="1437666" y="1016026"/>
                  <a:pt x="1437666" y="1047242"/>
                  <a:pt x="1418412" y="1066495"/>
                </a:cubicBezTo>
                <a:cubicBezTo>
                  <a:pt x="1408785" y="1076122"/>
                  <a:pt x="1396168" y="1080935"/>
                  <a:pt x="1383550" y="1080935"/>
                </a:cubicBezTo>
                <a:close/>
                <a:moveTo>
                  <a:pt x="7811035" y="1080936"/>
                </a:moveTo>
                <a:cubicBezTo>
                  <a:pt x="7798417" y="1080936"/>
                  <a:pt x="7785801" y="1076123"/>
                  <a:pt x="7776174" y="1066496"/>
                </a:cubicBezTo>
                <a:cubicBezTo>
                  <a:pt x="7756919" y="1047243"/>
                  <a:pt x="7756919" y="1016027"/>
                  <a:pt x="7776174" y="996774"/>
                </a:cubicBezTo>
                <a:cubicBezTo>
                  <a:pt x="7795427" y="977520"/>
                  <a:pt x="7826642" y="977520"/>
                  <a:pt x="7845896" y="996774"/>
                </a:cubicBezTo>
                <a:cubicBezTo>
                  <a:pt x="7865150" y="1016027"/>
                  <a:pt x="7865150" y="1047243"/>
                  <a:pt x="7845896" y="1066496"/>
                </a:cubicBezTo>
                <a:cubicBezTo>
                  <a:pt x="7836270" y="1076123"/>
                  <a:pt x="7823652" y="1080936"/>
                  <a:pt x="7811035" y="1080936"/>
                </a:cubicBezTo>
                <a:close/>
                <a:moveTo>
                  <a:pt x="1145044" y="1319442"/>
                </a:moveTo>
                <a:cubicBezTo>
                  <a:pt x="1132427" y="1319442"/>
                  <a:pt x="1119809" y="1314629"/>
                  <a:pt x="1110183" y="1305002"/>
                </a:cubicBezTo>
                <a:cubicBezTo>
                  <a:pt x="1090929" y="1285749"/>
                  <a:pt x="1090929" y="1254533"/>
                  <a:pt x="1110183" y="1235280"/>
                </a:cubicBezTo>
                <a:cubicBezTo>
                  <a:pt x="1129436" y="1216025"/>
                  <a:pt x="1160652" y="1216025"/>
                  <a:pt x="1179905" y="1235280"/>
                </a:cubicBezTo>
                <a:cubicBezTo>
                  <a:pt x="1199160" y="1254533"/>
                  <a:pt x="1199160" y="1285749"/>
                  <a:pt x="1179905" y="1305002"/>
                </a:cubicBezTo>
                <a:cubicBezTo>
                  <a:pt x="1170278" y="1314629"/>
                  <a:pt x="1157661" y="1319442"/>
                  <a:pt x="1145044" y="1319442"/>
                </a:cubicBezTo>
                <a:close/>
                <a:moveTo>
                  <a:pt x="8049542" y="1319443"/>
                </a:moveTo>
                <a:cubicBezTo>
                  <a:pt x="8036924" y="1319443"/>
                  <a:pt x="8024307" y="1314630"/>
                  <a:pt x="8014680" y="1305003"/>
                </a:cubicBezTo>
                <a:cubicBezTo>
                  <a:pt x="7995426" y="1285750"/>
                  <a:pt x="7995426" y="1254534"/>
                  <a:pt x="8014680" y="1235281"/>
                </a:cubicBezTo>
                <a:cubicBezTo>
                  <a:pt x="8033933" y="1216026"/>
                  <a:pt x="8065149" y="1216026"/>
                  <a:pt x="8084402" y="1235281"/>
                </a:cubicBezTo>
                <a:cubicBezTo>
                  <a:pt x="8103657" y="1254534"/>
                  <a:pt x="8103657" y="1285750"/>
                  <a:pt x="8084402" y="1305003"/>
                </a:cubicBezTo>
                <a:cubicBezTo>
                  <a:pt x="8074776" y="1314630"/>
                  <a:pt x="8062158" y="1319443"/>
                  <a:pt x="8049542" y="1319443"/>
                </a:cubicBezTo>
                <a:close/>
                <a:moveTo>
                  <a:pt x="115037" y="1348095"/>
                </a:moveTo>
                <a:lnTo>
                  <a:pt x="57" y="1348095"/>
                </a:lnTo>
                <a:lnTo>
                  <a:pt x="57" y="1330949"/>
                </a:lnTo>
                <a:lnTo>
                  <a:pt x="107775" y="1330949"/>
                </a:lnTo>
                <a:cubicBezTo>
                  <a:pt x="277469" y="1156469"/>
                  <a:pt x="452887" y="982305"/>
                  <a:pt x="622551" y="813863"/>
                </a:cubicBezTo>
                <a:lnTo>
                  <a:pt x="906310" y="531003"/>
                </a:lnTo>
                <a:lnTo>
                  <a:pt x="898622" y="512442"/>
                </a:lnTo>
                <a:cubicBezTo>
                  <a:pt x="898622" y="490372"/>
                  <a:pt x="916514" y="472483"/>
                  <a:pt x="938582" y="472483"/>
                </a:cubicBezTo>
                <a:cubicBezTo>
                  <a:pt x="960652" y="472483"/>
                  <a:pt x="978542" y="490372"/>
                  <a:pt x="978542" y="512442"/>
                </a:cubicBezTo>
                <a:cubicBezTo>
                  <a:pt x="978542" y="534511"/>
                  <a:pt x="960652" y="552402"/>
                  <a:pt x="938582" y="552402"/>
                </a:cubicBezTo>
                <a:lnTo>
                  <a:pt x="917789" y="543790"/>
                </a:lnTo>
                <a:lnTo>
                  <a:pt x="634657" y="826054"/>
                </a:lnTo>
                <a:cubicBezTo>
                  <a:pt x="464193" y="995293"/>
                  <a:pt x="287949" y="1170255"/>
                  <a:pt x="117572" y="1345503"/>
                </a:cubicBezTo>
                <a:close/>
                <a:moveTo>
                  <a:pt x="9194529" y="1348096"/>
                </a:moveTo>
                <a:lnTo>
                  <a:pt x="9079549" y="1348096"/>
                </a:lnTo>
                <a:lnTo>
                  <a:pt x="9077014" y="1345505"/>
                </a:lnTo>
                <a:cubicBezTo>
                  <a:pt x="8906636" y="1170256"/>
                  <a:pt x="8730393" y="995294"/>
                  <a:pt x="8559928" y="826055"/>
                </a:cubicBezTo>
                <a:lnTo>
                  <a:pt x="8276797" y="543791"/>
                </a:lnTo>
                <a:lnTo>
                  <a:pt x="8256003" y="552404"/>
                </a:lnTo>
                <a:cubicBezTo>
                  <a:pt x="8233934" y="552404"/>
                  <a:pt x="8216044" y="534512"/>
                  <a:pt x="8216044" y="512443"/>
                </a:cubicBezTo>
                <a:cubicBezTo>
                  <a:pt x="8216044" y="490374"/>
                  <a:pt x="8233934" y="472484"/>
                  <a:pt x="8256003" y="472484"/>
                </a:cubicBezTo>
                <a:cubicBezTo>
                  <a:pt x="8278071" y="472484"/>
                  <a:pt x="8295964" y="490374"/>
                  <a:pt x="8295964" y="512443"/>
                </a:cubicBezTo>
                <a:lnTo>
                  <a:pt x="8288276" y="531004"/>
                </a:lnTo>
                <a:lnTo>
                  <a:pt x="8572034" y="813865"/>
                </a:lnTo>
                <a:cubicBezTo>
                  <a:pt x="8741699" y="982306"/>
                  <a:pt x="8917117" y="1156470"/>
                  <a:pt x="9086811" y="1330950"/>
                </a:cubicBezTo>
                <a:lnTo>
                  <a:pt x="9194529" y="1330950"/>
                </a:lnTo>
                <a:close/>
                <a:moveTo>
                  <a:pt x="153716" y="1537926"/>
                </a:moveTo>
                <a:lnTo>
                  <a:pt x="150127" y="1537926"/>
                </a:lnTo>
                <a:cubicBezTo>
                  <a:pt x="100227" y="1537926"/>
                  <a:pt x="50185" y="1537926"/>
                  <a:pt x="29" y="1537926"/>
                </a:cubicBezTo>
                <a:lnTo>
                  <a:pt x="29" y="1520780"/>
                </a:lnTo>
                <a:cubicBezTo>
                  <a:pt x="48989" y="1520780"/>
                  <a:pt x="97834" y="1520780"/>
                  <a:pt x="146539" y="1520780"/>
                </a:cubicBezTo>
                <a:cubicBezTo>
                  <a:pt x="302647" y="1362764"/>
                  <a:pt x="462286" y="1204092"/>
                  <a:pt x="616714" y="1050662"/>
                </a:cubicBezTo>
                <a:cubicBezTo>
                  <a:pt x="771911" y="896405"/>
                  <a:pt x="932405" y="736907"/>
                  <a:pt x="1089281" y="578093"/>
                </a:cubicBezTo>
                <a:lnTo>
                  <a:pt x="1091789" y="575559"/>
                </a:lnTo>
                <a:lnTo>
                  <a:pt x="1095376" y="575559"/>
                </a:lnTo>
                <a:cubicBezTo>
                  <a:pt x="1314402" y="575559"/>
                  <a:pt x="1537149" y="575559"/>
                  <a:pt x="1760873" y="575413"/>
                </a:cubicBezTo>
                <a:lnTo>
                  <a:pt x="2394975" y="574447"/>
                </a:lnTo>
                <a:lnTo>
                  <a:pt x="2406708" y="552250"/>
                </a:lnTo>
                <a:cubicBezTo>
                  <a:pt x="2423704" y="538170"/>
                  <a:pt x="2448894" y="540534"/>
                  <a:pt x="2462974" y="557530"/>
                </a:cubicBezTo>
                <a:cubicBezTo>
                  <a:pt x="2477053" y="574524"/>
                  <a:pt x="2474690" y="599714"/>
                  <a:pt x="2457694" y="613794"/>
                </a:cubicBezTo>
                <a:cubicBezTo>
                  <a:pt x="2440699" y="627874"/>
                  <a:pt x="2415509" y="625510"/>
                  <a:pt x="2401430" y="608515"/>
                </a:cubicBezTo>
                <a:lnTo>
                  <a:pt x="2396211" y="591592"/>
                </a:lnTo>
                <a:lnTo>
                  <a:pt x="1762737" y="592559"/>
                </a:lnTo>
                <a:cubicBezTo>
                  <a:pt x="1539605" y="592705"/>
                  <a:pt x="1317435" y="592705"/>
                  <a:pt x="1098966" y="592705"/>
                </a:cubicBezTo>
                <a:cubicBezTo>
                  <a:pt x="942858" y="750722"/>
                  <a:pt x="783218" y="909392"/>
                  <a:pt x="628791" y="1062823"/>
                </a:cubicBezTo>
                <a:cubicBezTo>
                  <a:pt x="473593" y="1217079"/>
                  <a:pt x="313099" y="1376577"/>
                  <a:pt x="156223" y="1535391"/>
                </a:cubicBezTo>
                <a:close/>
                <a:moveTo>
                  <a:pt x="9194556" y="1537927"/>
                </a:moveTo>
                <a:cubicBezTo>
                  <a:pt x="9144400" y="1537927"/>
                  <a:pt x="9094359" y="1537927"/>
                  <a:pt x="9044459" y="1537927"/>
                </a:cubicBezTo>
                <a:lnTo>
                  <a:pt x="9040870" y="1537927"/>
                </a:lnTo>
                <a:lnTo>
                  <a:pt x="9038362" y="1535392"/>
                </a:lnTo>
                <a:cubicBezTo>
                  <a:pt x="8881486" y="1376578"/>
                  <a:pt x="8720993" y="1217081"/>
                  <a:pt x="8565795" y="1062824"/>
                </a:cubicBezTo>
                <a:cubicBezTo>
                  <a:pt x="8411367" y="909393"/>
                  <a:pt x="8251728" y="750723"/>
                  <a:pt x="8095620" y="592707"/>
                </a:cubicBezTo>
                <a:cubicBezTo>
                  <a:pt x="7877151" y="592707"/>
                  <a:pt x="7654981" y="592707"/>
                  <a:pt x="7431848" y="592560"/>
                </a:cubicBezTo>
                <a:lnTo>
                  <a:pt x="6798375" y="591593"/>
                </a:lnTo>
                <a:lnTo>
                  <a:pt x="6793156" y="608516"/>
                </a:lnTo>
                <a:cubicBezTo>
                  <a:pt x="6779077" y="625511"/>
                  <a:pt x="6753887" y="627875"/>
                  <a:pt x="6736892" y="613795"/>
                </a:cubicBezTo>
                <a:cubicBezTo>
                  <a:pt x="6719896" y="599715"/>
                  <a:pt x="6717532" y="574526"/>
                  <a:pt x="6731612" y="557531"/>
                </a:cubicBezTo>
                <a:cubicBezTo>
                  <a:pt x="6745692" y="540535"/>
                  <a:pt x="6770882" y="538171"/>
                  <a:pt x="6787878" y="552251"/>
                </a:cubicBezTo>
                <a:lnTo>
                  <a:pt x="6799611" y="574449"/>
                </a:lnTo>
                <a:lnTo>
                  <a:pt x="7433713" y="575414"/>
                </a:lnTo>
                <a:cubicBezTo>
                  <a:pt x="7657437" y="575561"/>
                  <a:pt x="7880184" y="575561"/>
                  <a:pt x="8099209" y="575561"/>
                </a:cubicBezTo>
                <a:lnTo>
                  <a:pt x="8102796" y="575561"/>
                </a:lnTo>
                <a:lnTo>
                  <a:pt x="8105305" y="578095"/>
                </a:lnTo>
                <a:cubicBezTo>
                  <a:pt x="8262181" y="736908"/>
                  <a:pt x="8422674" y="896406"/>
                  <a:pt x="8577872" y="1050663"/>
                </a:cubicBezTo>
                <a:cubicBezTo>
                  <a:pt x="8732300" y="1204093"/>
                  <a:pt x="8891939" y="1362765"/>
                  <a:pt x="9048047" y="1520781"/>
                </a:cubicBezTo>
                <a:cubicBezTo>
                  <a:pt x="9096752" y="1520781"/>
                  <a:pt x="9145597" y="1520781"/>
                  <a:pt x="9194556" y="1520781"/>
                </a:cubicBezTo>
                <a:close/>
                <a:moveTo>
                  <a:pt x="906539" y="1557947"/>
                </a:moveTo>
                <a:cubicBezTo>
                  <a:pt x="893923" y="1557947"/>
                  <a:pt x="881305" y="1553134"/>
                  <a:pt x="871679" y="1543507"/>
                </a:cubicBezTo>
                <a:cubicBezTo>
                  <a:pt x="852425" y="1524254"/>
                  <a:pt x="852425" y="1493038"/>
                  <a:pt x="871679" y="1473785"/>
                </a:cubicBezTo>
                <a:cubicBezTo>
                  <a:pt x="890932" y="1454531"/>
                  <a:pt x="922148" y="1454531"/>
                  <a:pt x="941401" y="1473785"/>
                </a:cubicBezTo>
                <a:cubicBezTo>
                  <a:pt x="960656" y="1493038"/>
                  <a:pt x="960656" y="1524254"/>
                  <a:pt x="941401" y="1543507"/>
                </a:cubicBezTo>
                <a:cubicBezTo>
                  <a:pt x="931774" y="1553134"/>
                  <a:pt x="919157" y="1557947"/>
                  <a:pt x="906539" y="1557947"/>
                </a:cubicBezTo>
                <a:close/>
                <a:moveTo>
                  <a:pt x="8288046" y="1557948"/>
                </a:moveTo>
                <a:cubicBezTo>
                  <a:pt x="8275428" y="1557948"/>
                  <a:pt x="8262812" y="1553135"/>
                  <a:pt x="8253184" y="1543508"/>
                </a:cubicBezTo>
                <a:cubicBezTo>
                  <a:pt x="8233930" y="1524255"/>
                  <a:pt x="8233930" y="1493039"/>
                  <a:pt x="8253184" y="1473786"/>
                </a:cubicBezTo>
                <a:cubicBezTo>
                  <a:pt x="8272438" y="1454532"/>
                  <a:pt x="8303653" y="1454532"/>
                  <a:pt x="8322906" y="1473786"/>
                </a:cubicBezTo>
                <a:cubicBezTo>
                  <a:pt x="8342161" y="1493039"/>
                  <a:pt x="8342161" y="1524255"/>
                  <a:pt x="8322906" y="1543508"/>
                </a:cubicBezTo>
                <a:cubicBezTo>
                  <a:pt x="8313280" y="1553135"/>
                  <a:pt x="8300663" y="1557948"/>
                  <a:pt x="8288046" y="1557948"/>
                </a:cubicBezTo>
                <a:close/>
                <a:moveTo>
                  <a:pt x="217401" y="1745867"/>
                </a:moveTo>
                <a:lnTo>
                  <a:pt x="3" y="1745867"/>
                </a:lnTo>
                <a:lnTo>
                  <a:pt x="3" y="1739002"/>
                </a:lnTo>
                <a:lnTo>
                  <a:pt x="31" y="1739002"/>
                </a:lnTo>
                <a:lnTo>
                  <a:pt x="214525" y="1739002"/>
                </a:lnTo>
                <a:cubicBezTo>
                  <a:pt x="376927" y="1572758"/>
                  <a:pt x="543972" y="1406681"/>
                  <a:pt x="705549" y="1246073"/>
                </a:cubicBezTo>
                <a:cubicBezTo>
                  <a:pt x="867441" y="1085150"/>
                  <a:pt x="1034826" y="918733"/>
                  <a:pt x="1197514" y="752171"/>
                </a:cubicBezTo>
                <a:lnTo>
                  <a:pt x="1198511" y="751146"/>
                </a:lnTo>
                <a:lnTo>
                  <a:pt x="1199962" y="751146"/>
                </a:lnTo>
                <a:cubicBezTo>
                  <a:pt x="1429468" y="751146"/>
                  <a:pt x="1662876" y="751146"/>
                  <a:pt x="1897711" y="751168"/>
                </a:cubicBezTo>
                <a:lnTo>
                  <a:pt x="2565508" y="751309"/>
                </a:lnTo>
                <a:lnTo>
                  <a:pt x="2575794" y="726482"/>
                </a:lnTo>
                <a:cubicBezTo>
                  <a:pt x="2591403" y="710874"/>
                  <a:pt x="2616695" y="710874"/>
                  <a:pt x="2632303" y="726482"/>
                </a:cubicBezTo>
                <a:cubicBezTo>
                  <a:pt x="2647911" y="742090"/>
                  <a:pt x="2647911" y="767382"/>
                  <a:pt x="2632303" y="782989"/>
                </a:cubicBezTo>
                <a:cubicBezTo>
                  <a:pt x="2616695" y="798599"/>
                  <a:pt x="2591403" y="798599"/>
                  <a:pt x="2575794" y="782989"/>
                </a:cubicBezTo>
                <a:lnTo>
                  <a:pt x="2565513" y="758173"/>
                </a:lnTo>
                <a:lnTo>
                  <a:pt x="1898434" y="758031"/>
                </a:lnTo>
                <a:cubicBezTo>
                  <a:pt x="1663838" y="758010"/>
                  <a:pt x="1430666" y="758010"/>
                  <a:pt x="1201387" y="758010"/>
                </a:cubicBezTo>
                <a:cubicBezTo>
                  <a:pt x="1038985" y="924258"/>
                  <a:pt x="871939" y="1090335"/>
                  <a:pt x="710362" y="1250943"/>
                </a:cubicBezTo>
                <a:cubicBezTo>
                  <a:pt x="548473" y="1411864"/>
                  <a:pt x="381086" y="1578283"/>
                  <a:pt x="218398" y="1744841"/>
                </a:cubicBezTo>
                <a:close/>
                <a:moveTo>
                  <a:pt x="9194583" y="1745868"/>
                </a:moveTo>
                <a:lnTo>
                  <a:pt x="8977184" y="1745868"/>
                </a:lnTo>
                <a:lnTo>
                  <a:pt x="8976188" y="1744842"/>
                </a:lnTo>
                <a:cubicBezTo>
                  <a:pt x="8813500" y="1578284"/>
                  <a:pt x="8646113" y="1411865"/>
                  <a:pt x="8484224" y="1250944"/>
                </a:cubicBezTo>
                <a:cubicBezTo>
                  <a:pt x="8322646" y="1090336"/>
                  <a:pt x="8155600" y="924259"/>
                  <a:pt x="7993198" y="758011"/>
                </a:cubicBezTo>
                <a:cubicBezTo>
                  <a:pt x="7763920" y="758011"/>
                  <a:pt x="7530748" y="758011"/>
                  <a:pt x="7296152" y="758033"/>
                </a:cubicBezTo>
                <a:lnTo>
                  <a:pt x="6629073" y="758174"/>
                </a:lnTo>
                <a:lnTo>
                  <a:pt x="6618792" y="782990"/>
                </a:lnTo>
                <a:cubicBezTo>
                  <a:pt x="6603183" y="798600"/>
                  <a:pt x="6577891" y="798600"/>
                  <a:pt x="6562282" y="782990"/>
                </a:cubicBezTo>
                <a:cubicBezTo>
                  <a:pt x="6546675" y="767383"/>
                  <a:pt x="6546675" y="742091"/>
                  <a:pt x="6562282" y="726484"/>
                </a:cubicBezTo>
                <a:cubicBezTo>
                  <a:pt x="6577891" y="710875"/>
                  <a:pt x="6603183" y="710875"/>
                  <a:pt x="6618792" y="726484"/>
                </a:cubicBezTo>
                <a:lnTo>
                  <a:pt x="6629078" y="751310"/>
                </a:lnTo>
                <a:lnTo>
                  <a:pt x="7296875" y="751169"/>
                </a:lnTo>
                <a:cubicBezTo>
                  <a:pt x="7531710" y="751147"/>
                  <a:pt x="7765118" y="751147"/>
                  <a:pt x="7994623" y="751147"/>
                </a:cubicBezTo>
                <a:lnTo>
                  <a:pt x="7996075" y="751147"/>
                </a:lnTo>
                <a:lnTo>
                  <a:pt x="7997071" y="752172"/>
                </a:lnTo>
                <a:cubicBezTo>
                  <a:pt x="8159759" y="918734"/>
                  <a:pt x="8327145" y="1085152"/>
                  <a:pt x="8489036" y="1246074"/>
                </a:cubicBezTo>
                <a:cubicBezTo>
                  <a:pt x="8650614" y="1406682"/>
                  <a:pt x="8817658" y="1572759"/>
                  <a:pt x="8980061" y="1739004"/>
                </a:cubicBezTo>
                <a:lnTo>
                  <a:pt x="9194555" y="1739004"/>
                </a:lnTo>
                <a:lnTo>
                  <a:pt x="9194583" y="1739004"/>
                </a:lnTo>
                <a:close/>
                <a:moveTo>
                  <a:pt x="668005" y="1796481"/>
                </a:moveTo>
                <a:cubicBezTo>
                  <a:pt x="655388" y="1796481"/>
                  <a:pt x="642771" y="1791668"/>
                  <a:pt x="633145" y="1782041"/>
                </a:cubicBezTo>
                <a:cubicBezTo>
                  <a:pt x="613890" y="1762788"/>
                  <a:pt x="613890" y="1731572"/>
                  <a:pt x="633145" y="1712319"/>
                </a:cubicBezTo>
                <a:cubicBezTo>
                  <a:pt x="652397" y="1693064"/>
                  <a:pt x="683613" y="1693064"/>
                  <a:pt x="702867" y="1712319"/>
                </a:cubicBezTo>
                <a:cubicBezTo>
                  <a:pt x="722121" y="1731572"/>
                  <a:pt x="722121" y="1762788"/>
                  <a:pt x="702867" y="1782041"/>
                </a:cubicBezTo>
                <a:cubicBezTo>
                  <a:pt x="693239" y="1791668"/>
                  <a:pt x="680623" y="1796481"/>
                  <a:pt x="668005" y="1796481"/>
                </a:cubicBezTo>
                <a:close/>
                <a:moveTo>
                  <a:pt x="8526581" y="1796482"/>
                </a:moveTo>
                <a:cubicBezTo>
                  <a:pt x="8513963" y="1796482"/>
                  <a:pt x="8501347" y="1791669"/>
                  <a:pt x="8491719" y="1782042"/>
                </a:cubicBezTo>
                <a:cubicBezTo>
                  <a:pt x="8472465" y="1762789"/>
                  <a:pt x="8472465" y="1731573"/>
                  <a:pt x="8491719" y="1712320"/>
                </a:cubicBezTo>
                <a:cubicBezTo>
                  <a:pt x="8510972" y="1693066"/>
                  <a:pt x="8542188" y="1693066"/>
                  <a:pt x="8561441" y="1712320"/>
                </a:cubicBezTo>
                <a:cubicBezTo>
                  <a:pt x="8580696" y="1731573"/>
                  <a:pt x="8580696" y="1762789"/>
                  <a:pt x="8561441" y="1782042"/>
                </a:cubicBezTo>
                <a:cubicBezTo>
                  <a:pt x="8551815" y="1791669"/>
                  <a:pt x="8539198" y="1796482"/>
                  <a:pt x="8526581" y="1796482"/>
                </a:cubicBezTo>
                <a:close/>
                <a:moveTo>
                  <a:pt x="3878090" y="2022140"/>
                </a:moveTo>
                <a:cubicBezTo>
                  <a:pt x="3867864" y="2022140"/>
                  <a:pt x="3857639" y="2018238"/>
                  <a:pt x="3849836" y="2010434"/>
                </a:cubicBezTo>
                <a:cubicBezTo>
                  <a:pt x="3842032" y="2002631"/>
                  <a:pt x="3838130" y="1992406"/>
                  <a:pt x="3838130" y="1982180"/>
                </a:cubicBezTo>
                <a:lnTo>
                  <a:pt x="3848417" y="1957349"/>
                </a:lnTo>
                <a:lnTo>
                  <a:pt x="3291731" y="1400667"/>
                </a:lnTo>
                <a:lnTo>
                  <a:pt x="3266902" y="1410955"/>
                </a:lnTo>
                <a:cubicBezTo>
                  <a:pt x="3256677" y="1410955"/>
                  <a:pt x="3246452" y="1407053"/>
                  <a:pt x="3238648" y="1399248"/>
                </a:cubicBezTo>
                <a:cubicBezTo>
                  <a:pt x="3223039" y="1383640"/>
                  <a:pt x="3223039" y="1358348"/>
                  <a:pt x="3238648" y="1342741"/>
                </a:cubicBezTo>
                <a:cubicBezTo>
                  <a:pt x="3254256" y="1327133"/>
                  <a:pt x="3279548" y="1327133"/>
                  <a:pt x="3295155" y="1342741"/>
                </a:cubicBezTo>
                <a:cubicBezTo>
                  <a:pt x="3302960" y="1350545"/>
                  <a:pt x="3306861" y="1360770"/>
                  <a:pt x="3306861" y="1370994"/>
                </a:cubicBezTo>
                <a:lnTo>
                  <a:pt x="3296580" y="1395809"/>
                </a:lnTo>
                <a:lnTo>
                  <a:pt x="3853275" y="1952500"/>
                </a:lnTo>
                <a:lnTo>
                  <a:pt x="3878090" y="1942220"/>
                </a:lnTo>
                <a:cubicBezTo>
                  <a:pt x="3888315" y="1942220"/>
                  <a:pt x="3898540" y="1946122"/>
                  <a:pt x="3906344" y="1953925"/>
                </a:cubicBezTo>
                <a:cubicBezTo>
                  <a:pt x="3921952" y="1969534"/>
                  <a:pt x="3921952" y="1994827"/>
                  <a:pt x="3906344" y="2010434"/>
                </a:cubicBezTo>
                <a:cubicBezTo>
                  <a:pt x="3898540" y="2018238"/>
                  <a:pt x="3888315" y="2022140"/>
                  <a:pt x="3878090" y="2022140"/>
                </a:cubicBezTo>
                <a:close/>
                <a:moveTo>
                  <a:pt x="5316496" y="2022141"/>
                </a:moveTo>
                <a:cubicBezTo>
                  <a:pt x="5306271" y="2022141"/>
                  <a:pt x="5296046" y="2018239"/>
                  <a:pt x="5288243" y="2010435"/>
                </a:cubicBezTo>
                <a:cubicBezTo>
                  <a:pt x="5272634" y="1994828"/>
                  <a:pt x="5272634" y="1969535"/>
                  <a:pt x="5288243" y="1953926"/>
                </a:cubicBezTo>
                <a:cubicBezTo>
                  <a:pt x="5296046" y="1946123"/>
                  <a:pt x="5306271" y="1942222"/>
                  <a:pt x="5316496" y="1942222"/>
                </a:cubicBezTo>
                <a:lnTo>
                  <a:pt x="5341311" y="1952501"/>
                </a:lnTo>
                <a:lnTo>
                  <a:pt x="5898006" y="1395811"/>
                </a:lnTo>
                <a:lnTo>
                  <a:pt x="5887724" y="1370995"/>
                </a:lnTo>
                <a:cubicBezTo>
                  <a:pt x="5887724" y="1360771"/>
                  <a:pt x="5891626" y="1350546"/>
                  <a:pt x="5899430" y="1342742"/>
                </a:cubicBezTo>
                <a:cubicBezTo>
                  <a:pt x="5915038" y="1327134"/>
                  <a:pt x="5940330" y="1327134"/>
                  <a:pt x="5955938" y="1342742"/>
                </a:cubicBezTo>
                <a:cubicBezTo>
                  <a:pt x="5971547" y="1358349"/>
                  <a:pt x="5971547" y="1383642"/>
                  <a:pt x="5955938" y="1399249"/>
                </a:cubicBezTo>
                <a:cubicBezTo>
                  <a:pt x="5948133" y="1407054"/>
                  <a:pt x="5937909" y="1410956"/>
                  <a:pt x="5927684" y="1410956"/>
                </a:cubicBezTo>
                <a:lnTo>
                  <a:pt x="5902855" y="1400668"/>
                </a:lnTo>
                <a:lnTo>
                  <a:pt x="5346169" y="1957350"/>
                </a:lnTo>
                <a:lnTo>
                  <a:pt x="5356457" y="1982181"/>
                </a:lnTo>
                <a:cubicBezTo>
                  <a:pt x="5356457" y="1992407"/>
                  <a:pt x="5352554" y="2002632"/>
                  <a:pt x="5344751" y="2010435"/>
                </a:cubicBezTo>
                <a:cubicBezTo>
                  <a:pt x="5336947" y="2018239"/>
                  <a:pt x="5326722" y="2022141"/>
                  <a:pt x="5316496" y="2022141"/>
                </a:cubicBezTo>
                <a:close/>
                <a:moveTo>
                  <a:pt x="429505" y="2034984"/>
                </a:moveTo>
                <a:cubicBezTo>
                  <a:pt x="416888" y="2034984"/>
                  <a:pt x="404270" y="2030170"/>
                  <a:pt x="394644" y="2020544"/>
                </a:cubicBezTo>
                <a:cubicBezTo>
                  <a:pt x="375391" y="2001292"/>
                  <a:pt x="375391" y="1970075"/>
                  <a:pt x="394644" y="1950822"/>
                </a:cubicBezTo>
                <a:cubicBezTo>
                  <a:pt x="413897" y="1931567"/>
                  <a:pt x="445113" y="1931567"/>
                  <a:pt x="464366" y="1950822"/>
                </a:cubicBezTo>
                <a:cubicBezTo>
                  <a:pt x="483621" y="1970075"/>
                  <a:pt x="483621" y="2001292"/>
                  <a:pt x="464366" y="2020544"/>
                </a:cubicBezTo>
                <a:cubicBezTo>
                  <a:pt x="454739" y="2030170"/>
                  <a:pt x="442123" y="2034984"/>
                  <a:pt x="429505" y="2034984"/>
                </a:cubicBezTo>
                <a:close/>
                <a:moveTo>
                  <a:pt x="8765081" y="2034985"/>
                </a:moveTo>
                <a:cubicBezTo>
                  <a:pt x="8752463" y="2034985"/>
                  <a:pt x="8739847" y="2030171"/>
                  <a:pt x="8730220" y="2020545"/>
                </a:cubicBezTo>
                <a:cubicBezTo>
                  <a:pt x="8710965" y="2001293"/>
                  <a:pt x="8710965" y="1970076"/>
                  <a:pt x="8730220" y="1950823"/>
                </a:cubicBezTo>
                <a:cubicBezTo>
                  <a:pt x="8749473" y="1931568"/>
                  <a:pt x="8780688" y="1931568"/>
                  <a:pt x="8799942" y="1950823"/>
                </a:cubicBezTo>
                <a:cubicBezTo>
                  <a:pt x="8819195" y="1970076"/>
                  <a:pt x="8819195" y="2001293"/>
                  <a:pt x="8799942" y="2020545"/>
                </a:cubicBezTo>
                <a:cubicBezTo>
                  <a:pt x="8790316" y="2030171"/>
                  <a:pt x="8777698" y="2034985"/>
                  <a:pt x="8765081" y="2034985"/>
                </a:cubicBezTo>
                <a:close/>
                <a:moveTo>
                  <a:pt x="244739" y="2463292"/>
                </a:moveTo>
                <a:cubicBezTo>
                  <a:pt x="220250" y="2468070"/>
                  <a:pt x="194163" y="2458210"/>
                  <a:pt x="179345" y="2436215"/>
                </a:cubicBezTo>
                <a:lnTo>
                  <a:pt x="172267" y="2401329"/>
                </a:lnTo>
                <a:lnTo>
                  <a:pt x="29" y="2401458"/>
                </a:lnTo>
                <a:lnTo>
                  <a:pt x="29" y="2384313"/>
                </a:lnTo>
                <a:lnTo>
                  <a:pt x="29" y="2384284"/>
                </a:lnTo>
                <a:lnTo>
                  <a:pt x="172260" y="2384175"/>
                </a:lnTo>
                <a:lnTo>
                  <a:pt x="196669" y="2347339"/>
                </a:lnTo>
                <a:cubicBezTo>
                  <a:pt x="225995" y="2327581"/>
                  <a:pt x="265785" y="2335337"/>
                  <a:pt x="285544" y="2364664"/>
                </a:cubicBezTo>
                <a:cubicBezTo>
                  <a:pt x="305301" y="2393989"/>
                  <a:pt x="297546" y="2433780"/>
                  <a:pt x="268219" y="2453539"/>
                </a:cubicBezTo>
                <a:cubicBezTo>
                  <a:pt x="260887" y="2458479"/>
                  <a:pt x="252902" y="2461698"/>
                  <a:pt x="244739" y="2463292"/>
                </a:cubicBezTo>
                <a:close/>
                <a:moveTo>
                  <a:pt x="8949846" y="2463293"/>
                </a:moveTo>
                <a:cubicBezTo>
                  <a:pt x="8941684" y="2461699"/>
                  <a:pt x="8933698" y="2458480"/>
                  <a:pt x="8926366" y="2453540"/>
                </a:cubicBezTo>
                <a:cubicBezTo>
                  <a:pt x="8897040" y="2433782"/>
                  <a:pt x="8889285" y="2393990"/>
                  <a:pt x="8909042" y="2364665"/>
                </a:cubicBezTo>
                <a:cubicBezTo>
                  <a:pt x="8928800" y="2335338"/>
                  <a:pt x="8968590" y="2327582"/>
                  <a:pt x="8997917" y="2347340"/>
                </a:cubicBezTo>
                <a:lnTo>
                  <a:pt x="9022326" y="2384176"/>
                </a:lnTo>
                <a:lnTo>
                  <a:pt x="9194556" y="2384285"/>
                </a:lnTo>
                <a:lnTo>
                  <a:pt x="9194556" y="2384314"/>
                </a:lnTo>
                <a:lnTo>
                  <a:pt x="9194556" y="2401459"/>
                </a:lnTo>
                <a:lnTo>
                  <a:pt x="9022319" y="2401330"/>
                </a:lnTo>
                <a:lnTo>
                  <a:pt x="9015240" y="2436216"/>
                </a:lnTo>
                <a:cubicBezTo>
                  <a:pt x="9000423" y="2458211"/>
                  <a:pt x="8974336" y="2468071"/>
                  <a:pt x="8949846" y="2463293"/>
                </a:cubicBezTo>
                <a:close/>
                <a:moveTo>
                  <a:pt x="65193" y="2592773"/>
                </a:moveTo>
                <a:cubicBezTo>
                  <a:pt x="54967" y="2592773"/>
                  <a:pt x="44743" y="2588870"/>
                  <a:pt x="36939" y="2581067"/>
                </a:cubicBezTo>
                <a:lnTo>
                  <a:pt x="26635" y="2556196"/>
                </a:lnTo>
                <a:lnTo>
                  <a:pt x="29" y="2556173"/>
                </a:lnTo>
                <a:lnTo>
                  <a:pt x="29" y="2549308"/>
                </a:lnTo>
                <a:lnTo>
                  <a:pt x="26675" y="2549333"/>
                </a:lnTo>
                <a:lnTo>
                  <a:pt x="36939" y="2524559"/>
                </a:lnTo>
                <a:cubicBezTo>
                  <a:pt x="52547" y="2508950"/>
                  <a:pt x="77840" y="2508950"/>
                  <a:pt x="93449" y="2524559"/>
                </a:cubicBezTo>
                <a:cubicBezTo>
                  <a:pt x="109055" y="2540166"/>
                  <a:pt x="109055" y="2565458"/>
                  <a:pt x="93449" y="2581067"/>
                </a:cubicBezTo>
                <a:cubicBezTo>
                  <a:pt x="85643" y="2588870"/>
                  <a:pt x="75419" y="2592773"/>
                  <a:pt x="65193" y="2592773"/>
                </a:cubicBezTo>
                <a:close/>
                <a:moveTo>
                  <a:pt x="9129392" y="2592774"/>
                </a:moveTo>
                <a:cubicBezTo>
                  <a:pt x="9119167" y="2592774"/>
                  <a:pt x="9108942" y="2588871"/>
                  <a:pt x="9101137" y="2581068"/>
                </a:cubicBezTo>
                <a:cubicBezTo>
                  <a:pt x="9085530" y="2565459"/>
                  <a:pt x="9085530" y="2540167"/>
                  <a:pt x="9101137" y="2524560"/>
                </a:cubicBezTo>
                <a:cubicBezTo>
                  <a:pt x="9116746" y="2508951"/>
                  <a:pt x="9142038" y="2508951"/>
                  <a:pt x="9157647" y="2524560"/>
                </a:cubicBezTo>
                <a:lnTo>
                  <a:pt x="9167911" y="2549334"/>
                </a:lnTo>
                <a:lnTo>
                  <a:pt x="9194556" y="2549309"/>
                </a:lnTo>
                <a:lnTo>
                  <a:pt x="9194556" y="2556174"/>
                </a:lnTo>
                <a:lnTo>
                  <a:pt x="9167951" y="2556197"/>
                </a:lnTo>
                <a:lnTo>
                  <a:pt x="9157647" y="2581068"/>
                </a:lnTo>
                <a:cubicBezTo>
                  <a:pt x="9149843" y="2588871"/>
                  <a:pt x="9139618" y="2592774"/>
                  <a:pt x="9129392" y="2592774"/>
                </a:cubicBezTo>
                <a:close/>
                <a:moveTo>
                  <a:pt x="57" y="3019710"/>
                </a:moveTo>
                <a:lnTo>
                  <a:pt x="57" y="3009999"/>
                </a:lnTo>
                <a:lnTo>
                  <a:pt x="29" y="3009970"/>
                </a:lnTo>
                <a:cubicBezTo>
                  <a:pt x="116690" y="2892910"/>
                  <a:pt x="235067" y="2774164"/>
                  <a:pt x="354153" y="2655035"/>
                </a:cubicBezTo>
                <a:lnTo>
                  <a:pt x="685247" y="2325005"/>
                </a:lnTo>
                <a:lnTo>
                  <a:pt x="674985" y="2300234"/>
                </a:lnTo>
                <a:cubicBezTo>
                  <a:pt x="674985" y="2290010"/>
                  <a:pt x="678887" y="2279785"/>
                  <a:pt x="686691" y="2271980"/>
                </a:cubicBezTo>
                <a:cubicBezTo>
                  <a:pt x="702301" y="2256373"/>
                  <a:pt x="727591" y="2256373"/>
                  <a:pt x="743200" y="2271980"/>
                </a:cubicBezTo>
                <a:cubicBezTo>
                  <a:pt x="758807" y="2287588"/>
                  <a:pt x="758807" y="2312882"/>
                  <a:pt x="743200" y="2328489"/>
                </a:cubicBezTo>
                <a:cubicBezTo>
                  <a:pt x="735397" y="2336293"/>
                  <a:pt x="725172" y="2340195"/>
                  <a:pt x="714945" y="2340195"/>
                </a:cubicBezTo>
                <a:lnTo>
                  <a:pt x="690074" y="2329891"/>
                </a:lnTo>
                <a:lnTo>
                  <a:pt x="356534" y="2662371"/>
                </a:lnTo>
                <a:cubicBezTo>
                  <a:pt x="236641" y="2782316"/>
                  <a:pt x="117473" y="2901867"/>
                  <a:pt x="57" y="3019710"/>
                </a:cubicBezTo>
                <a:close/>
                <a:moveTo>
                  <a:pt x="9194528" y="3019711"/>
                </a:moveTo>
                <a:cubicBezTo>
                  <a:pt x="9077112" y="2901868"/>
                  <a:pt x="8957945" y="2782317"/>
                  <a:pt x="8838052" y="2662372"/>
                </a:cubicBezTo>
                <a:lnTo>
                  <a:pt x="8504512" y="2329892"/>
                </a:lnTo>
                <a:lnTo>
                  <a:pt x="8479640" y="2340196"/>
                </a:lnTo>
                <a:cubicBezTo>
                  <a:pt x="8469414" y="2340196"/>
                  <a:pt x="8459189" y="2336294"/>
                  <a:pt x="8451386" y="2328490"/>
                </a:cubicBezTo>
                <a:cubicBezTo>
                  <a:pt x="8435778" y="2312883"/>
                  <a:pt x="8435778" y="2287589"/>
                  <a:pt x="8451386" y="2271981"/>
                </a:cubicBezTo>
                <a:cubicBezTo>
                  <a:pt x="8466994" y="2256374"/>
                  <a:pt x="8492285" y="2256374"/>
                  <a:pt x="8507895" y="2271981"/>
                </a:cubicBezTo>
                <a:cubicBezTo>
                  <a:pt x="8515698" y="2279786"/>
                  <a:pt x="8519601" y="2290011"/>
                  <a:pt x="8519601" y="2300235"/>
                </a:cubicBezTo>
                <a:lnTo>
                  <a:pt x="8509339" y="2325006"/>
                </a:lnTo>
                <a:lnTo>
                  <a:pt x="8840433" y="2655036"/>
                </a:lnTo>
                <a:cubicBezTo>
                  <a:pt x="8959519" y="2774165"/>
                  <a:pt x="9077896" y="2892911"/>
                  <a:pt x="9194556" y="3009971"/>
                </a:cubicBezTo>
                <a:lnTo>
                  <a:pt x="9194528" y="3010000"/>
                </a:lnTo>
                <a:close/>
                <a:moveTo>
                  <a:pt x="4600496" y="3053250"/>
                </a:moveTo>
                <a:lnTo>
                  <a:pt x="4597291" y="3052627"/>
                </a:lnTo>
                <a:lnTo>
                  <a:pt x="4594090" y="3053249"/>
                </a:lnTo>
                <a:cubicBezTo>
                  <a:pt x="4577699" y="3053249"/>
                  <a:pt x="4561307" y="3046997"/>
                  <a:pt x="4548804" y="3034494"/>
                </a:cubicBezTo>
                <a:cubicBezTo>
                  <a:pt x="4523797" y="3009486"/>
                  <a:pt x="4523797" y="2968929"/>
                  <a:pt x="4548804" y="2943923"/>
                </a:cubicBezTo>
                <a:lnTo>
                  <a:pt x="4581444" y="2930405"/>
                </a:lnTo>
                <a:lnTo>
                  <a:pt x="4581444" y="1421504"/>
                </a:lnTo>
                <a:lnTo>
                  <a:pt x="4544416" y="1406170"/>
                </a:lnTo>
                <a:cubicBezTo>
                  <a:pt x="4519410" y="1381162"/>
                  <a:pt x="4519410" y="1340605"/>
                  <a:pt x="4544416" y="1315599"/>
                </a:cubicBezTo>
                <a:cubicBezTo>
                  <a:pt x="4556921" y="1303095"/>
                  <a:pt x="4573312" y="1296843"/>
                  <a:pt x="4589703" y="1296843"/>
                </a:cubicBezTo>
                <a:lnTo>
                  <a:pt x="4597296" y="1298320"/>
                </a:lnTo>
                <a:lnTo>
                  <a:pt x="4604883" y="1296844"/>
                </a:lnTo>
                <a:cubicBezTo>
                  <a:pt x="4621274" y="1296844"/>
                  <a:pt x="4637666" y="1303096"/>
                  <a:pt x="4650170" y="1315600"/>
                </a:cubicBezTo>
                <a:cubicBezTo>
                  <a:pt x="4675176" y="1340606"/>
                  <a:pt x="4675176" y="1381163"/>
                  <a:pt x="4650170" y="1406171"/>
                </a:cubicBezTo>
                <a:lnTo>
                  <a:pt x="4613142" y="1421505"/>
                </a:lnTo>
                <a:lnTo>
                  <a:pt x="4613142" y="2930406"/>
                </a:lnTo>
                <a:lnTo>
                  <a:pt x="4645783" y="2943924"/>
                </a:lnTo>
                <a:cubicBezTo>
                  <a:pt x="4670789" y="2968930"/>
                  <a:pt x="4670789" y="3009487"/>
                  <a:pt x="4645783" y="3034495"/>
                </a:cubicBezTo>
                <a:cubicBezTo>
                  <a:pt x="4633279" y="3046998"/>
                  <a:pt x="4616887" y="3053250"/>
                  <a:pt x="4600496" y="3053250"/>
                </a:cubicBezTo>
                <a:close/>
                <a:moveTo>
                  <a:pt x="2403199" y="3103078"/>
                </a:moveTo>
                <a:lnTo>
                  <a:pt x="2393514" y="3103078"/>
                </a:lnTo>
                <a:cubicBezTo>
                  <a:pt x="2503796" y="2992482"/>
                  <a:pt x="2613877" y="2882401"/>
                  <a:pt x="2721934" y="2774314"/>
                </a:cubicBezTo>
                <a:cubicBezTo>
                  <a:pt x="2920679" y="2575569"/>
                  <a:pt x="3126145" y="2370101"/>
                  <a:pt x="3327312" y="2166997"/>
                </a:cubicBezTo>
                <a:cubicBezTo>
                  <a:pt x="3334118" y="2079958"/>
                  <a:pt x="3332781" y="1992576"/>
                  <a:pt x="3331470" y="1908043"/>
                </a:cubicBezTo>
                <a:lnTo>
                  <a:pt x="3331380" y="1768479"/>
                </a:lnTo>
                <a:lnTo>
                  <a:pt x="3306574" y="1758203"/>
                </a:lnTo>
                <a:cubicBezTo>
                  <a:pt x="3299342" y="1750973"/>
                  <a:pt x="3294869" y="1740982"/>
                  <a:pt x="3294869" y="1729950"/>
                </a:cubicBezTo>
                <a:cubicBezTo>
                  <a:pt x="3294869" y="1707880"/>
                  <a:pt x="3312761" y="1689989"/>
                  <a:pt x="3334829" y="1689989"/>
                </a:cubicBezTo>
                <a:cubicBezTo>
                  <a:pt x="3356898" y="1689989"/>
                  <a:pt x="3374789" y="1707880"/>
                  <a:pt x="3374789" y="1729950"/>
                </a:cubicBezTo>
                <a:cubicBezTo>
                  <a:pt x="3374789" y="1740982"/>
                  <a:pt x="3370316" y="1750973"/>
                  <a:pt x="3363084" y="1758203"/>
                </a:cubicBezTo>
                <a:lnTo>
                  <a:pt x="3338245" y="1768492"/>
                </a:lnTo>
                <a:lnTo>
                  <a:pt x="3338334" y="1907929"/>
                </a:lnTo>
                <a:cubicBezTo>
                  <a:pt x="3339644" y="1993032"/>
                  <a:pt x="3340983" y="2081013"/>
                  <a:pt x="3334034" y="2168792"/>
                </a:cubicBezTo>
                <a:lnTo>
                  <a:pt x="3333949" y="2170046"/>
                </a:lnTo>
                <a:lnTo>
                  <a:pt x="3333977" y="2170074"/>
                </a:lnTo>
                <a:lnTo>
                  <a:pt x="3333094" y="2170956"/>
                </a:lnTo>
                <a:cubicBezTo>
                  <a:pt x="3131643" y="2374345"/>
                  <a:pt x="2925834" y="2580155"/>
                  <a:pt x="2726804" y="2779184"/>
                </a:cubicBezTo>
                <a:cubicBezTo>
                  <a:pt x="2620315" y="2885678"/>
                  <a:pt x="2511886" y="2994135"/>
                  <a:pt x="2403199" y="3103078"/>
                </a:cubicBezTo>
                <a:close/>
                <a:moveTo>
                  <a:pt x="6801071" y="3103079"/>
                </a:moveTo>
                <a:lnTo>
                  <a:pt x="6791386" y="3103079"/>
                </a:lnTo>
                <a:cubicBezTo>
                  <a:pt x="6682700" y="2994136"/>
                  <a:pt x="6574271" y="2885679"/>
                  <a:pt x="6467781" y="2779185"/>
                </a:cubicBezTo>
                <a:cubicBezTo>
                  <a:pt x="6268752" y="2580156"/>
                  <a:pt x="6062943" y="2374346"/>
                  <a:pt x="5861492" y="2170957"/>
                </a:cubicBezTo>
                <a:lnTo>
                  <a:pt x="5860609" y="2170075"/>
                </a:lnTo>
                <a:lnTo>
                  <a:pt x="5860637" y="2170047"/>
                </a:lnTo>
                <a:lnTo>
                  <a:pt x="5860552" y="2168793"/>
                </a:lnTo>
                <a:cubicBezTo>
                  <a:pt x="5853603" y="2081014"/>
                  <a:pt x="5854942" y="1993033"/>
                  <a:pt x="5856252" y="1907931"/>
                </a:cubicBezTo>
                <a:lnTo>
                  <a:pt x="5856341" y="1768493"/>
                </a:lnTo>
                <a:lnTo>
                  <a:pt x="5831501" y="1758204"/>
                </a:lnTo>
                <a:cubicBezTo>
                  <a:pt x="5824270" y="1750974"/>
                  <a:pt x="5819797" y="1740984"/>
                  <a:pt x="5819797" y="1729951"/>
                </a:cubicBezTo>
                <a:cubicBezTo>
                  <a:pt x="5819797" y="1707881"/>
                  <a:pt x="5837688" y="1689990"/>
                  <a:pt x="5859757" y="1689990"/>
                </a:cubicBezTo>
                <a:cubicBezTo>
                  <a:pt x="5881825" y="1689990"/>
                  <a:pt x="5899716" y="1707881"/>
                  <a:pt x="5899716" y="1729951"/>
                </a:cubicBezTo>
                <a:cubicBezTo>
                  <a:pt x="5899716" y="1740984"/>
                  <a:pt x="5895243" y="1750974"/>
                  <a:pt x="5888012" y="1758204"/>
                </a:cubicBezTo>
                <a:lnTo>
                  <a:pt x="5863206" y="1768480"/>
                </a:lnTo>
                <a:lnTo>
                  <a:pt x="5863116" y="1908045"/>
                </a:lnTo>
                <a:cubicBezTo>
                  <a:pt x="5861805" y="1992578"/>
                  <a:pt x="5860468" y="2079959"/>
                  <a:pt x="5867273" y="2166998"/>
                </a:cubicBezTo>
                <a:cubicBezTo>
                  <a:pt x="6068441" y="2370102"/>
                  <a:pt x="6273907" y="2575570"/>
                  <a:pt x="6472652" y="2774315"/>
                </a:cubicBezTo>
                <a:cubicBezTo>
                  <a:pt x="6580709" y="2882402"/>
                  <a:pt x="6690790" y="2992483"/>
                  <a:pt x="6801071" y="3103079"/>
                </a:cubicBezTo>
                <a:close/>
                <a:moveTo>
                  <a:pt x="680997" y="3103105"/>
                </a:moveTo>
                <a:lnTo>
                  <a:pt x="656732" y="3103105"/>
                </a:lnTo>
                <a:cubicBezTo>
                  <a:pt x="937019" y="2822732"/>
                  <a:pt x="1215485" y="2542101"/>
                  <a:pt x="1488653" y="2266769"/>
                </a:cubicBezTo>
                <a:lnTo>
                  <a:pt x="1489594" y="2265828"/>
                </a:lnTo>
                <a:cubicBezTo>
                  <a:pt x="1488028" y="2195479"/>
                  <a:pt x="1488511" y="2123392"/>
                  <a:pt x="1488966" y="2053611"/>
                </a:cubicBezTo>
                <a:cubicBezTo>
                  <a:pt x="1489594" y="1958938"/>
                  <a:pt x="1490221" y="1861046"/>
                  <a:pt x="1485805" y="1766062"/>
                </a:cubicBezTo>
                <a:lnTo>
                  <a:pt x="1485805" y="1765662"/>
                </a:lnTo>
                <a:cubicBezTo>
                  <a:pt x="1485805" y="1755180"/>
                  <a:pt x="1490961" y="1745327"/>
                  <a:pt x="1496172" y="1740114"/>
                </a:cubicBezTo>
                <a:cubicBezTo>
                  <a:pt x="1596911" y="1643251"/>
                  <a:pt x="1694204" y="1544961"/>
                  <a:pt x="1788280" y="1449946"/>
                </a:cubicBezTo>
                <a:cubicBezTo>
                  <a:pt x="1881787" y="1355472"/>
                  <a:pt x="1978480" y="1257808"/>
                  <a:pt x="2077256" y="1162907"/>
                </a:cubicBezTo>
                <a:lnTo>
                  <a:pt x="2079734" y="1160515"/>
                </a:lnTo>
                <a:lnTo>
                  <a:pt x="2083179" y="1160515"/>
                </a:lnTo>
                <a:lnTo>
                  <a:pt x="2541656" y="1158853"/>
                </a:lnTo>
                <a:lnTo>
                  <a:pt x="2549875" y="1139009"/>
                </a:lnTo>
                <a:cubicBezTo>
                  <a:pt x="2557105" y="1131778"/>
                  <a:pt x="2567096" y="1127305"/>
                  <a:pt x="2578130" y="1127305"/>
                </a:cubicBezTo>
                <a:cubicBezTo>
                  <a:pt x="2600200" y="1127305"/>
                  <a:pt x="2618090" y="1145195"/>
                  <a:pt x="2618090" y="1167266"/>
                </a:cubicBezTo>
                <a:cubicBezTo>
                  <a:pt x="2618090" y="1189334"/>
                  <a:pt x="2600200" y="1207225"/>
                  <a:pt x="2578130" y="1207225"/>
                </a:cubicBezTo>
                <a:cubicBezTo>
                  <a:pt x="2567096" y="1207225"/>
                  <a:pt x="2557105" y="1202752"/>
                  <a:pt x="2549875" y="1195522"/>
                </a:cubicBezTo>
                <a:lnTo>
                  <a:pt x="2541788" y="1175999"/>
                </a:lnTo>
                <a:lnTo>
                  <a:pt x="2086625" y="1177660"/>
                </a:lnTo>
                <a:cubicBezTo>
                  <a:pt x="1988876" y="1271651"/>
                  <a:pt x="1893094" y="1368403"/>
                  <a:pt x="1800441" y="1461993"/>
                </a:cubicBezTo>
                <a:lnTo>
                  <a:pt x="1800499" y="1461993"/>
                </a:lnTo>
                <a:cubicBezTo>
                  <a:pt x="1706337" y="1557123"/>
                  <a:pt x="1608960" y="1655470"/>
                  <a:pt x="1508191" y="1752361"/>
                </a:cubicBezTo>
                <a:cubicBezTo>
                  <a:pt x="1506056" y="1754498"/>
                  <a:pt x="1503036" y="1759966"/>
                  <a:pt x="1502951" y="1765492"/>
                </a:cubicBezTo>
                <a:cubicBezTo>
                  <a:pt x="1507367" y="1860876"/>
                  <a:pt x="1506740" y="1958910"/>
                  <a:pt x="1506113" y="2053727"/>
                </a:cubicBezTo>
                <a:cubicBezTo>
                  <a:pt x="1505656" y="2124589"/>
                  <a:pt x="1505172" y="2197842"/>
                  <a:pt x="1506824" y="2269075"/>
                </a:cubicBezTo>
                <a:lnTo>
                  <a:pt x="1506910" y="2272720"/>
                </a:lnTo>
                <a:lnTo>
                  <a:pt x="1500843" y="2278845"/>
                </a:lnTo>
                <a:cubicBezTo>
                  <a:pt x="1231607" y="2550219"/>
                  <a:pt x="957213" y="2826747"/>
                  <a:pt x="680997" y="3103105"/>
                </a:cubicBezTo>
                <a:close/>
                <a:moveTo>
                  <a:pt x="1841143" y="3103105"/>
                </a:moveTo>
                <a:lnTo>
                  <a:pt x="1831486" y="3103105"/>
                </a:lnTo>
                <a:cubicBezTo>
                  <a:pt x="2051828" y="2881503"/>
                  <a:pt x="2288383" y="2644521"/>
                  <a:pt x="2559378" y="2373895"/>
                </a:cubicBezTo>
                <a:lnTo>
                  <a:pt x="2815267" y="2118577"/>
                </a:lnTo>
                <a:lnTo>
                  <a:pt x="2805014" y="2093830"/>
                </a:lnTo>
                <a:cubicBezTo>
                  <a:pt x="2805014" y="2083603"/>
                  <a:pt x="2808916" y="2073379"/>
                  <a:pt x="2816720" y="2065575"/>
                </a:cubicBezTo>
                <a:cubicBezTo>
                  <a:pt x="2832327" y="2049968"/>
                  <a:pt x="2857620" y="2049968"/>
                  <a:pt x="2873227" y="2065575"/>
                </a:cubicBezTo>
                <a:cubicBezTo>
                  <a:pt x="2888836" y="2081182"/>
                  <a:pt x="2888836" y="2106476"/>
                  <a:pt x="2873227" y="2122084"/>
                </a:cubicBezTo>
                <a:cubicBezTo>
                  <a:pt x="2865424" y="2129888"/>
                  <a:pt x="2855199" y="2133789"/>
                  <a:pt x="2844974" y="2133789"/>
                </a:cubicBezTo>
                <a:lnTo>
                  <a:pt x="2820080" y="2123476"/>
                </a:lnTo>
                <a:lnTo>
                  <a:pt x="2565704" y="2377280"/>
                </a:lnTo>
                <a:cubicBezTo>
                  <a:pt x="2296066" y="2646546"/>
                  <a:pt x="2060522" y="2882507"/>
                  <a:pt x="1841143" y="3103105"/>
                </a:cubicBezTo>
                <a:close/>
                <a:moveTo>
                  <a:pt x="2103342" y="3103105"/>
                </a:moveTo>
                <a:lnTo>
                  <a:pt x="2093659" y="3103105"/>
                </a:lnTo>
                <a:cubicBezTo>
                  <a:pt x="2278051" y="2918004"/>
                  <a:pt x="2461017" y="2736119"/>
                  <a:pt x="2640081" y="2558165"/>
                </a:cubicBezTo>
                <a:cubicBezTo>
                  <a:pt x="2779922" y="2419174"/>
                  <a:pt x="2924523" y="2275427"/>
                  <a:pt x="3067701" y="2132278"/>
                </a:cubicBezTo>
                <a:cubicBezTo>
                  <a:pt x="3067701" y="1982992"/>
                  <a:pt x="3067701" y="1831171"/>
                  <a:pt x="3067797" y="1678869"/>
                </a:cubicBezTo>
                <a:lnTo>
                  <a:pt x="3068412" y="1261096"/>
                </a:lnTo>
                <a:lnTo>
                  <a:pt x="3043633" y="1250829"/>
                </a:lnTo>
                <a:cubicBezTo>
                  <a:pt x="3028025" y="1235222"/>
                  <a:pt x="3028025" y="1209930"/>
                  <a:pt x="3043633" y="1194323"/>
                </a:cubicBezTo>
                <a:cubicBezTo>
                  <a:pt x="3059240" y="1178714"/>
                  <a:pt x="3084534" y="1178714"/>
                  <a:pt x="3100141" y="1194323"/>
                </a:cubicBezTo>
                <a:cubicBezTo>
                  <a:pt x="3115749" y="1209930"/>
                  <a:pt x="3115749" y="1235222"/>
                  <a:pt x="3100141" y="1250829"/>
                </a:cubicBezTo>
                <a:lnTo>
                  <a:pt x="3075277" y="1261132"/>
                </a:lnTo>
                <a:lnTo>
                  <a:pt x="3074662" y="1679613"/>
                </a:lnTo>
                <a:cubicBezTo>
                  <a:pt x="3074565" y="1832153"/>
                  <a:pt x="3074565" y="1984202"/>
                  <a:pt x="3074565" y="2133702"/>
                </a:cubicBezTo>
                <a:lnTo>
                  <a:pt x="3074565" y="2135126"/>
                </a:lnTo>
                <a:lnTo>
                  <a:pt x="3074537" y="2135126"/>
                </a:lnTo>
                <a:lnTo>
                  <a:pt x="3073540" y="2136123"/>
                </a:lnTo>
                <a:cubicBezTo>
                  <a:pt x="2930048" y="2279613"/>
                  <a:pt x="2785077" y="2423703"/>
                  <a:pt x="2644922" y="2563037"/>
                </a:cubicBezTo>
                <a:cubicBezTo>
                  <a:pt x="2467425" y="2739452"/>
                  <a:pt x="2286111" y="2919684"/>
                  <a:pt x="2103342" y="3103105"/>
                </a:cubicBezTo>
                <a:close/>
                <a:moveTo>
                  <a:pt x="2711479" y="3103105"/>
                </a:moveTo>
                <a:lnTo>
                  <a:pt x="2687189" y="3103105"/>
                </a:lnTo>
                <a:cubicBezTo>
                  <a:pt x="2803019" y="2987555"/>
                  <a:pt x="2918341" y="2871663"/>
                  <a:pt x="3031015" y="2758391"/>
                </a:cubicBezTo>
                <a:lnTo>
                  <a:pt x="3521477" y="2268399"/>
                </a:lnTo>
                <a:lnTo>
                  <a:pt x="3510254" y="2257175"/>
                </a:lnTo>
                <a:cubicBezTo>
                  <a:pt x="3496722" y="2224506"/>
                  <a:pt x="3512235" y="2187053"/>
                  <a:pt x="3544904" y="2173521"/>
                </a:cubicBezTo>
                <a:cubicBezTo>
                  <a:pt x="3577573" y="2159989"/>
                  <a:pt x="3615028" y="2175502"/>
                  <a:pt x="3628560" y="2208173"/>
                </a:cubicBezTo>
                <a:cubicBezTo>
                  <a:pt x="3642092" y="2240841"/>
                  <a:pt x="3626577" y="2278295"/>
                  <a:pt x="3593908" y="2291827"/>
                </a:cubicBezTo>
                <a:cubicBezTo>
                  <a:pt x="3577574" y="2298593"/>
                  <a:pt x="3560043" y="2298098"/>
                  <a:pt x="3544904" y="2291827"/>
                </a:cubicBezTo>
                <a:lnTo>
                  <a:pt x="3533611" y="2280532"/>
                </a:lnTo>
                <a:lnTo>
                  <a:pt x="3043177" y="2770496"/>
                </a:lnTo>
                <a:cubicBezTo>
                  <a:pt x="2934434" y="2879809"/>
                  <a:pt x="2823242" y="2991542"/>
                  <a:pt x="2711479" y="3103105"/>
                </a:cubicBezTo>
                <a:close/>
                <a:moveTo>
                  <a:pt x="3666953" y="3103105"/>
                </a:moveTo>
                <a:lnTo>
                  <a:pt x="3660091" y="3103105"/>
                </a:lnTo>
                <a:cubicBezTo>
                  <a:pt x="3660005" y="3072033"/>
                  <a:pt x="3659863" y="3041157"/>
                  <a:pt x="3659691" y="3010539"/>
                </a:cubicBezTo>
                <a:cubicBezTo>
                  <a:pt x="3659237" y="2921448"/>
                  <a:pt x="3658751" y="2829340"/>
                  <a:pt x="3660404" y="2737971"/>
                </a:cubicBezTo>
                <a:lnTo>
                  <a:pt x="3660404" y="2736574"/>
                </a:lnTo>
                <a:cubicBezTo>
                  <a:pt x="3660404" y="2736574"/>
                  <a:pt x="3661402" y="2735606"/>
                  <a:pt x="3661402" y="2735606"/>
                </a:cubicBezTo>
                <a:cubicBezTo>
                  <a:pt x="3676837" y="2720141"/>
                  <a:pt x="3691590" y="2704419"/>
                  <a:pt x="3705861" y="2689209"/>
                </a:cubicBezTo>
                <a:cubicBezTo>
                  <a:pt x="3720157" y="2673944"/>
                  <a:pt x="3734968" y="2658164"/>
                  <a:pt x="3750491" y="2642643"/>
                </a:cubicBezTo>
                <a:cubicBezTo>
                  <a:pt x="3768718" y="2624414"/>
                  <a:pt x="3787203" y="2606783"/>
                  <a:pt x="3805090" y="2589752"/>
                </a:cubicBezTo>
                <a:lnTo>
                  <a:pt x="3839138" y="2556620"/>
                </a:lnTo>
                <a:lnTo>
                  <a:pt x="3829063" y="2532297"/>
                </a:lnTo>
                <a:cubicBezTo>
                  <a:pt x="3829063" y="2522070"/>
                  <a:pt x="3832964" y="2511843"/>
                  <a:pt x="3840766" y="2504041"/>
                </a:cubicBezTo>
                <a:cubicBezTo>
                  <a:pt x="3856372" y="2488435"/>
                  <a:pt x="3881673" y="2488435"/>
                  <a:pt x="3897278" y="2504040"/>
                </a:cubicBezTo>
                <a:cubicBezTo>
                  <a:pt x="3912884" y="2519646"/>
                  <a:pt x="3912884" y="2544947"/>
                  <a:pt x="3897278" y="2560553"/>
                </a:cubicBezTo>
                <a:cubicBezTo>
                  <a:pt x="3889476" y="2568355"/>
                  <a:pt x="3879250" y="2572256"/>
                  <a:pt x="3869022" y="2572256"/>
                </a:cubicBezTo>
                <a:lnTo>
                  <a:pt x="3843676" y="2561757"/>
                </a:lnTo>
                <a:lnTo>
                  <a:pt x="3809817" y="2594708"/>
                </a:lnTo>
                <a:cubicBezTo>
                  <a:pt x="3791961" y="2611740"/>
                  <a:pt x="3773476" y="2629341"/>
                  <a:pt x="3755333" y="2647484"/>
                </a:cubicBezTo>
                <a:lnTo>
                  <a:pt x="3755362" y="2647484"/>
                </a:lnTo>
                <a:cubicBezTo>
                  <a:pt x="3739895" y="2662950"/>
                  <a:pt x="3725142" y="2678699"/>
                  <a:pt x="3710873" y="2693910"/>
                </a:cubicBezTo>
                <a:cubicBezTo>
                  <a:pt x="3696889" y="2708834"/>
                  <a:pt x="3682419" y="2724271"/>
                  <a:pt x="3667239" y="2739480"/>
                </a:cubicBezTo>
                <a:cubicBezTo>
                  <a:pt x="3665616" y="2830337"/>
                  <a:pt x="3666099" y="2921905"/>
                  <a:pt x="3666556" y="3010511"/>
                </a:cubicBezTo>
                <a:cubicBezTo>
                  <a:pt x="3666726" y="3041130"/>
                  <a:pt x="3666869" y="3072033"/>
                  <a:pt x="3666953" y="3103105"/>
                </a:cubicBezTo>
                <a:close/>
                <a:moveTo>
                  <a:pt x="5534495" y="3103106"/>
                </a:moveTo>
                <a:lnTo>
                  <a:pt x="5527633" y="3103106"/>
                </a:lnTo>
                <a:cubicBezTo>
                  <a:pt x="5527718" y="3072034"/>
                  <a:pt x="5527860" y="3041131"/>
                  <a:pt x="5528030" y="3010512"/>
                </a:cubicBezTo>
                <a:cubicBezTo>
                  <a:pt x="5528487" y="2921906"/>
                  <a:pt x="5528971" y="2830338"/>
                  <a:pt x="5527347" y="2739481"/>
                </a:cubicBezTo>
                <a:cubicBezTo>
                  <a:pt x="5512167" y="2724272"/>
                  <a:pt x="5497697" y="2708835"/>
                  <a:pt x="5483713" y="2693911"/>
                </a:cubicBezTo>
                <a:cubicBezTo>
                  <a:pt x="5469444" y="2678700"/>
                  <a:pt x="5454691" y="2662951"/>
                  <a:pt x="5439224" y="2647485"/>
                </a:cubicBezTo>
                <a:lnTo>
                  <a:pt x="5439253" y="2647485"/>
                </a:lnTo>
                <a:cubicBezTo>
                  <a:pt x="5421110" y="2629342"/>
                  <a:pt x="5402625" y="2611741"/>
                  <a:pt x="5384769" y="2594709"/>
                </a:cubicBezTo>
                <a:lnTo>
                  <a:pt x="5350910" y="2561758"/>
                </a:lnTo>
                <a:lnTo>
                  <a:pt x="5325564" y="2572257"/>
                </a:lnTo>
                <a:cubicBezTo>
                  <a:pt x="5315337" y="2572257"/>
                  <a:pt x="5305111" y="2568356"/>
                  <a:pt x="5297308" y="2560554"/>
                </a:cubicBezTo>
                <a:cubicBezTo>
                  <a:pt x="5281702" y="2544948"/>
                  <a:pt x="5281702" y="2519647"/>
                  <a:pt x="5297308" y="2504041"/>
                </a:cubicBezTo>
                <a:cubicBezTo>
                  <a:pt x="5312913" y="2488436"/>
                  <a:pt x="5338214" y="2488436"/>
                  <a:pt x="5353820" y="2504042"/>
                </a:cubicBezTo>
                <a:cubicBezTo>
                  <a:pt x="5361622" y="2511845"/>
                  <a:pt x="5365523" y="2522071"/>
                  <a:pt x="5365523" y="2532298"/>
                </a:cubicBezTo>
                <a:lnTo>
                  <a:pt x="5355448" y="2556621"/>
                </a:lnTo>
                <a:lnTo>
                  <a:pt x="5389496" y="2589753"/>
                </a:lnTo>
                <a:cubicBezTo>
                  <a:pt x="5407383" y="2606784"/>
                  <a:pt x="5425868" y="2624415"/>
                  <a:pt x="5444096" y="2642644"/>
                </a:cubicBezTo>
                <a:cubicBezTo>
                  <a:pt x="5459618" y="2658165"/>
                  <a:pt x="5474429" y="2673945"/>
                  <a:pt x="5488725" y="2689210"/>
                </a:cubicBezTo>
                <a:cubicBezTo>
                  <a:pt x="5502996" y="2704420"/>
                  <a:pt x="5517749" y="2720142"/>
                  <a:pt x="5533185" y="2735607"/>
                </a:cubicBezTo>
                <a:cubicBezTo>
                  <a:pt x="5533185" y="2735607"/>
                  <a:pt x="5534183" y="2736575"/>
                  <a:pt x="5534183" y="2736575"/>
                </a:cubicBezTo>
                <a:lnTo>
                  <a:pt x="5534183" y="2737972"/>
                </a:lnTo>
                <a:cubicBezTo>
                  <a:pt x="5535836" y="2829341"/>
                  <a:pt x="5535350" y="2921449"/>
                  <a:pt x="5534896" y="3010540"/>
                </a:cubicBezTo>
                <a:cubicBezTo>
                  <a:pt x="5534724" y="3041158"/>
                  <a:pt x="5534581" y="3072034"/>
                  <a:pt x="5534495" y="3103106"/>
                </a:cubicBezTo>
                <a:close/>
                <a:moveTo>
                  <a:pt x="6507397" y="3103106"/>
                </a:moveTo>
                <a:lnTo>
                  <a:pt x="6483107" y="3103106"/>
                </a:lnTo>
                <a:cubicBezTo>
                  <a:pt x="6371344" y="2991543"/>
                  <a:pt x="6260152" y="2879810"/>
                  <a:pt x="6151409" y="2770497"/>
                </a:cubicBezTo>
                <a:lnTo>
                  <a:pt x="5660975" y="2280534"/>
                </a:lnTo>
                <a:lnTo>
                  <a:pt x="5649682" y="2291828"/>
                </a:lnTo>
                <a:cubicBezTo>
                  <a:pt x="5634543" y="2298099"/>
                  <a:pt x="5617012" y="2298594"/>
                  <a:pt x="5600678" y="2291828"/>
                </a:cubicBezTo>
                <a:cubicBezTo>
                  <a:pt x="5568009" y="2278296"/>
                  <a:pt x="5552494" y="2240842"/>
                  <a:pt x="5566027" y="2208173"/>
                </a:cubicBezTo>
                <a:cubicBezTo>
                  <a:pt x="5579558" y="2175503"/>
                  <a:pt x="5617013" y="2159990"/>
                  <a:pt x="5649682" y="2173522"/>
                </a:cubicBezTo>
                <a:cubicBezTo>
                  <a:pt x="5682351" y="2187054"/>
                  <a:pt x="5697864" y="2224507"/>
                  <a:pt x="5684332" y="2257176"/>
                </a:cubicBezTo>
                <a:lnTo>
                  <a:pt x="5673110" y="2268400"/>
                </a:lnTo>
                <a:lnTo>
                  <a:pt x="6163570" y="2758392"/>
                </a:lnTo>
                <a:cubicBezTo>
                  <a:pt x="6276245" y="2871664"/>
                  <a:pt x="6391566" y="2987556"/>
                  <a:pt x="6507397" y="3103106"/>
                </a:cubicBezTo>
                <a:close/>
                <a:moveTo>
                  <a:pt x="7100927" y="3103106"/>
                </a:moveTo>
                <a:lnTo>
                  <a:pt x="7091243" y="3103106"/>
                </a:lnTo>
                <a:cubicBezTo>
                  <a:pt x="6908475" y="2919685"/>
                  <a:pt x="6727161" y="2739453"/>
                  <a:pt x="6549664" y="2563038"/>
                </a:cubicBezTo>
                <a:cubicBezTo>
                  <a:pt x="6409509" y="2423704"/>
                  <a:pt x="6264538" y="2279614"/>
                  <a:pt x="6121046" y="2136124"/>
                </a:cubicBezTo>
                <a:lnTo>
                  <a:pt x="6120049" y="2135128"/>
                </a:lnTo>
                <a:lnTo>
                  <a:pt x="6120020" y="2135128"/>
                </a:lnTo>
                <a:lnTo>
                  <a:pt x="6120020" y="2133703"/>
                </a:lnTo>
                <a:cubicBezTo>
                  <a:pt x="6120020" y="1984203"/>
                  <a:pt x="6120020" y="1832154"/>
                  <a:pt x="6119924" y="1679614"/>
                </a:cubicBezTo>
                <a:lnTo>
                  <a:pt x="6119309" y="1261133"/>
                </a:lnTo>
                <a:lnTo>
                  <a:pt x="6094445" y="1250830"/>
                </a:lnTo>
                <a:cubicBezTo>
                  <a:pt x="6078836" y="1235223"/>
                  <a:pt x="6078836" y="1209931"/>
                  <a:pt x="6094445" y="1194324"/>
                </a:cubicBezTo>
                <a:cubicBezTo>
                  <a:pt x="6110052" y="1178715"/>
                  <a:pt x="6135345" y="1178715"/>
                  <a:pt x="6150953" y="1194324"/>
                </a:cubicBezTo>
                <a:cubicBezTo>
                  <a:pt x="6166561" y="1209931"/>
                  <a:pt x="6166561" y="1235223"/>
                  <a:pt x="6150953" y="1250830"/>
                </a:cubicBezTo>
                <a:lnTo>
                  <a:pt x="6126173" y="1261097"/>
                </a:lnTo>
                <a:lnTo>
                  <a:pt x="6126789" y="1678870"/>
                </a:lnTo>
                <a:cubicBezTo>
                  <a:pt x="6126885" y="1831172"/>
                  <a:pt x="6126885" y="1982993"/>
                  <a:pt x="6126885" y="2132279"/>
                </a:cubicBezTo>
                <a:cubicBezTo>
                  <a:pt x="6270062" y="2275428"/>
                  <a:pt x="6414664" y="2419175"/>
                  <a:pt x="6554505" y="2558166"/>
                </a:cubicBezTo>
                <a:cubicBezTo>
                  <a:pt x="6733569" y="2736120"/>
                  <a:pt x="6916535" y="2918005"/>
                  <a:pt x="7100927" y="3103106"/>
                </a:cubicBezTo>
                <a:close/>
                <a:moveTo>
                  <a:pt x="7363100" y="3103106"/>
                </a:moveTo>
                <a:lnTo>
                  <a:pt x="7353443" y="3103106"/>
                </a:lnTo>
                <a:cubicBezTo>
                  <a:pt x="7134064" y="2882508"/>
                  <a:pt x="6898520" y="2646547"/>
                  <a:pt x="6628882" y="2377282"/>
                </a:cubicBezTo>
                <a:lnTo>
                  <a:pt x="6374506" y="2123477"/>
                </a:lnTo>
                <a:lnTo>
                  <a:pt x="6349612" y="2133790"/>
                </a:lnTo>
                <a:cubicBezTo>
                  <a:pt x="6339387" y="2133790"/>
                  <a:pt x="6329162" y="2129889"/>
                  <a:pt x="6321358" y="2122085"/>
                </a:cubicBezTo>
                <a:cubicBezTo>
                  <a:pt x="6305750" y="2106477"/>
                  <a:pt x="6305750" y="2081183"/>
                  <a:pt x="6321358" y="2065576"/>
                </a:cubicBezTo>
                <a:cubicBezTo>
                  <a:pt x="6336966" y="2049969"/>
                  <a:pt x="6362259" y="2049969"/>
                  <a:pt x="6377866" y="2065576"/>
                </a:cubicBezTo>
                <a:cubicBezTo>
                  <a:pt x="6385670" y="2073380"/>
                  <a:pt x="6389572" y="2083604"/>
                  <a:pt x="6389572" y="2093831"/>
                </a:cubicBezTo>
                <a:lnTo>
                  <a:pt x="6379319" y="2118578"/>
                </a:lnTo>
                <a:lnTo>
                  <a:pt x="6635208" y="2373896"/>
                </a:lnTo>
                <a:cubicBezTo>
                  <a:pt x="6906203" y="2644522"/>
                  <a:pt x="7142757" y="2881504"/>
                  <a:pt x="7363100" y="3103106"/>
                </a:cubicBezTo>
                <a:close/>
                <a:moveTo>
                  <a:pt x="8537854" y="3103106"/>
                </a:moveTo>
                <a:lnTo>
                  <a:pt x="8513589" y="3103106"/>
                </a:lnTo>
                <a:cubicBezTo>
                  <a:pt x="8237372" y="2826748"/>
                  <a:pt x="7962979" y="2550220"/>
                  <a:pt x="7693743" y="2278846"/>
                </a:cubicBezTo>
                <a:lnTo>
                  <a:pt x="7687676" y="2272721"/>
                </a:lnTo>
                <a:lnTo>
                  <a:pt x="7687761" y="2269076"/>
                </a:lnTo>
                <a:cubicBezTo>
                  <a:pt x="7689413" y="2197843"/>
                  <a:pt x="7688930" y="2124590"/>
                  <a:pt x="7688473" y="2053728"/>
                </a:cubicBezTo>
                <a:cubicBezTo>
                  <a:pt x="7687846" y="1958911"/>
                  <a:pt x="7687219" y="1860877"/>
                  <a:pt x="7691634" y="1765493"/>
                </a:cubicBezTo>
                <a:cubicBezTo>
                  <a:pt x="7691550" y="1759967"/>
                  <a:pt x="7688530" y="1754499"/>
                  <a:pt x="7686394" y="1752363"/>
                </a:cubicBezTo>
                <a:cubicBezTo>
                  <a:pt x="7585626" y="1655471"/>
                  <a:pt x="7488248" y="1557124"/>
                  <a:pt x="7394087" y="1461994"/>
                </a:cubicBezTo>
                <a:lnTo>
                  <a:pt x="7394145" y="1461994"/>
                </a:lnTo>
                <a:cubicBezTo>
                  <a:pt x="7301492" y="1368404"/>
                  <a:pt x="7205709" y="1271652"/>
                  <a:pt x="7107961" y="1177661"/>
                </a:cubicBezTo>
                <a:lnTo>
                  <a:pt x="6652798" y="1176000"/>
                </a:lnTo>
                <a:lnTo>
                  <a:pt x="6644711" y="1195523"/>
                </a:lnTo>
                <a:cubicBezTo>
                  <a:pt x="6637481" y="1202753"/>
                  <a:pt x="6627490" y="1207226"/>
                  <a:pt x="6616456" y="1207226"/>
                </a:cubicBezTo>
                <a:cubicBezTo>
                  <a:pt x="6594386" y="1207226"/>
                  <a:pt x="6576496" y="1189335"/>
                  <a:pt x="6576496" y="1167267"/>
                </a:cubicBezTo>
                <a:cubicBezTo>
                  <a:pt x="6576496" y="1145196"/>
                  <a:pt x="6594386" y="1127306"/>
                  <a:pt x="6616456" y="1127306"/>
                </a:cubicBezTo>
                <a:cubicBezTo>
                  <a:pt x="6627490" y="1127306"/>
                  <a:pt x="6637481" y="1131780"/>
                  <a:pt x="6644711" y="1139010"/>
                </a:cubicBezTo>
                <a:lnTo>
                  <a:pt x="6652930" y="1158854"/>
                </a:lnTo>
                <a:lnTo>
                  <a:pt x="7111407" y="1160516"/>
                </a:lnTo>
                <a:lnTo>
                  <a:pt x="7114852" y="1160516"/>
                </a:lnTo>
                <a:lnTo>
                  <a:pt x="7117329" y="1162908"/>
                </a:lnTo>
                <a:cubicBezTo>
                  <a:pt x="7216106" y="1257809"/>
                  <a:pt x="7312799" y="1355473"/>
                  <a:pt x="7406306" y="1449947"/>
                </a:cubicBezTo>
                <a:cubicBezTo>
                  <a:pt x="7500381" y="1544963"/>
                  <a:pt x="7597674" y="1643252"/>
                  <a:pt x="7698413" y="1740115"/>
                </a:cubicBezTo>
                <a:cubicBezTo>
                  <a:pt x="7703625" y="1745328"/>
                  <a:pt x="7708781" y="1755181"/>
                  <a:pt x="7708781" y="1765663"/>
                </a:cubicBezTo>
                <a:lnTo>
                  <a:pt x="7708781" y="1766063"/>
                </a:lnTo>
                <a:cubicBezTo>
                  <a:pt x="7704365" y="1861047"/>
                  <a:pt x="7704992" y="1958939"/>
                  <a:pt x="7705619" y="2053612"/>
                </a:cubicBezTo>
                <a:cubicBezTo>
                  <a:pt x="7706075" y="2123393"/>
                  <a:pt x="7706558" y="2195480"/>
                  <a:pt x="7704992" y="2265829"/>
                </a:cubicBezTo>
                <a:lnTo>
                  <a:pt x="7705932" y="2266770"/>
                </a:lnTo>
                <a:cubicBezTo>
                  <a:pt x="7979100" y="2542102"/>
                  <a:pt x="8257566" y="2822733"/>
                  <a:pt x="8537854" y="3103106"/>
                </a:cubicBezTo>
                <a:close/>
                <a:moveTo>
                  <a:pt x="4897079" y="3103106"/>
                </a:moveTo>
                <a:lnTo>
                  <a:pt x="4692722" y="3103106"/>
                </a:lnTo>
                <a:cubicBezTo>
                  <a:pt x="4689930" y="3073685"/>
                  <a:pt x="4699786" y="3043295"/>
                  <a:pt x="4722314" y="3020765"/>
                </a:cubicBezTo>
                <a:cubicBezTo>
                  <a:pt x="4732333" y="3010747"/>
                  <a:pt x="4743909" y="3003233"/>
                  <a:pt x="4756264" y="2998224"/>
                </a:cubicBezTo>
                <a:lnTo>
                  <a:pt x="4789220" y="2991813"/>
                </a:lnTo>
                <a:lnTo>
                  <a:pt x="4786226" y="2643383"/>
                </a:lnTo>
                <a:lnTo>
                  <a:pt x="4787029" y="2445171"/>
                </a:lnTo>
                <a:lnTo>
                  <a:pt x="4769304" y="2440900"/>
                </a:lnTo>
                <a:cubicBezTo>
                  <a:pt x="4754401" y="2434089"/>
                  <a:pt x="4742096" y="2421593"/>
                  <a:pt x="4735921" y="2405026"/>
                </a:cubicBezTo>
                <a:cubicBezTo>
                  <a:pt x="4723573" y="2371891"/>
                  <a:pt x="4740424" y="2335019"/>
                  <a:pt x="4773557" y="2322670"/>
                </a:cubicBezTo>
                <a:cubicBezTo>
                  <a:pt x="4806692" y="2310320"/>
                  <a:pt x="4843563" y="2327172"/>
                  <a:pt x="4855912" y="2360306"/>
                </a:cubicBezTo>
                <a:cubicBezTo>
                  <a:pt x="4868262" y="2393440"/>
                  <a:pt x="4851412" y="2430313"/>
                  <a:pt x="4818276" y="2442661"/>
                </a:cubicBezTo>
                <a:lnTo>
                  <a:pt x="4804175" y="2444901"/>
                </a:lnTo>
                <a:lnTo>
                  <a:pt x="4803371" y="2643610"/>
                </a:lnTo>
                <a:lnTo>
                  <a:pt x="4806498" y="2992968"/>
                </a:lnTo>
                <a:lnTo>
                  <a:pt x="4833520" y="2998224"/>
                </a:lnTo>
                <a:cubicBezTo>
                  <a:pt x="4845879" y="3003233"/>
                  <a:pt x="4857461" y="3010747"/>
                  <a:pt x="4867487" y="3020765"/>
                </a:cubicBezTo>
                <a:cubicBezTo>
                  <a:pt x="4890015" y="3043295"/>
                  <a:pt x="4899869" y="3073685"/>
                  <a:pt x="4897079" y="3103106"/>
                </a:cubicBezTo>
                <a:close/>
                <a:moveTo>
                  <a:pt x="4501864" y="3103107"/>
                </a:moveTo>
                <a:lnTo>
                  <a:pt x="4297508" y="3103107"/>
                </a:lnTo>
                <a:cubicBezTo>
                  <a:pt x="4294717" y="3073686"/>
                  <a:pt x="4304571" y="3043296"/>
                  <a:pt x="4327100" y="3020766"/>
                </a:cubicBezTo>
                <a:cubicBezTo>
                  <a:pt x="4337126" y="3010748"/>
                  <a:pt x="4348707" y="3003234"/>
                  <a:pt x="4361066" y="2998225"/>
                </a:cubicBezTo>
                <a:lnTo>
                  <a:pt x="4388088" y="2992969"/>
                </a:lnTo>
                <a:lnTo>
                  <a:pt x="4391216" y="2643609"/>
                </a:lnTo>
                <a:lnTo>
                  <a:pt x="4390412" y="2444900"/>
                </a:lnTo>
                <a:lnTo>
                  <a:pt x="4376310" y="2442660"/>
                </a:lnTo>
                <a:cubicBezTo>
                  <a:pt x="4343175" y="2430312"/>
                  <a:pt x="4326325" y="2393439"/>
                  <a:pt x="4338674" y="2360305"/>
                </a:cubicBezTo>
                <a:cubicBezTo>
                  <a:pt x="4351023" y="2327171"/>
                  <a:pt x="4387894" y="2310319"/>
                  <a:pt x="4421030" y="2322669"/>
                </a:cubicBezTo>
                <a:cubicBezTo>
                  <a:pt x="4454163" y="2335018"/>
                  <a:pt x="4471014" y="2371890"/>
                  <a:pt x="4458665" y="2405025"/>
                </a:cubicBezTo>
                <a:cubicBezTo>
                  <a:pt x="4452490" y="2421592"/>
                  <a:pt x="4440185" y="2434089"/>
                  <a:pt x="4425282" y="2440900"/>
                </a:cubicBezTo>
                <a:lnTo>
                  <a:pt x="4407558" y="2445170"/>
                </a:lnTo>
                <a:lnTo>
                  <a:pt x="4408361" y="2643382"/>
                </a:lnTo>
                <a:lnTo>
                  <a:pt x="4405366" y="2991814"/>
                </a:lnTo>
                <a:lnTo>
                  <a:pt x="4438322" y="2998225"/>
                </a:lnTo>
                <a:cubicBezTo>
                  <a:pt x="4450677" y="3003234"/>
                  <a:pt x="4462254" y="3010748"/>
                  <a:pt x="4472272" y="3020766"/>
                </a:cubicBezTo>
                <a:cubicBezTo>
                  <a:pt x="4494801" y="3043296"/>
                  <a:pt x="4504656" y="3073686"/>
                  <a:pt x="4501864" y="3103107"/>
                </a:cubicBezTo>
                <a:close/>
                <a:moveTo>
                  <a:pt x="4158206" y="3103108"/>
                </a:moveTo>
                <a:lnTo>
                  <a:pt x="4084096" y="3103108"/>
                </a:lnTo>
                <a:cubicBezTo>
                  <a:pt x="4078287" y="3088696"/>
                  <a:pt x="4081220" y="3071578"/>
                  <a:pt x="4092898" y="3059872"/>
                </a:cubicBezTo>
                <a:lnTo>
                  <a:pt x="4117735" y="3049581"/>
                </a:lnTo>
                <a:lnTo>
                  <a:pt x="4117735" y="2748834"/>
                </a:lnTo>
                <a:lnTo>
                  <a:pt x="4099421" y="2793057"/>
                </a:lnTo>
                <a:cubicBezTo>
                  <a:pt x="4086916" y="2805560"/>
                  <a:pt x="4070525" y="2811812"/>
                  <a:pt x="4054134" y="2811812"/>
                </a:cubicBezTo>
                <a:cubicBezTo>
                  <a:pt x="4037743" y="2811812"/>
                  <a:pt x="4021353" y="2805560"/>
                  <a:pt x="4008849" y="2793057"/>
                </a:cubicBezTo>
                <a:cubicBezTo>
                  <a:pt x="3983841" y="2768049"/>
                  <a:pt x="3983841" y="2727492"/>
                  <a:pt x="4008849" y="2702486"/>
                </a:cubicBezTo>
                <a:lnTo>
                  <a:pt x="4045560" y="2687281"/>
                </a:lnTo>
                <a:lnTo>
                  <a:pt x="4045560" y="2510802"/>
                </a:lnTo>
                <a:lnTo>
                  <a:pt x="3620691" y="2085933"/>
                </a:lnTo>
                <a:lnTo>
                  <a:pt x="3607569" y="2094780"/>
                </a:lnTo>
                <a:cubicBezTo>
                  <a:pt x="3599909" y="2098020"/>
                  <a:pt x="3591488" y="2099810"/>
                  <a:pt x="3582648" y="2099810"/>
                </a:cubicBezTo>
                <a:cubicBezTo>
                  <a:pt x="3547286" y="2099810"/>
                  <a:pt x="3518621" y="2071146"/>
                  <a:pt x="3518621" y="2035784"/>
                </a:cubicBezTo>
                <a:cubicBezTo>
                  <a:pt x="3518621" y="2000423"/>
                  <a:pt x="3547286" y="1971757"/>
                  <a:pt x="3582648" y="1971757"/>
                </a:cubicBezTo>
                <a:cubicBezTo>
                  <a:pt x="3618008" y="1971757"/>
                  <a:pt x="3646675" y="2000423"/>
                  <a:pt x="3646675" y="2035784"/>
                </a:cubicBezTo>
                <a:lnTo>
                  <a:pt x="3631475" y="2072479"/>
                </a:lnTo>
                <a:lnTo>
                  <a:pt x="4062706" y="2503711"/>
                </a:lnTo>
                <a:lnTo>
                  <a:pt x="4062706" y="2687280"/>
                </a:lnTo>
                <a:lnTo>
                  <a:pt x="4099421" y="2702486"/>
                </a:lnTo>
                <a:lnTo>
                  <a:pt x="4117735" y="2746707"/>
                </a:lnTo>
                <a:lnTo>
                  <a:pt x="4117735" y="2352786"/>
                </a:lnTo>
                <a:lnTo>
                  <a:pt x="3888822" y="2123873"/>
                </a:lnTo>
                <a:lnTo>
                  <a:pt x="3863990" y="2134162"/>
                </a:lnTo>
                <a:cubicBezTo>
                  <a:pt x="3853766" y="2134162"/>
                  <a:pt x="3843540" y="2130260"/>
                  <a:pt x="3835736" y="2122456"/>
                </a:cubicBezTo>
                <a:cubicBezTo>
                  <a:pt x="3820127" y="2106847"/>
                  <a:pt x="3820127" y="2081556"/>
                  <a:pt x="3835736" y="2065948"/>
                </a:cubicBezTo>
                <a:cubicBezTo>
                  <a:pt x="3851344" y="2050341"/>
                  <a:pt x="3876637" y="2050341"/>
                  <a:pt x="3892244" y="2065948"/>
                </a:cubicBezTo>
                <a:cubicBezTo>
                  <a:pt x="3900047" y="2073752"/>
                  <a:pt x="3903950" y="2083976"/>
                  <a:pt x="3903950" y="2094201"/>
                </a:cubicBezTo>
                <a:lnTo>
                  <a:pt x="3893663" y="2119029"/>
                </a:lnTo>
                <a:lnTo>
                  <a:pt x="4117735" y="2343083"/>
                </a:lnTo>
                <a:lnTo>
                  <a:pt x="4117735" y="2144576"/>
                </a:lnTo>
                <a:lnTo>
                  <a:pt x="4088576" y="2115418"/>
                </a:lnTo>
                <a:lnTo>
                  <a:pt x="4075465" y="2124258"/>
                </a:lnTo>
                <a:cubicBezTo>
                  <a:pt x="4067805" y="2127497"/>
                  <a:pt x="4059383" y="2129288"/>
                  <a:pt x="4050543" y="2129288"/>
                </a:cubicBezTo>
                <a:cubicBezTo>
                  <a:pt x="4015182" y="2129288"/>
                  <a:pt x="3986517" y="2100624"/>
                  <a:pt x="3986517" y="2065262"/>
                </a:cubicBezTo>
                <a:cubicBezTo>
                  <a:pt x="3986517" y="2029901"/>
                  <a:pt x="4015182" y="2001235"/>
                  <a:pt x="4050543" y="2001235"/>
                </a:cubicBezTo>
                <a:cubicBezTo>
                  <a:pt x="4085904" y="2001235"/>
                  <a:pt x="4114570" y="2029901"/>
                  <a:pt x="4114570" y="2065262"/>
                </a:cubicBezTo>
                <a:lnTo>
                  <a:pt x="4099368" y="2101961"/>
                </a:lnTo>
                <a:lnTo>
                  <a:pt x="4117735" y="2120328"/>
                </a:lnTo>
                <a:lnTo>
                  <a:pt x="4117735" y="1837548"/>
                </a:lnTo>
                <a:lnTo>
                  <a:pt x="3135401" y="855218"/>
                </a:lnTo>
                <a:lnTo>
                  <a:pt x="3135401" y="78504"/>
                </a:lnTo>
                <a:lnTo>
                  <a:pt x="3110565" y="68214"/>
                </a:lnTo>
                <a:cubicBezTo>
                  <a:pt x="3094956" y="52607"/>
                  <a:pt x="3094956" y="27314"/>
                  <a:pt x="3110565" y="11706"/>
                </a:cubicBezTo>
                <a:cubicBezTo>
                  <a:pt x="3126172" y="-3903"/>
                  <a:pt x="3151465" y="-3903"/>
                  <a:pt x="3167072" y="11706"/>
                </a:cubicBezTo>
                <a:cubicBezTo>
                  <a:pt x="3182681" y="27314"/>
                  <a:pt x="3182681" y="52607"/>
                  <a:pt x="3167072" y="68214"/>
                </a:cubicBezTo>
                <a:lnTo>
                  <a:pt x="3142265" y="78491"/>
                </a:lnTo>
                <a:lnTo>
                  <a:pt x="3142266" y="852371"/>
                </a:lnTo>
                <a:lnTo>
                  <a:pt x="4123573" y="1833705"/>
                </a:lnTo>
                <a:lnTo>
                  <a:pt x="4124598" y="1834701"/>
                </a:lnTo>
                <a:lnTo>
                  <a:pt x="4124598" y="2127191"/>
                </a:lnTo>
                <a:lnTo>
                  <a:pt x="4220440" y="2223033"/>
                </a:lnTo>
                <a:lnTo>
                  <a:pt x="4233567" y="2214183"/>
                </a:lnTo>
                <a:cubicBezTo>
                  <a:pt x="4241227" y="2210942"/>
                  <a:pt x="4249650" y="2209151"/>
                  <a:pt x="4258490" y="2209151"/>
                </a:cubicBezTo>
                <a:cubicBezTo>
                  <a:pt x="4293850" y="2209151"/>
                  <a:pt x="4322516" y="2237817"/>
                  <a:pt x="4322516" y="2273178"/>
                </a:cubicBezTo>
                <a:cubicBezTo>
                  <a:pt x="4322516" y="2308539"/>
                  <a:pt x="4293850" y="2337204"/>
                  <a:pt x="4258490" y="2337204"/>
                </a:cubicBezTo>
                <a:cubicBezTo>
                  <a:pt x="4223128" y="2337204"/>
                  <a:pt x="4194463" y="2308539"/>
                  <a:pt x="4194463" y="2273178"/>
                </a:cubicBezTo>
                <a:lnTo>
                  <a:pt x="4209656" y="2236497"/>
                </a:lnTo>
                <a:lnTo>
                  <a:pt x="4124598" y="2151440"/>
                </a:lnTo>
                <a:lnTo>
                  <a:pt x="4124598" y="2349946"/>
                </a:lnTo>
                <a:lnTo>
                  <a:pt x="4242482" y="2467821"/>
                </a:lnTo>
                <a:lnTo>
                  <a:pt x="4242482" y="2851079"/>
                </a:lnTo>
                <a:lnTo>
                  <a:pt x="4267288" y="2861356"/>
                </a:lnTo>
                <a:cubicBezTo>
                  <a:pt x="4282898" y="2876964"/>
                  <a:pt x="4282898" y="2902257"/>
                  <a:pt x="4267288" y="2917864"/>
                </a:cubicBezTo>
                <a:cubicBezTo>
                  <a:pt x="4259485" y="2925667"/>
                  <a:pt x="4249260" y="2929570"/>
                  <a:pt x="4239035" y="2929570"/>
                </a:cubicBezTo>
                <a:cubicBezTo>
                  <a:pt x="4228810" y="2929570"/>
                  <a:pt x="4218585" y="2925667"/>
                  <a:pt x="4210782" y="2917864"/>
                </a:cubicBezTo>
                <a:cubicBezTo>
                  <a:pt x="4195173" y="2902257"/>
                  <a:pt x="4195173" y="2876964"/>
                  <a:pt x="4210782" y="2861356"/>
                </a:cubicBezTo>
                <a:lnTo>
                  <a:pt x="4235617" y="2851066"/>
                </a:lnTo>
                <a:lnTo>
                  <a:pt x="4235617" y="2470669"/>
                </a:lnTo>
                <a:lnTo>
                  <a:pt x="4124598" y="2359650"/>
                </a:lnTo>
                <a:lnTo>
                  <a:pt x="4124598" y="3049594"/>
                </a:lnTo>
                <a:lnTo>
                  <a:pt x="4149404" y="3059872"/>
                </a:lnTo>
                <a:cubicBezTo>
                  <a:pt x="4161083" y="3071549"/>
                  <a:pt x="4164016" y="3088696"/>
                  <a:pt x="4158206" y="3103108"/>
                </a:cubicBezTo>
                <a:close/>
                <a:moveTo>
                  <a:pt x="5110490" y="3103109"/>
                </a:moveTo>
                <a:lnTo>
                  <a:pt x="5036381" y="3103109"/>
                </a:lnTo>
                <a:cubicBezTo>
                  <a:pt x="5030570" y="3088697"/>
                  <a:pt x="5033503" y="3071550"/>
                  <a:pt x="5045182" y="3059873"/>
                </a:cubicBezTo>
                <a:lnTo>
                  <a:pt x="5069988" y="3049595"/>
                </a:lnTo>
                <a:lnTo>
                  <a:pt x="5069988" y="2359649"/>
                </a:lnTo>
                <a:lnTo>
                  <a:pt x="4958969" y="2470669"/>
                </a:lnTo>
                <a:lnTo>
                  <a:pt x="4958969" y="2851065"/>
                </a:lnTo>
                <a:lnTo>
                  <a:pt x="4983804" y="2861355"/>
                </a:lnTo>
                <a:cubicBezTo>
                  <a:pt x="4999413" y="2876963"/>
                  <a:pt x="4999413" y="2902256"/>
                  <a:pt x="4983804" y="2917863"/>
                </a:cubicBezTo>
                <a:cubicBezTo>
                  <a:pt x="4976001" y="2925666"/>
                  <a:pt x="4965776" y="2929569"/>
                  <a:pt x="4955551" y="2929569"/>
                </a:cubicBezTo>
                <a:cubicBezTo>
                  <a:pt x="4945326" y="2929569"/>
                  <a:pt x="4935102" y="2925666"/>
                  <a:pt x="4927298" y="2917863"/>
                </a:cubicBezTo>
                <a:cubicBezTo>
                  <a:pt x="4911688" y="2902256"/>
                  <a:pt x="4911688" y="2876963"/>
                  <a:pt x="4927298" y="2861355"/>
                </a:cubicBezTo>
                <a:lnTo>
                  <a:pt x="4952104" y="2851078"/>
                </a:lnTo>
                <a:lnTo>
                  <a:pt x="4952104" y="2467820"/>
                </a:lnTo>
                <a:lnTo>
                  <a:pt x="5069988" y="2349945"/>
                </a:lnTo>
                <a:lnTo>
                  <a:pt x="5069988" y="2151439"/>
                </a:lnTo>
                <a:lnTo>
                  <a:pt x="4984930" y="2236496"/>
                </a:lnTo>
                <a:lnTo>
                  <a:pt x="5000123" y="2273176"/>
                </a:lnTo>
                <a:cubicBezTo>
                  <a:pt x="5000123" y="2308538"/>
                  <a:pt x="4971459" y="2337203"/>
                  <a:pt x="4936097" y="2337203"/>
                </a:cubicBezTo>
                <a:cubicBezTo>
                  <a:pt x="4900736" y="2337203"/>
                  <a:pt x="4872070" y="2308538"/>
                  <a:pt x="4872070" y="2273176"/>
                </a:cubicBezTo>
                <a:cubicBezTo>
                  <a:pt x="4872070" y="2237816"/>
                  <a:pt x="4900736" y="2209150"/>
                  <a:pt x="4936097" y="2209150"/>
                </a:cubicBezTo>
                <a:cubicBezTo>
                  <a:pt x="4944937" y="2209150"/>
                  <a:pt x="4953360" y="2210941"/>
                  <a:pt x="4961020" y="2214182"/>
                </a:cubicBezTo>
                <a:lnTo>
                  <a:pt x="4974147" y="2223032"/>
                </a:lnTo>
                <a:lnTo>
                  <a:pt x="5069988" y="2127190"/>
                </a:lnTo>
                <a:lnTo>
                  <a:pt x="5069988" y="1834702"/>
                </a:lnTo>
                <a:lnTo>
                  <a:pt x="5071013" y="1833706"/>
                </a:lnTo>
                <a:lnTo>
                  <a:pt x="6052320" y="852372"/>
                </a:lnTo>
                <a:lnTo>
                  <a:pt x="6052321" y="78492"/>
                </a:lnTo>
                <a:lnTo>
                  <a:pt x="6027513" y="68215"/>
                </a:lnTo>
                <a:cubicBezTo>
                  <a:pt x="6011905" y="52608"/>
                  <a:pt x="6011905" y="27316"/>
                  <a:pt x="6027513" y="11707"/>
                </a:cubicBezTo>
                <a:cubicBezTo>
                  <a:pt x="6043121" y="-3902"/>
                  <a:pt x="6068414" y="-3902"/>
                  <a:pt x="6084021" y="11707"/>
                </a:cubicBezTo>
                <a:cubicBezTo>
                  <a:pt x="6099630" y="27316"/>
                  <a:pt x="6099630" y="52608"/>
                  <a:pt x="6084021" y="68215"/>
                </a:cubicBezTo>
                <a:lnTo>
                  <a:pt x="6059184" y="78505"/>
                </a:lnTo>
                <a:lnTo>
                  <a:pt x="6059184" y="855219"/>
                </a:lnTo>
                <a:lnTo>
                  <a:pt x="5076851" y="1837549"/>
                </a:lnTo>
                <a:lnTo>
                  <a:pt x="5076852" y="2120327"/>
                </a:lnTo>
                <a:lnTo>
                  <a:pt x="5095218" y="2101960"/>
                </a:lnTo>
                <a:lnTo>
                  <a:pt x="5080016" y="2065261"/>
                </a:lnTo>
                <a:cubicBezTo>
                  <a:pt x="5080016" y="2029900"/>
                  <a:pt x="5108682" y="2001234"/>
                  <a:pt x="5144043" y="2001234"/>
                </a:cubicBezTo>
                <a:cubicBezTo>
                  <a:pt x="5179405" y="2001234"/>
                  <a:pt x="5208070" y="2029900"/>
                  <a:pt x="5208070" y="2065261"/>
                </a:cubicBezTo>
                <a:cubicBezTo>
                  <a:pt x="5208070" y="2100623"/>
                  <a:pt x="5179405" y="2129287"/>
                  <a:pt x="5144043" y="2129287"/>
                </a:cubicBezTo>
                <a:cubicBezTo>
                  <a:pt x="5135203" y="2129287"/>
                  <a:pt x="5126781" y="2127496"/>
                  <a:pt x="5119122" y="2124257"/>
                </a:cubicBezTo>
                <a:lnTo>
                  <a:pt x="5106010" y="2115417"/>
                </a:lnTo>
                <a:lnTo>
                  <a:pt x="5076852" y="2144575"/>
                </a:lnTo>
                <a:lnTo>
                  <a:pt x="5076852" y="2343082"/>
                </a:lnTo>
                <a:lnTo>
                  <a:pt x="5300923" y="2119028"/>
                </a:lnTo>
                <a:lnTo>
                  <a:pt x="5290637" y="2094200"/>
                </a:lnTo>
                <a:cubicBezTo>
                  <a:pt x="5290637" y="2083975"/>
                  <a:pt x="5294539" y="2073751"/>
                  <a:pt x="5302343" y="2065947"/>
                </a:cubicBezTo>
                <a:cubicBezTo>
                  <a:pt x="5317950" y="2050340"/>
                  <a:pt x="5343242" y="2050340"/>
                  <a:pt x="5358850" y="2065947"/>
                </a:cubicBezTo>
                <a:cubicBezTo>
                  <a:pt x="5374459" y="2081555"/>
                  <a:pt x="5374459" y="2106846"/>
                  <a:pt x="5358850" y="2122455"/>
                </a:cubicBezTo>
                <a:cubicBezTo>
                  <a:pt x="5351047" y="2130258"/>
                  <a:pt x="5340821" y="2134161"/>
                  <a:pt x="5330596" y="2134161"/>
                </a:cubicBezTo>
                <a:lnTo>
                  <a:pt x="5305764" y="2123872"/>
                </a:lnTo>
                <a:lnTo>
                  <a:pt x="5076852" y="2352785"/>
                </a:lnTo>
                <a:lnTo>
                  <a:pt x="5076852" y="2746706"/>
                </a:lnTo>
                <a:lnTo>
                  <a:pt x="5095166" y="2702485"/>
                </a:lnTo>
                <a:lnTo>
                  <a:pt x="5131880" y="2687279"/>
                </a:lnTo>
                <a:lnTo>
                  <a:pt x="5131880" y="2503710"/>
                </a:lnTo>
                <a:lnTo>
                  <a:pt x="5563111" y="2072478"/>
                </a:lnTo>
                <a:lnTo>
                  <a:pt x="5547911" y="2035783"/>
                </a:lnTo>
                <a:cubicBezTo>
                  <a:pt x="5547911" y="2000422"/>
                  <a:pt x="5576578" y="1971756"/>
                  <a:pt x="5611938" y="1971756"/>
                </a:cubicBezTo>
                <a:cubicBezTo>
                  <a:pt x="5647300" y="1971756"/>
                  <a:pt x="5675965" y="2000422"/>
                  <a:pt x="5675965" y="2035783"/>
                </a:cubicBezTo>
                <a:cubicBezTo>
                  <a:pt x="5675965" y="2071145"/>
                  <a:pt x="5647300" y="2099809"/>
                  <a:pt x="5611938" y="2099809"/>
                </a:cubicBezTo>
                <a:cubicBezTo>
                  <a:pt x="5603099" y="2099809"/>
                  <a:pt x="5594677" y="2098019"/>
                  <a:pt x="5587017" y="2094779"/>
                </a:cubicBezTo>
                <a:lnTo>
                  <a:pt x="5573895" y="2085932"/>
                </a:lnTo>
                <a:lnTo>
                  <a:pt x="5149027" y="2510801"/>
                </a:lnTo>
                <a:lnTo>
                  <a:pt x="5149027" y="2687280"/>
                </a:lnTo>
                <a:lnTo>
                  <a:pt x="5185738" y="2702485"/>
                </a:lnTo>
                <a:cubicBezTo>
                  <a:pt x="5210745" y="2727491"/>
                  <a:pt x="5210745" y="2768048"/>
                  <a:pt x="5185738" y="2793056"/>
                </a:cubicBezTo>
                <a:cubicBezTo>
                  <a:pt x="5173234" y="2805559"/>
                  <a:pt x="5156843" y="2811811"/>
                  <a:pt x="5140452" y="2811811"/>
                </a:cubicBezTo>
                <a:cubicBezTo>
                  <a:pt x="5124062" y="2811811"/>
                  <a:pt x="5107671" y="2805559"/>
                  <a:pt x="5095166" y="2793056"/>
                </a:cubicBezTo>
                <a:lnTo>
                  <a:pt x="5076852" y="2748834"/>
                </a:lnTo>
                <a:lnTo>
                  <a:pt x="5076852" y="3049582"/>
                </a:lnTo>
                <a:lnTo>
                  <a:pt x="5101688" y="3059873"/>
                </a:lnTo>
                <a:cubicBezTo>
                  <a:pt x="5113367" y="3071579"/>
                  <a:pt x="5116299" y="3088697"/>
                  <a:pt x="5110490" y="3103109"/>
                </a:cubicBezTo>
                <a:close/>
                <a:moveTo>
                  <a:pt x="243719" y="3103133"/>
                </a:moveTo>
                <a:lnTo>
                  <a:pt x="234005" y="3103133"/>
                </a:lnTo>
                <a:cubicBezTo>
                  <a:pt x="512385" y="2824697"/>
                  <a:pt x="789285" y="2545574"/>
                  <a:pt x="1060943" y="2271780"/>
                </a:cubicBezTo>
                <a:lnTo>
                  <a:pt x="1060943" y="1690673"/>
                </a:lnTo>
                <a:lnTo>
                  <a:pt x="1806763" y="944851"/>
                </a:lnTo>
                <a:lnTo>
                  <a:pt x="1808187" y="944851"/>
                </a:lnTo>
                <a:lnTo>
                  <a:pt x="2758804" y="944632"/>
                </a:lnTo>
                <a:lnTo>
                  <a:pt x="2769097" y="919785"/>
                </a:lnTo>
                <a:cubicBezTo>
                  <a:pt x="2776327" y="912554"/>
                  <a:pt x="2786317" y="908081"/>
                  <a:pt x="2797351" y="908081"/>
                </a:cubicBezTo>
                <a:cubicBezTo>
                  <a:pt x="2819422" y="908081"/>
                  <a:pt x="2837312" y="925971"/>
                  <a:pt x="2837312" y="948040"/>
                </a:cubicBezTo>
                <a:cubicBezTo>
                  <a:pt x="2837312" y="970110"/>
                  <a:pt x="2819422" y="988001"/>
                  <a:pt x="2797351" y="988001"/>
                </a:cubicBezTo>
                <a:cubicBezTo>
                  <a:pt x="2786317" y="988001"/>
                  <a:pt x="2776327" y="983528"/>
                  <a:pt x="2769097" y="976296"/>
                </a:cubicBezTo>
                <a:lnTo>
                  <a:pt x="2758823" y="951495"/>
                </a:lnTo>
                <a:lnTo>
                  <a:pt x="1809612" y="951715"/>
                </a:lnTo>
                <a:lnTo>
                  <a:pt x="1067807" y="1693520"/>
                </a:lnTo>
                <a:lnTo>
                  <a:pt x="1067807" y="2274572"/>
                </a:lnTo>
                <a:lnTo>
                  <a:pt x="1066468" y="2275939"/>
                </a:lnTo>
                <a:cubicBezTo>
                  <a:pt x="796207" y="2548366"/>
                  <a:pt x="520702" y="2826062"/>
                  <a:pt x="243719" y="3103133"/>
                </a:cubicBezTo>
                <a:close/>
                <a:moveTo>
                  <a:pt x="2958843" y="3103133"/>
                </a:moveTo>
                <a:lnTo>
                  <a:pt x="2949129" y="3103133"/>
                </a:lnTo>
                <a:lnTo>
                  <a:pt x="2949159" y="3103105"/>
                </a:lnTo>
                <a:lnTo>
                  <a:pt x="3668079" y="2385830"/>
                </a:lnTo>
                <a:lnTo>
                  <a:pt x="3657811" y="2361046"/>
                </a:lnTo>
                <a:cubicBezTo>
                  <a:pt x="3657811" y="2350821"/>
                  <a:pt x="3661713" y="2340595"/>
                  <a:pt x="3669517" y="2332792"/>
                </a:cubicBezTo>
                <a:cubicBezTo>
                  <a:pt x="3685124" y="2317183"/>
                  <a:pt x="3710417" y="2317183"/>
                  <a:pt x="3726025" y="2332792"/>
                </a:cubicBezTo>
                <a:cubicBezTo>
                  <a:pt x="3741633" y="2348400"/>
                  <a:pt x="3741633" y="2373692"/>
                  <a:pt x="3726025" y="2389301"/>
                </a:cubicBezTo>
                <a:cubicBezTo>
                  <a:pt x="3718221" y="2397104"/>
                  <a:pt x="3707996" y="2401005"/>
                  <a:pt x="3697771" y="2401005"/>
                </a:cubicBezTo>
                <a:lnTo>
                  <a:pt x="3672913" y="2390707"/>
                </a:lnTo>
                <a:close/>
                <a:moveTo>
                  <a:pt x="3176728" y="3103133"/>
                </a:moveTo>
                <a:lnTo>
                  <a:pt x="3152631" y="3103133"/>
                </a:lnTo>
                <a:cubicBezTo>
                  <a:pt x="3157844" y="3097837"/>
                  <a:pt x="3163114" y="3092509"/>
                  <a:pt x="3168325" y="3087240"/>
                </a:cubicBezTo>
                <a:lnTo>
                  <a:pt x="3402206" y="2853436"/>
                </a:lnTo>
                <a:lnTo>
                  <a:pt x="3394042" y="2833728"/>
                </a:lnTo>
                <a:cubicBezTo>
                  <a:pt x="3394042" y="2811658"/>
                  <a:pt x="3411934" y="2793768"/>
                  <a:pt x="3434002" y="2793768"/>
                </a:cubicBezTo>
                <a:cubicBezTo>
                  <a:pt x="3456072" y="2793768"/>
                  <a:pt x="3473962" y="2811658"/>
                  <a:pt x="3473962" y="2833728"/>
                </a:cubicBezTo>
                <a:cubicBezTo>
                  <a:pt x="3473962" y="2855796"/>
                  <a:pt x="3456072" y="2873688"/>
                  <a:pt x="3434002" y="2873688"/>
                </a:cubicBezTo>
                <a:lnTo>
                  <a:pt x="3414359" y="2865551"/>
                </a:lnTo>
                <a:lnTo>
                  <a:pt x="3180543" y="3099287"/>
                </a:lnTo>
                <a:lnTo>
                  <a:pt x="3180543" y="3099260"/>
                </a:lnTo>
                <a:cubicBezTo>
                  <a:pt x="3179290" y="3100541"/>
                  <a:pt x="3178009" y="3101823"/>
                  <a:pt x="3176728" y="3103133"/>
                </a:cubicBezTo>
                <a:close/>
                <a:moveTo>
                  <a:pt x="6041955" y="3103134"/>
                </a:moveTo>
                <a:lnTo>
                  <a:pt x="6017858" y="3103134"/>
                </a:lnTo>
                <a:cubicBezTo>
                  <a:pt x="6016577" y="3101824"/>
                  <a:pt x="6015296" y="3100542"/>
                  <a:pt x="6014043" y="3099261"/>
                </a:cubicBezTo>
                <a:lnTo>
                  <a:pt x="6014043" y="3099288"/>
                </a:lnTo>
                <a:lnTo>
                  <a:pt x="5780227" y="2865552"/>
                </a:lnTo>
                <a:lnTo>
                  <a:pt x="5760584" y="2873689"/>
                </a:lnTo>
                <a:cubicBezTo>
                  <a:pt x="5738513" y="2873689"/>
                  <a:pt x="5720624" y="2855797"/>
                  <a:pt x="5720624" y="2833729"/>
                </a:cubicBezTo>
                <a:cubicBezTo>
                  <a:pt x="5720624" y="2811659"/>
                  <a:pt x="5738513" y="2793769"/>
                  <a:pt x="5760584" y="2793769"/>
                </a:cubicBezTo>
                <a:cubicBezTo>
                  <a:pt x="5782652" y="2793769"/>
                  <a:pt x="5800544" y="2811659"/>
                  <a:pt x="5800544" y="2833729"/>
                </a:cubicBezTo>
                <a:lnTo>
                  <a:pt x="5792380" y="2853437"/>
                </a:lnTo>
                <a:lnTo>
                  <a:pt x="6026261" y="3087241"/>
                </a:lnTo>
                <a:cubicBezTo>
                  <a:pt x="6031472" y="3092510"/>
                  <a:pt x="6036742" y="3097838"/>
                  <a:pt x="6041955" y="3103134"/>
                </a:cubicBezTo>
                <a:close/>
                <a:moveTo>
                  <a:pt x="6245457" y="3103134"/>
                </a:moveTo>
                <a:lnTo>
                  <a:pt x="6235743" y="3103134"/>
                </a:lnTo>
                <a:lnTo>
                  <a:pt x="5521673" y="2390709"/>
                </a:lnTo>
                <a:lnTo>
                  <a:pt x="5496815" y="2401007"/>
                </a:lnTo>
                <a:cubicBezTo>
                  <a:pt x="5486590" y="2401007"/>
                  <a:pt x="5476365" y="2397105"/>
                  <a:pt x="5468561" y="2389302"/>
                </a:cubicBezTo>
                <a:cubicBezTo>
                  <a:pt x="5452953" y="2373693"/>
                  <a:pt x="5452953" y="2348401"/>
                  <a:pt x="5468561" y="2332793"/>
                </a:cubicBezTo>
                <a:cubicBezTo>
                  <a:pt x="5484169" y="2317184"/>
                  <a:pt x="5509462" y="2317184"/>
                  <a:pt x="5525070" y="2332793"/>
                </a:cubicBezTo>
                <a:cubicBezTo>
                  <a:pt x="5532873" y="2340596"/>
                  <a:pt x="5536776" y="2350822"/>
                  <a:pt x="5536776" y="2361047"/>
                </a:cubicBezTo>
                <a:lnTo>
                  <a:pt x="5526507" y="2385831"/>
                </a:lnTo>
                <a:lnTo>
                  <a:pt x="6245427" y="3103106"/>
                </a:lnTo>
                <a:close/>
                <a:moveTo>
                  <a:pt x="8960580" y="3103134"/>
                </a:moveTo>
                <a:lnTo>
                  <a:pt x="8950867" y="3103134"/>
                </a:lnTo>
                <a:cubicBezTo>
                  <a:pt x="8673884" y="2826063"/>
                  <a:pt x="8398379" y="2548367"/>
                  <a:pt x="8128118" y="2275940"/>
                </a:cubicBezTo>
                <a:lnTo>
                  <a:pt x="8126779" y="2274573"/>
                </a:lnTo>
                <a:lnTo>
                  <a:pt x="8126779" y="1693521"/>
                </a:lnTo>
                <a:lnTo>
                  <a:pt x="7384974" y="951716"/>
                </a:lnTo>
                <a:lnTo>
                  <a:pt x="6435763" y="951497"/>
                </a:lnTo>
                <a:lnTo>
                  <a:pt x="6425489" y="976298"/>
                </a:lnTo>
                <a:cubicBezTo>
                  <a:pt x="6418259" y="983529"/>
                  <a:pt x="6408269" y="988002"/>
                  <a:pt x="6397235" y="988002"/>
                </a:cubicBezTo>
                <a:cubicBezTo>
                  <a:pt x="6375164" y="988002"/>
                  <a:pt x="6357274" y="970111"/>
                  <a:pt x="6357274" y="948042"/>
                </a:cubicBezTo>
                <a:cubicBezTo>
                  <a:pt x="6357274" y="925972"/>
                  <a:pt x="6375164" y="908082"/>
                  <a:pt x="6397235" y="908082"/>
                </a:cubicBezTo>
                <a:cubicBezTo>
                  <a:pt x="6408269" y="908082"/>
                  <a:pt x="6418259" y="912555"/>
                  <a:pt x="6425489" y="919786"/>
                </a:cubicBezTo>
                <a:lnTo>
                  <a:pt x="6435782" y="944633"/>
                </a:lnTo>
                <a:lnTo>
                  <a:pt x="7386399" y="944852"/>
                </a:lnTo>
                <a:lnTo>
                  <a:pt x="7387822" y="944852"/>
                </a:lnTo>
                <a:lnTo>
                  <a:pt x="8133642" y="1690674"/>
                </a:lnTo>
                <a:lnTo>
                  <a:pt x="8133642" y="2271781"/>
                </a:lnTo>
                <a:cubicBezTo>
                  <a:pt x="8405300" y="2545575"/>
                  <a:pt x="8682200" y="2824698"/>
                  <a:pt x="8960580" y="3103134"/>
                </a:cubicBezTo>
                <a:close/>
                <a:moveTo>
                  <a:pt x="986064" y="3103191"/>
                </a:moveTo>
                <a:lnTo>
                  <a:pt x="961714" y="3103191"/>
                </a:lnTo>
                <a:cubicBezTo>
                  <a:pt x="1139752" y="2926605"/>
                  <a:pt x="1322604" y="2744806"/>
                  <a:pt x="1499845" y="2561698"/>
                </a:cubicBezTo>
                <a:lnTo>
                  <a:pt x="1501897" y="2559590"/>
                </a:lnTo>
                <a:lnTo>
                  <a:pt x="1504802" y="2559163"/>
                </a:lnTo>
                <a:cubicBezTo>
                  <a:pt x="1554304" y="2552099"/>
                  <a:pt x="1602978" y="2553522"/>
                  <a:pt x="1650059" y="2554891"/>
                </a:cubicBezTo>
                <a:cubicBezTo>
                  <a:pt x="1680191" y="2555773"/>
                  <a:pt x="1711322" y="2556685"/>
                  <a:pt x="1742481" y="2555374"/>
                </a:cubicBezTo>
                <a:cubicBezTo>
                  <a:pt x="1842253" y="2455602"/>
                  <a:pt x="1943705" y="2353694"/>
                  <a:pt x="2041852" y="2255148"/>
                </a:cubicBezTo>
                <a:cubicBezTo>
                  <a:pt x="2239800" y="2056345"/>
                  <a:pt x="2444469" y="1850795"/>
                  <a:pt x="2647827" y="1650002"/>
                </a:cubicBezTo>
                <a:cubicBezTo>
                  <a:pt x="2646374" y="1617816"/>
                  <a:pt x="2646831" y="1585975"/>
                  <a:pt x="2647287" y="1555129"/>
                </a:cubicBezTo>
                <a:cubicBezTo>
                  <a:pt x="2647913" y="1513003"/>
                  <a:pt x="2648540" y="1469456"/>
                  <a:pt x="2644153" y="1425708"/>
                </a:cubicBezTo>
                <a:lnTo>
                  <a:pt x="2644153" y="1424854"/>
                </a:lnTo>
                <a:cubicBezTo>
                  <a:pt x="2644125" y="1415084"/>
                  <a:pt x="2648511" y="1406283"/>
                  <a:pt x="2652754" y="1397766"/>
                </a:cubicBezTo>
                <a:lnTo>
                  <a:pt x="2653297" y="1396685"/>
                </a:lnTo>
                <a:lnTo>
                  <a:pt x="2654123" y="1395774"/>
                </a:lnTo>
                <a:cubicBezTo>
                  <a:pt x="2707550" y="1338041"/>
                  <a:pt x="2763004" y="1284239"/>
                  <a:pt x="2816635" y="1232203"/>
                </a:cubicBezTo>
                <a:lnTo>
                  <a:pt x="2906590" y="1142750"/>
                </a:lnTo>
                <a:lnTo>
                  <a:pt x="2891441" y="1106172"/>
                </a:lnTo>
                <a:cubicBezTo>
                  <a:pt x="2891441" y="1089781"/>
                  <a:pt x="2897692" y="1073389"/>
                  <a:pt x="2910196" y="1060886"/>
                </a:cubicBezTo>
                <a:cubicBezTo>
                  <a:pt x="2935204" y="1035879"/>
                  <a:pt x="2975762" y="1035879"/>
                  <a:pt x="3000768" y="1060886"/>
                </a:cubicBezTo>
                <a:cubicBezTo>
                  <a:pt x="3025774" y="1085893"/>
                  <a:pt x="3025774" y="1126450"/>
                  <a:pt x="3000768" y="1151459"/>
                </a:cubicBezTo>
                <a:cubicBezTo>
                  <a:pt x="2988264" y="1163961"/>
                  <a:pt x="2971873" y="1170213"/>
                  <a:pt x="2955483" y="1170213"/>
                </a:cubicBezTo>
                <a:lnTo>
                  <a:pt x="2918654" y="1154961"/>
                </a:lnTo>
                <a:lnTo>
                  <a:pt x="2828596" y="1244536"/>
                </a:lnTo>
                <a:lnTo>
                  <a:pt x="2828626" y="1244422"/>
                </a:lnTo>
                <a:cubicBezTo>
                  <a:pt x="2775450" y="1296030"/>
                  <a:pt x="2720453" y="1349405"/>
                  <a:pt x="2667593" y="1406455"/>
                </a:cubicBezTo>
                <a:cubicBezTo>
                  <a:pt x="2664376" y="1412920"/>
                  <a:pt x="2661443" y="1419043"/>
                  <a:pt x="2661299" y="1424397"/>
                </a:cubicBezTo>
                <a:cubicBezTo>
                  <a:pt x="2665715" y="1468971"/>
                  <a:pt x="2665087" y="1512862"/>
                  <a:pt x="2664462" y="1555329"/>
                </a:cubicBezTo>
                <a:cubicBezTo>
                  <a:pt x="2664005" y="1587112"/>
                  <a:pt x="2663522" y="1619981"/>
                  <a:pt x="2665172" y="1652935"/>
                </a:cubicBezTo>
                <a:lnTo>
                  <a:pt x="2665373" y="1656779"/>
                </a:lnTo>
                <a:lnTo>
                  <a:pt x="2662638" y="1659485"/>
                </a:lnTo>
                <a:cubicBezTo>
                  <a:pt x="2458453" y="1861104"/>
                  <a:pt x="2252871" y="2067567"/>
                  <a:pt x="2054043" y="2267225"/>
                </a:cubicBezTo>
                <a:cubicBezTo>
                  <a:pt x="1955125" y="2366568"/>
                  <a:pt x="1852821" y="2469301"/>
                  <a:pt x="1752279" y="2569843"/>
                </a:cubicBezTo>
                <a:lnTo>
                  <a:pt x="1749943" y="2572178"/>
                </a:lnTo>
                <a:lnTo>
                  <a:pt x="1746640" y="2572350"/>
                </a:lnTo>
                <a:cubicBezTo>
                  <a:pt x="1713715" y="2573916"/>
                  <a:pt x="1681132" y="2572977"/>
                  <a:pt x="1649574" y="2572037"/>
                </a:cubicBezTo>
                <a:cubicBezTo>
                  <a:pt x="1604145" y="2570697"/>
                  <a:pt x="1557208" y="2569331"/>
                  <a:pt x="1510128" y="2575739"/>
                </a:cubicBezTo>
                <a:cubicBezTo>
                  <a:pt x="1337473" y="2754035"/>
                  <a:pt x="1159604" y="2931049"/>
                  <a:pt x="986064" y="3103191"/>
                </a:cubicBezTo>
                <a:close/>
                <a:moveTo>
                  <a:pt x="8232872" y="3103192"/>
                </a:moveTo>
                <a:lnTo>
                  <a:pt x="8208521" y="3103192"/>
                </a:lnTo>
                <a:cubicBezTo>
                  <a:pt x="8034981" y="2931050"/>
                  <a:pt x="7857113" y="2754036"/>
                  <a:pt x="7684458" y="2575740"/>
                </a:cubicBezTo>
                <a:cubicBezTo>
                  <a:pt x="7637377" y="2569332"/>
                  <a:pt x="7590440" y="2570698"/>
                  <a:pt x="7545011" y="2572038"/>
                </a:cubicBezTo>
                <a:cubicBezTo>
                  <a:pt x="7513453" y="2572978"/>
                  <a:pt x="7480871" y="2573917"/>
                  <a:pt x="7447945" y="2572351"/>
                </a:cubicBezTo>
                <a:lnTo>
                  <a:pt x="7444643" y="2572179"/>
                </a:lnTo>
                <a:lnTo>
                  <a:pt x="7442307" y="2569844"/>
                </a:lnTo>
                <a:cubicBezTo>
                  <a:pt x="7341765" y="2469302"/>
                  <a:pt x="7239460" y="2366569"/>
                  <a:pt x="7140543" y="2267226"/>
                </a:cubicBezTo>
                <a:cubicBezTo>
                  <a:pt x="6941715" y="2067568"/>
                  <a:pt x="6736133" y="1861105"/>
                  <a:pt x="6531948" y="1659486"/>
                </a:cubicBezTo>
                <a:lnTo>
                  <a:pt x="6529212" y="1656780"/>
                </a:lnTo>
                <a:lnTo>
                  <a:pt x="6529414" y="1652936"/>
                </a:lnTo>
                <a:cubicBezTo>
                  <a:pt x="6531064" y="1619982"/>
                  <a:pt x="6530581" y="1587114"/>
                  <a:pt x="6530124" y="1555330"/>
                </a:cubicBezTo>
                <a:cubicBezTo>
                  <a:pt x="6529499" y="1512863"/>
                  <a:pt x="6528871" y="1468972"/>
                  <a:pt x="6533287" y="1424399"/>
                </a:cubicBezTo>
                <a:cubicBezTo>
                  <a:pt x="6533143" y="1419044"/>
                  <a:pt x="6530210" y="1412921"/>
                  <a:pt x="6526993" y="1406456"/>
                </a:cubicBezTo>
                <a:cubicBezTo>
                  <a:pt x="6474133" y="1349406"/>
                  <a:pt x="6419136" y="1296031"/>
                  <a:pt x="6365960" y="1244423"/>
                </a:cubicBezTo>
                <a:lnTo>
                  <a:pt x="6365989" y="1244537"/>
                </a:lnTo>
                <a:lnTo>
                  <a:pt x="6275932" y="1154962"/>
                </a:lnTo>
                <a:lnTo>
                  <a:pt x="6239103" y="1170214"/>
                </a:lnTo>
                <a:cubicBezTo>
                  <a:pt x="6222712" y="1170214"/>
                  <a:pt x="6206322" y="1163962"/>
                  <a:pt x="6193818" y="1151460"/>
                </a:cubicBezTo>
                <a:cubicBezTo>
                  <a:pt x="6168812" y="1126451"/>
                  <a:pt x="6168812" y="1085894"/>
                  <a:pt x="6193818" y="1060887"/>
                </a:cubicBezTo>
                <a:cubicBezTo>
                  <a:pt x="6218824" y="1035881"/>
                  <a:pt x="6259382" y="1035881"/>
                  <a:pt x="6284390" y="1060887"/>
                </a:cubicBezTo>
                <a:cubicBezTo>
                  <a:pt x="6296894" y="1073390"/>
                  <a:pt x="6303145" y="1089782"/>
                  <a:pt x="6303145" y="1106173"/>
                </a:cubicBezTo>
                <a:lnTo>
                  <a:pt x="6287996" y="1142751"/>
                </a:lnTo>
                <a:lnTo>
                  <a:pt x="6377951" y="1232204"/>
                </a:lnTo>
                <a:cubicBezTo>
                  <a:pt x="6431582" y="1284240"/>
                  <a:pt x="6487036" y="1338042"/>
                  <a:pt x="6540463" y="1395775"/>
                </a:cubicBezTo>
                <a:lnTo>
                  <a:pt x="6541289" y="1396686"/>
                </a:lnTo>
                <a:lnTo>
                  <a:pt x="6541832" y="1397768"/>
                </a:lnTo>
                <a:cubicBezTo>
                  <a:pt x="6546075" y="1406284"/>
                  <a:pt x="6550461" y="1415086"/>
                  <a:pt x="6550433" y="1424855"/>
                </a:cubicBezTo>
                <a:lnTo>
                  <a:pt x="6550433" y="1425709"/>
                </a:lnTo>
                <a:cubicBezTo>
                  <a:pt x="6546046" y="1469457"/>
                  <a:pt x="6546673" y="1513004"/>
                  <a:pt x="6547298" y="1555130"/>
                </a:cubicBezTo>
                <a:cubicBezTo>
                  <a:pt x="6547755" y="1585976"/>
                  <a:pt x="6548212" y="1617818"/>
                  <a:pt x="6546759" y="1650003"/>
                </a:cubicBezTo>
                <a:cubicBezTo>
                  <a:pt x="6750116" y="1850796"/>
                  <a:pt x="6954786" y="2056346"/>
                  <a:pt x="7152733" y="2255149"/>
                </a:cubicBezTo>
                <a:cubicBezTo>
                  <a:pt x="7250880" y="2353695"/>
                  <a:pt x="7352332" y="2455603"/>
                  <a:pt x="7452104" y="2555375"/>
                </a:cubicBezTo>
                <a:cubicBezTo>
                  <a:pt x="7483264" y="2556686"/>
                  <a:pt x="7514395" y="2555774"/>
                  <a:pt x="7544527" y="2554892"/>
                </a:cubicBezTo>
                <a:cubicBezTo>
                  <a:pt x="7591607" y="2553523"/>
                  <a:pt x="7640282" y="2552100"/>
                  <a:pt x="7689784" y="2559164"/>
                </a:cubicBezTo>
                <a:lnTo>
                  <a:pt x="7692689" y="2559591"/>
                </a:lnTo>
                <a:lnTo>
                  <a:pt x="7694740" y="2561699"/>
                </a:lnTo>
                <a:cubicBezTo>
                  <a:pt x="7871981" y="2744807"/>
                  <a:pt x="8054833" y="2926606"/>
                  <a:pt x="8232872" y="3103192"/>
                </a:cubicBezTo>
                <a:close/>
              </a:path>
            </a:pathLst>
          </a:custGeom>
          <a:gradFill>
            <a:gsLst>
              <a:gs pos="0">
                <a:srgbClr val="96A8CE">
                  <a:alpha val="29804"/>
                </a:srgbClr>
              </a:gs>
              <a:gs pos="100000">
                <a:srgbClr val="374C75">
                  <a:alpha val="29804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grpSp>
        <p:nvGrpSpPr>
          <p:cNvPr id="513" name="Google Shape;513;p47"/>
          <p:cNvGrpSpPr/>
          <p:nvPr/>
        </p:nvGrpSpPr>
        <p:grpSpPr>
          <a:xfrm>
            <a:off x="261374" y="1079261"/>
            <a:ext cx="8690592" cy="2361697"/>
            <a:chOff x="-508167" y="1836422"/>
            <a:chExt cx="10242300" cy="2783379"/>
          </a:xfrm>
        </p:grpSpPr>
        <p:sp>
          <p:nvSpPr>
            <p:cNvPr id="514" name="Google Shape;514;p47"/>
            <p:cNvSpPr txBox="1"/>
            <p:nvPr/>
          </p:nvSpPr>
          <p:spPr>
            <a:xfrm>
              <a:off x="-508167" y="3084390"/>
              <a:ext cx="10242300" cy="118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6100">
                  <a:solidFill>
                    <a:schemeClr val="accent3"/>
                  </a:solidFill>
                  <a:latin typeface="Share Tech"/>
                  <a:ea typeface="Share Tech"/>
                  <a:cs typeface="Share Tech"/>
                  <a:sym typeface="Share Tech"/>
                </a:rPr>
                <a:t>Interface &amp; Implementation</a:t>
              </a:r>
              <a:endParaRPr sz="100"/>
            </a:p>
          </p:txBody>
        </p:sp>
        <p:sp>
          <p:nvSpPr>
            <p:cNvPr id="515" name="Google Shape;515;p47"/>
            <p:cNvSpPr/>
            <p:nvPr/>
          </p:nvSpPr>
          <p:spPr>
            <a:xfrm>
              <a:off x="3734885" y="4589571"/>
              <a:ext cx="1674019" cy="30230"/>
            </a:xfrm>
            <a:custGeom>
              <a:rect b="b" l="l" r="r" t="t"/>
              <a:pathLst>
                <a:path extrusionOk="0" h="25457" w="1409700">
                  <a:moveTo>
                    <a:pt x="0" y="0"/>
                  </a:moveTo>
                  <a:lnTo>
                    <a:pt x="1409700" y="0"/>
                  </a:lnTo>
                  <a:lnTo>
                    <a:pt x="1409700" y="25457"/>
                  </a:lnTo>
                  <a:lnTo>
                    <a:pt x="0" y="2545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accent2"/>
                </a:solidFill>
                <a:latin typeface="Share Tech"/>
                <a:ea typeface="Share Tech"/>
                <a:cs typeface="Share Tech"/>
                <a:sym typeface="Share Tech"/>
              </a:endParaRPr>
            </a:p>
          </p:txBody>
        </p:sp>
        <p:grpSp>
          <p:nvGrpSpPr>
            <p:cNvPr id="516" name="Google Shape;516;p47"/>
            <p:cNvGrpSpPr/>
            <p:nvPr/>
          </p:nvGrpSpPr>
          <p:grpSpPr>
            <a:xfrm>
              <a:off x="3996212" y="1836422"/>
              <a:ext cx="1151700" cy="1151700"/>
              <a:chOff x="3996212" y="1836422"/>
              <a:chExt cx="1151700" cy="1151700"/>
            </a:xfrm>
          </p:grpSpPr>
          <p:sp>
            <p:nvSpPr>
              <p:cNvPr id="517" name="Google Shape;517;p47"/>
              <p:cNvSpPr/>
              <p:nvPr/>
            </p:nvSpPr>
            <p:spPr>
              <a:xfrm>
                <a:off x="3996212" y="1836422"/>
                <a:ext cx="1151700" cy="1151700"/>
              </a:xfrm>
              <a:prstGeom prst="ellipse">
                <a:avLst/>
              </a:prstGeom>
              <a:solidFill>
                <a:srgbClr val="F6FCAA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endParaRPr>
              </a:p>
            </p:txBody>
          </p:sp>
          <p:sp>
            <p:nvSpPr>
              <p:cNvPr id="518" name="Google Shape;518;p47"/>
              <p:cNvSpPr/>
              <p:nvPr/>
            </p:nvSpPr>
            <p:spPr>
              <a:xfrm>
                <a:off x="4173929" y="2014628"/>
                <a:ext cx="796144" cy="795165"/>
              </a:xfrm>
              <a:custGeom>
                <a:rect b="b" l="l" r="r" t="t"/>
                <a:pathLst>
                  <a:path extrusionOk="0" h="795165" w="796144">
                    <a:moveTo>
                      <a:pt x="398307" y="796208"/>
                    </a:moveTo>
                    <a:cubicBezTo>
                      <a:pt x="356621" y="798607"/>
                      <a:pt x="323781" y="778752"/>
                      <a:pt x="295175" y="750146"/>
                    </a:cubicBezTo>
                    <a:cubicBezTo>
                      <a:pt x="213215" y="668327"/>
                      <a:pt x="131820" y="585897"/>
                      <a:pt x="49483" y="504455"/>
                    </a:cubicBezTo>
                    <a:cubicBezTo>
                      <a:pt x="21254" y="476649"/>
                      <a:pt x="4223" y="444138"/>
                      <a:pt x="2434" y="405087"/>
                    </a:cubicBezTo>
                    <a:cubicBezTo>
                      <a:pt x="600" y="363213"/>
                      <a:pt x="16549" y="327126"/>
                      <a:pt x="46096" y="297297"/>
                    </a:cubicBezTo>
                    <a:cubicBezTo>
                      <a:pt x="85712" y="257211"/>
                      <a:pt x="125516" y="217266"/>
                      <a:pt x="165460" y="177463"/>
                    </a:cubicBezTo>
                    <a:cubicBezTo>
                      <a:pt x="205829" y="137001"/>
                      <a:pt x="245821" y="96209"/>
                      <a:pt x="286848" y="56452"/>
                    </a:cubicBezTo>
                    <a:cubicBezTo>
                      <a:pt x="300962" y="41867"/>
                      <a:pt x="316959" y="29211"/>
                      <a:pt x="334414" y="18813"/>
                    </a:cubicBezTo>
                    <a:cubicBezTo>
                      <a:pt x="390873" y="-11675"/>
                      <a:pt x="453920" y="-1654"/>
                      <a:pt x="499086" y="42337"/>
                    </a:cubicBezTo>
                    <a:cubicBezTo>
                      <a:pt x="581987" y="123262"/>
                      <a:pt x="662865" y="206257"/>
                      <a:pt x="745107" y="287793"/>
                    </a:cubicBezTo>
                    <a:cubicBezTo>
                      <a:pt x="765432" y="307930"/>
                      <a:pt x="783123" y="329244"/>
                      <a:pt x="791309" y="356956"/>
                    </a:cubicBezTo>
                    <a:cubicBezTo>
                      <a:pt x="805424" y="404381"/>
                      <a:pt x="799213" y="448748"/>
                      <a:pt x="766938" y="487188"/>
                    </a:cubicBezTo>
                    <a:cubicBezTo>
                      <a:pt x="750377" y="506902"/>
                      <a:pt x="731416" y="524827"/>
                      <a:pt x="713160" y="542988"/>
                    </a:cubicBezTo>
                    <a:cubicBezTo>
                      <a:pt x="643998" y="612292"/>
                      <a:pt x="574600" y="681266"/>
                      <a:pt x="505532" y="750664"/>
                    </a:cubicBezTo>
                    <a:cubicBezTo>
                      <a:pt x="476174" y="780399"/>
                      <a:pt x="442016" y="798372"/>
                      <a:pt x="398307" y="796208"/>
                    </a:cubicBezTo>
                    <a:close/>
                    <a:moveTo>
                      <a:pt x="289529" y="100255"/>
                    </a:moveTo>
                    <a:lnTo>
                      <a:pt x="283930" y="97856"/>
                    </a:lnTo>
                    <a:cubicBezTo>
                      <a:pt x="279743" y="100725"/>
                      <a:pt x="275744" y="103878"/>
                      <a:pt x="271932" y="107265"/>
                    </a:cubicBezTo>
                    <a:cubicBezTo>
                      <a:pt x="256971" y="122180"/>
                      <a:pt x="242385" y="137471"/>
                      <a:pt x="227471" y="152433"/>
                    </a:cubicBezTo>
                    <a:cubicBezTo>
                      <a:pt x="172141" y="207857"/>
                      <a:pt x="116483" y="262998"/>
                      <a:pt x="61481" y="318751"/>
                    </a:cubicBezTo>
                    <a:cubicBezTo>
                      <a:pt x="34287" y="344770"/>
                      <a:pt x="22149" y="382786"/>
                      <a:pt x="29253" y="419767"/>
                    </a:cubicBezTo>
                    <a:cubicBezTo>
                      <a:pt x="33958" y="446679"/>
                      <a:pt x="48448" y="467145"/>
                      <a:pt x="66892" y="485635"/>
                    </a:cubicBezTo>
                    <a:cubicBezTo>
                      <a:pt x="113942" y="532685"/>
                      <a:pt x="160991" y="579734"/>
                      <a:pt x="208040" y="626783"/>
                    </a:cubicBezTo>
                    <a:cubicBezTo>
                      <a:pt x="245680" y="664423"/>
                      <a:pt x="283319" y="702062"/>
                      <a:pt x="320958" y="739701"/>
                    </a:cubicBezTo>
                    <a:cubicBezTo>
                      <a:pt x="339778" y="758944"/>
                      <a:pt x="365090" y="770471"/>
                      <a:pt x="391955" y="772118"/>
                    </a:cubicBezTo>
                    <a:cubicBezTo>
                      <a:pt x="430065" y="775082"/>
                      <a:pt x="460365" y="759415"/>
                      <a:pt x="486477" y="733585"/>
                    </a:cubicBezTo>
                    <a:cubicBezTo>
                      <a:pt x="518799" y="701638"/>
                      <a:pt x="550746" y="669315"/>
                      <a:pt x="582834" y="637181"/>
                    </a:cubicBezTo>
                    <a:cubicBezTo>
                      <a:pt x="634258" y="585662"/>
                      <a:pt x="685684" y="534143"/>
                      <a:pt x="737109" y="482577"/>
                    </a:cubicBezTo>
                    <a:cubicBezTo>
                      <a:pt x="757104" y="463475"/>
                      <a:pt x="769760" y="437975"/>
                      <a:pt x="772865" y="410497"/>
                    </a:cubicBezTo>
                    <a:cubicBezTo>
                      <a:pt x="776818" y="377187"/>
                      <a:pt x="765103" y="343970"/>
                      <a:pt x="741107" y="320539"/>
                    </a:cubicBezTo>
                    <a:cubicBezTo>
                      <a:pt x="672604" y="250671"/>
                      <a:pt x="603301" y="181556"/>
                      <a:pt x="534090" y="112346"/>
                    </a:cubicBezTo>
                    <a:cubicBezTo>
                      <a:pt x="531268" y="109524"/>
                      <a:pt x="526469" y="108724"/>
                      <a:pt x="520918" y="106230"/>
                    </a:cubicBezTo>
                    <a:cubicBezTo>
                      <a:pt x="519788" y="111264"/>
                      <a:pt x="519035" y="116346"/>
                      <a:pt x="518565" y="121474"/>
                    </a:cubicBezTo>
                    <a:cubicBezTo>
                      <a:pt x="518565" y="141047"/>
                      <a:pt x="519459" y="160713"/>
                      <a:pt x="518141" y="180239"/>
                    </a:cubicBezTo>
                    <a:cubicBezTo>
                      <a:pt x="517106" y="195718"/>
                      <a:pt x="520823" y="206775"/>
                      <a:pt x="534045" y="216232"/>
                    </a:cubicBezTo>
                    <a:cubicBezTo>
                      <a:pt x="550418" y="227947"/>
                      <a:pt x="558838" y="244743"/>
                      <a:pt x="552582" y="265351"/>
                    </a:cubicBezTo>
                    <a:cubicBezTo>
                      <a:pt x="549100" y="276925"/>
                      <a:pt x="552910" y="284970"/>
                      <a:pt x="560768" y="292639"/>
                    </a:cubicBezTo>
                    <a:cubicBezTo>
                      <a:pt x="577047" y="308448"/>
                      <a:pt x="593467" y="324162"/>
                      <a:pt x="609182" y="340535"/>
                    </a:cubicBezTo>
                    <a:cubicBezTo>
                      <a:pt x="617885" y="349616"/>
                      <a:pt x="626778" y="354980"/>
                      <a:pt x="640045" y="352627"/>
                    </a:cubicBezTo>
                    <a:cubicBezTo>
                      <a:pt x="661641" y="348816"/>
                      <a:pt x="675992" y="360438"/>
                      <a:pt x="686436" y="377610"/>
                    </a:cubicBezTo>
                    <a:cubicBezTo>
                      <a:pt x="696881" y="394783"/>
                      <a:pt x="692694" y="418967"/>
                      <a:pt x="677545" y="433740"/>
                    </a:cubicBezTo>
                    <a:cubicBezTo>
                      <a:pt x="662723" y="448655"/>
                      <a:pt x="639623" y="451619"/>
                      <a:pt x="621508" y="440845"/>
                    </a:cubicBezTo>
                    <a:cubicBezTo>
                      <a:pt x="598877" y="426730"/>
                      <a:pt x="591773" y="409886"/>
                      <a:pt x="599207" y="383021"/>
                    </a:cubicBezTo>
                    <a:cubicBezTo>
                      <a:pt x="601889" y="373611"/>
                      <a:pt x="601183" y="367495"/>
                      <a:pt x="593608" y="360390"/>
                    </a:cubicBezTo>
                    <a:cubicBezTo>
                      <a:pt x="575306" y="343359"/>
                      <a:pt x="558086" y="325151"/>
                      <a:pt x="540537" y="307272"/>
                    </a:cubicBezTo>
                    <a:cubicBezTo>
                      <a:pt x="534750" y="300873"/>
                      <a:pt x="525904" y="298097"/>
                      <a:pt x="517483" y="300026"/>
                    </a:cubicBezTo>
                    <a:cubicBezTo>
                      <a:pt x="506850" y="301861"/>
                      <a:pt x="495934" y="300732"/>
                      <a:pt x="485865" y="296874"/>
                    </a:cubicBezTo>
                    <a:cubicBezTo>
                      <a:pt x="452931" y="281818"/>
                      <a:pt x="447003" y="238062"/>
                      <a:pt x="478149" y="216561"/>
                    </a:cubicBezTo>
                    <a:cubicBezTo>
                      <a:pt x="489629" y="209456"/>
                      <a:pt x="495981" y="196423"/>
                      <a:pt x="494522" y="183015"/>
                    </a:cubicBezTo>
                    <a:cubicBezTo>
                      <a:pt x="493629" y="157137"/>
                      <a:pt x="491935" y="131260"/>
                      <a:pt x="494522" y="105477"/>
                    </a:cubicBezTo>
                    <a:cubicBezTo>
                      <a:pt x="497440" y="77248"/>
                      <a:pt x="487135" y="58758"/>
                      <a:pt x="463235" y="45960"/>
                    </a:cubicBezTo>
                    <a:cubicBezTo>
                      <a:pt x="453825" y="40785"/>
                      <a:pt x="444415" y="34715"/>
                      <a:pt x="434440" y="30481"/>
                    </a:cubicBezTo>
                    <a:cubicBezTo>
                      <a:pt x="422349" y="25352"/>
                      <a:pt x="417174" y="29117"/>
                      <a:pt x="415856" y="42337"/>
                    </a:cubicBezTo>
                    <a:cubicBezTo>
                      <a:pt x="415715" y="45490"/>
                      <a:pt x="415715" y="48595"/>
                      <a:pt x="415856" y="51747"/>
                    </a:cubicBezTo>
                    <a:cubicBezTo>
                      <a:pt x="415856" y="145846"/>
                      <a:pt x="416514" y="239944"/>
                      <a:pt x="415856" y="334042"/>
                    </a:cubicBezTo>
                    <a:cubicBezTo>
                      <a:pt x="415856" y="346276"/>
                      <a:pt x="418491" y="355027"/>
                      <a:pt x="428701" y="361943"/>
                    </a:cubicBezTo>
                    <a:cubicBezTo>
                      <a:pt x="444510" y="372623"/>
                      <a:pt x="452225" y="388714"/>
                      <a:pt x="447003" y="406593"/>
                    </a:cubicBezTo>
                    <a:cubicBezTo>
                      <a:pt x="442721" y="421554"/>
                      <a:pt x="447615" y="430117"/>
                      <a:pt x="457635" y="439198"/>
                    </a:cubicBezTo>
                    <a:cubicBezTo>
                      <a:pt x="464129" y="444844"/>
                      <a:pt x="470245" y="450960"/>
                      <a:pt x="475938" y="457453"/>
                    </a:cubicBezTo>
                    <a:cubicBezTo>
                      <a:pt x="490711" y="474767"/>
                      <a:pt x="505579" y="485683"/>
                      <a:pt x="531785" y="479849"/>
                    </a:cubicBezTo>
                    <a:cubicBezTo>
                      <a:pt x="561238" y="473073"/>
                      <a:pt x="580858" y="501679"/>
                      <a:pt x="582082" y="526333"/>
                    </a:cubicBezTo>
                    <a:cubicBezTo>
                      <a:pt x="583211" y="549199"/>
                      <a:pt x="559215" y="575876"/>
                      <a:pt x="535879" y="573382"/>
                    </a:cubicBezTo>
                    <a:cubicBezTo>
                      <a:pt x="513389" y="570889"/>
                      <a:pt x="500780" y="580910"/>
                      <a:pt x="488077" y="595637"/>
                    </a:cubicBezTo>
                    <a:cubicBezTo>
                      <a:pt x="481301" y="603211"/>
                      <a:pt x="474103" y="610457"/>
                      <a:pt x="466528" y="617232"/>
                    </a:cubicBezTo>
                    <a:cubicBezTo>
                      <a:pt x="453496" y="629230"/>
                      <a:pt x="445450" y="641321"/>
                      <a:pt x="447191" y="661646"/>
                    </a:cubicBezTo>
                    <a:cubicBezTo>
                      <a:pt x="449826" y="692228"/>
                      <a:pt x="413410" y="715141"/>
                      <a:pt x="384756" y="704696"/>
                    </a:cubicBezTo>
                    <a:cubicBezTo>
                      <a:pt x="357139" y="694628"/>
                      <a:pt x="349282" y="672045"/>
                      <a:pt x="353657" y="651437"/>
                    </a:cubicBezTo>
                    <a:cubicBezTo>
                      <a:pt x="356668" y="637322"/>
                      <a:pt x="352951" y="627912"/>
                      <a:pt x="342130" y="618737"/>
                    </a:cubicBezTo>
                    <a:cubicBezTo>
                      <a:pt x="329286" y="607258"/>
                      <a:pt x="317194" y="594978"/>
                      <a:pt x="305809" y="582039"/>
                    </a:cubicBezTo>
                    <a:cubicBezTo>
                      <a:pt x="300021" y="574605"/>
                      <a:pt x="290518" y="571124"/>
                      <a:pt x="281295" y="572959"/>
                    </a:cubicBezTo>
                    <a:cubicBezTo>
                      <a:pt x="250008" y="577240"/>
                      <a:pt x="227048" y="557150"/>
                      <a:pt x="226342" y="526756"/>
                    </a:cubicBezTo>
                    <a:cubicBezTo>
                      <a:pt x="225637" y="497068"/>
                      <a:pt x="247231" y="474155"/>
                      <a:pt x="277532" y="480507"/>
                    </a:cubicBezTo>
                    <a:cubicBezTo>
                      <a:pt x="302514" y="485683"/>
                      <a:pt x="315406" y="475426"/>
                      <a:pt x="329286" y="459617"/>
                    </a:cubicBezTo>
                    <a:cubicBezTo>
                      <a:pt x="334272" y="453595"/>
                      <a:pt x="339872" y="448090"/>
                      <a:pt x="345988" y="443197"/>
                    </a:cubicBezTo>
                    <a:cubicBezTo>
                      <a:pt x="356809" y="434916"/>
                      <a:pt x="358739" y="425883"/>
                      <a:pt x="354881" y="412521"/>
                    </a:cubicBezTo>
                    <a:cubicBezTo>
                      <a:pt x="348623" y="390925"/>
                      <a:pt x="354881" y="371306"/>
                      <a:pt x="374877" y="359685"/>
                    </a:cubicBezTo>
                    <a:cubicBezTo>
                      <a:pt x="388662" y="351780"/>
                      <a:pt x="391438" y="341477"/>
                      <a:pt x="391391" y="326750"/>
                    </a:cubicBezTo>
                    <a:cubicBezTo>
                      <a:pt x="391014" y="233452"/>
                      <a:pt x="391391" y="140200"/>
                      <a:pt x="391391" y="46901"/>
                    </a:cubicBezTo>
                    <a:cubicBezTo>
                      <a:pt x="391014" y="40361"/>
                      <a:pt x="390262" y="33822"/>
                      <a:pt x="389180" y="27329"/>
                    </a:cubicBezTo>
                    <a:cubicBezTo>
                      <a:pt x="365231" y="28599"/>
                      <a:pt x="347258" y="38762"/>
                      <a:pt x="329991" y="50853"/>
                    </a:cubicBezTo>
                    <a:cubicBezTo>
                      <a:pt x="317852" y="58475"/>
                      <a:pt x="311078" y="72308"/>
                      <a:pt x="312442" y="86564"/>
                    </a:cubicBezTo>
                    <a:cubicBezTo>
                      <a:pt x="313901" y="118604"/>
                      <a:pt x="313665" y="150833"/>
                      <a:pt x="312442" y="182920"/>
                    </a:cubicBezTo>
                    <a:cubicBezTo>
                      <a:pt x="311877" y="197788"/>
                      <a:pt x="315359" y="207433"/>
                      <a:pt x="328438" y="215855"/>
                    </a:cubicBezTo>
                    <a:cubicBezTo>
                      <a:pt x="345377" y="225876"/>
                      <a:pt x="353139" y="246202"/>
                      <a:pt x="347258" y="264974"/>
                    </a:cubicBezTo>
                    <a:cubicBezTo>
                      <a:pt x="340483" y="290899"/>
                      <a:pt x="322463" y="302896"/>
                      <a:pt x="294752" y="301202"/>
                    </a:cubicBezTo>
                    <a:cubicBezTo>
                      <a:pt x="286612" y="300732"/>
                      <a:pt x="275508" y="299321"/>
                      <a:pt x="270615" y="303743"/>
                    </a:cubicBezTo>
                    <a:cubicBezTo>
                      <a:pt x="247891" y="324068"/>
                      <a:pt x="226813" y="346087"/>
                      <a:pt x="205311" y="367965"/>
                    </a:cubicBezTo>
                    <a:cubicBezTo>
                      <a:pt x="200041" y="373282"/>
                      <a:pt x="196842" y="379915"/>
                      <a:pt x="201500" y="387067"/>
                    </a:cubicBezTo>
                    <a:cubicBezTo>
                      <a:pt x="211286" y="402123"/>
                      <a:pt x="202535" y="414544"/>
                      <a:pt x="195290" y="426165"/>
                    </a:cubicBezTo>
                    <a:cubicBezTo>
                      <a:pt x="183481" y="444985"/>
                      <a:pt x="157979" y="452936"/>
                      <a:pt x="139630" y="444985"/>
                    </a:cubicBezTo>
                    <a:cubicBezTo>
                      <a:pt x="117376" y="435575"/>
                      <a:pt x="104249" y="412050"/>
                      <a:pt x="109001" y="390172"/>
                    </a:cubicBezTo>
                    <a:cubicBezTo>
                      <a:pt x="112954" y="366648"/>
                      <a:pt x="134313" y="350133"/>
                      <a:pt x="158073" y="352204"/>
                    </a:cubicBezTo>
                    <a:cubicBezTo>
                      <a:pt x="165790" y="352533"/>
                      <a:pt x="173459" y="354274"/>
                      <a:pt x="182633" y="355544"/>
                    </a:cubicBezTo>
                    <a:lnTo>
                      <a:pt x="259983" y="277113"/>
                    </a:lnTo>
                    <a:cubicBezTo>
                      <a:pt x="248643" y="254624"/>
                      <a:pt x="252125" y="234769"/>
                      <a:pt x="267557" y="222912"/>
                    </a:cubicBezTo>
                    <a:cubicBezTo>
                      <a:pt x="287223" y="207575"/>
                      <a:pt x="291082" y="189978"/>
                      <a:pt x="288635" y="167629"/>
                    </a:cubicBezTo>
                    <a:cubicBezTo>
                      <a:pt x="288165" y="159772"/>
                      <a:pt x="288165" y="151962"/>
                      <a:pt x="288635" y="144105"/>
                    </a:cubicBezTo>
                    <a:cubicBezTo>
                      <a:pt x="289576" y="129708"/>
                      <a:pt x="289529" y="115076"/>
                      <a:pt x="289529" y="100255"/>
                    </a:cubicBezTo>
                    <a:close/>
                    <a:moveTo>
                      <a:pt x="395202" y="447526"/>
                    </a:moveTo>
                    <a:cubicBezTo>
                      <a:pt x="378311" y="446820"/>
                      <a:pt x="378217" y="446773"/>
                      <a:pt x="366973" y="458300"/>
                    </a:cubicBezTo>
                    <a:cubicBezTo>
                      <a:pt x="359256" y="466063"/>
                      <a:pt x="352387" y="474720"/>
                      <a:pt x="344059" y="481824"/>
                    </a:cubicBezTo>
                    <a:cubicBezTo>
                      <a:pt x="329286" y="494339"/>
                      <a:pt x="316676" y="506855"/>
                      <a:pt x="322510" y="528873"/>
                    </a:cubicBezTo>
                    <a:cubicBezTo>
                      <a:pt x="323686" y="533296"/>
                      <a:pt x="319876" y="539178"/>
                      <a:pt x="317805" y="544259"/>
                    </a:cubicBezTo>
                    <a:cubicBezTo>
                      <a:pt x="314983" y="550893"/>
                      <a:pt x="316912" y="558562"/>
                      <a:pt x="322510" y="563078"/>
                    </a:cubicBezTo>
                    <a:cubicBezTo>
                      <a:pt x="337707" y="577664"/>
                      <a:pt x="352669" y="592531"/>
                      <a:pt x="367490" y="607493"/>
                    </a:cubicBezTo>
                    <a:cubicBezTo>
                      <a:pt x="372524" y="613562"/>
                      <a:pt x="380664" y="616056"/>
                      <a:pt x="388238" y="613798"/>
                    </a:cubicBezTo>
                    <a:cubicBezTo>
                      <a:pt x="397131" y="611539"/>
                      <a:pt x="406446" y="611774"/>
                      <a:pt x="415198" y="614409"/>
                    </a:cubicBezTo>
                    <a:cubicBezTo>
                      <a:pt x="423949" y="618267"/>
                      <a:pt x="434205" y="615773"/>
                      <a:pt x="440275" y="608340"/>
                    </a:cubicBezTo>
                    <a:cubicBezTo>
                      <a:pt x="452978" y="595637"/>
                      <a:pt x="465635" y="582886"/>
                      <a:pt x="478808" y="570700"/>
                    </a:cubicBezTo>
                    <a:cubicBezTo>
                      <a:pt x="489348" y="560914"/>
                      <a:pt x="497157" y="551316"/>
                      <a:pt x="487182" y="536495"/>
                    </a:cubicBezTo>
                    <a:cubicBezTo>
                      <a:pt x="485160" y="533108"/>
                      <a:pt x="484689" y="529015"/>
                      <a:pt x="485819" y="525204"/>
                    </a:cubicBezTo>
                    <a:cubicBezTo>
                      <a:pt x="493393" y="507514"/>
                      <a:pt x="483137" y="497539"/>
                      <a:pt x="471328" y="487329"/>
                    </a:cubicBezTo>
                    <a:cubicBezTo>
                      <a:pt x="463705" y="480648"/>
                      <a:pt x="456600" y="473356"/>
                      <a:pt x="450061" y="465545"/>
                    </a:cubicBezTo>
                    <a:cubicBezTo>
                      <a:pt x="437405" y="450631"/>
                      <a:pt x="424467" y="437316"/>
                      <a:pt x="402400" y="447243"/>
                    </a:cubicBezTo>
                    <a:cubicBezTo>
                      <a:pt x="400047" y="447855"/>
                      <a:pt x="397602" y="447996"/>
                      <a:pt x="395202" y="447666"/>
                    </a:cubicBezTo>
                    <a:close/>
                    <a:moveTo>
                      <a:pt x="179340" y="398594"/>
                    </a:moveTo>
                    <a:cubicBezTo>
                      <a:pt x="178916" y="387444"/>
                      <a:pt x="166825" y="375070"/>
                      <a:pt x="156615" y="375776"/>
                    </a:cubicBezTo>
                    <a:cubicBezTo>
                      <a:pt x="145135" y="376246"/>
                      <a:pt x="133090" y="389890"/>
                      <a:pt x="133843" y="401135"/>
                    </a:cubicBezTo>
                    <a:cubicBezTo>
                      <a:pt x="134596" y="412380"/>
                      <a:pt x="147017" y="423530"/>
                      <a:pt x="157744" y="422542"/>
                    </a:cubicBezTo>
                    <a:cubicBezTo>
                      <a:pt x="169741" y="420802"/>
                      <a:pt x="178823" y="410827"/>
                      <a:pt x="179434" y="398735"/>
                    </a:cubicBezTo>
                    <a:close/>
                    <a:moveTo>
                      <a:pt x="667899" y="398594"/>
                    </a:moveTo>
                    <a:cubicBezTo>
                      <a:pt x="667381" y="388808"/>
                      <a:pt x="653455" y="375070"/>
                      <a:pt x="644375" y="375634"/>
                    </a:cubicBezTo>
                    <a:cubicBezTo>
                      <a:pt x="633647" y="376105"/>
                      <a:pt x="619721" y="391067"/>
                      <a:pt x="620615" y="401182"/>
                    </a:cubicBezTo>
                    <a:cubicBezTo>
                      <a:pt x="621508" y="411297"/>
                      <a:pt x="635576" y="422966"/>
                      <a:pt x="645551" y="422307"/>
                    </a:cubicBezTo>
                    <a:cubicBezTo>
                      <a:pt x="656418" y="421931"/>
                      <a:pt x="668746" y="409039"/>
                      <a:pt x="667899" y="398876"/>
                    </a:cubicBezTo>
                    <a:close/>
                    <a:moveTo>
                      <a:pt x="424608" y="656565"/>
                    </a:moveTo>
                    <a:cubicBezTo>
                      <a:pt x="423902" y="647155"/>
                      <a:pt x="409410" y="635064"/>
                      <a:pt x="399577" y="635816"/>
                    </a:cubicBezTo>
                    <a:cubicBezTo>
                      <a:pt x="388850" y="636616"/>
                      <a:pt x="377088" y="649226"/>
                      <a:pt x="377370" y="659341"/>
                    </a:cubicBezTo>
                    <a:cubicBezTo>
                      <a:pt x="378828" y="672327"/>
                      <a:pt x="390262" y="681878"/>
                      <a:pt x="403294" y="681078"/>
                    </a:cubicBezTo>
                    <a:cubicBezTo>
                      <a:pt x="413457" y="680560"/>
                      <a:pt x="425313" y="666775"/>
                      <a:pt x="424608" y="656848"/>
                    </a:cubicBezTo>
                    <a:close/>
                    <a:moveTo>
                      <a:pt x="528822" y="255188"/>
                    </a:moveTo>
                    <a:cubicBezTo>
                      <a:pt x="529198" y="243426"/>
                      <a:pt x="519412" y="231664"/>
                      <a:pt x="508496" y="230817"/>
                    </a:cubicBezTo>
                    <a:cubicBezTo>
                      <a:pt x="497581" y="229970"/>
                      <a:pt x="483325" y="243096"/>
                      <a:pt x="482430" y="253353"/>
                    </a:cubicBezTo>
                    <a:cubicBezTo>
                      <a:pt x="481537" y="263610"/>
                      <a:pt x="495840" y="277537"/>
                      <a:pt x="506379" y="277630"/>
                    </a:cubicBezTo>
                    <a:cubicBezTo>
                      <a:pt x="518235" y="276690"/>
                      <a:pt x="527692" y="267374"/>
                      <a:pt x="528822" y="255518"/>
                    </a:cubicBezTo>
                    <a:close/>
                    <a:moveTo>
                      <a:pt x="556769" y="525580"/>
                    </a:moveTo>
                    <a:cubicBezTo>
                      <a:pt x="556393" y="513441"/>
                      <a:pt x="546936" y="503514"/>
                      <a:pt x="534797" y="502620"/>
                    </a:cubicBezTo>
                    <a:cubicBezTo>
                      <a:pt x="522705" y="503185"/>
                      <a:pt x="512778" y="512312"/>
                      <a:pt x="511272" y="524310"/>
                    </a:cubicBezTo>
                    <a:cubicBezTo>
                      <a:pt x="510707" y="535978"/>
                      <a:pt x="523129" y="549340"/>
                      <a:pt x="534467" y="549246"/>
                    </a:cubicBezTo>
                    <a:cubicBezTo>
                      <a:pt x="544113" y="549434"/>
                      <a:pt x="556393" y="536401"/>
                      <a:pt x="556769" y="525862"/>
                    </a:cubicBezTo>
                    <a:close/>
                    <a:moveTo>
                      <a:pt x="302233" y="231005"/>
                    </a:moveTo>
                    <a:cubicBezTo>
                      <a:pt x="290047" y="231523"/>
                      <a:pt x="280307" y="241214"/>
                      <a:pt x="279696" y="253353"/>
                    </a:cubicBezTo>
                    <a:cubicBezTo>
                      <a:pt x="279790" y="265492"/>
                      <a:pt x="288776" y="275702"/>
                      <a:pt x="300821" y="277396"/>
                    </a:cubicBezTo>
                    <a:cubicBezTo>
                      <a:pt x="311360" y="278289"/>
                      <a:pt x="325192" y="265022"/>
                      <a:pt x="325710" y="253588"/>
                    </a:cubicBezTo>
                    <a:cubicBezTo>
                      <a:pt x="326039" y="245167"/>
                      <a:pt x="312065" y="231710"/>
                      <a:pt x="302233" y="231287"/>
                    </a:cubicBezTo>
                    <a:close/>
                    <a:moveTo>
                      <a:pt x="400659" y="376152"/>
                    </a:moveTo>
                    <a:cubicBezTo>
                      <a:pt x="391767" y="375869"/>
                      <a:pt x="378076" y="389279"/>
                      <a:pt x="377135" y="399018"/>
                    </a:cubicBezTo>
                    <a:cubicBezTo>
                      <a:pt x="376194" y="408757"/>
                      <a:pt x="389368" y="421836"/>
                      <a:pt x="399625" y="422542"/>
                    </a:cubicBezTo>
                    <a:cubicBezTo>
                      <a:pt x="409881" y="423248"/>
                      <a:pt x="423619" y="411580"/>
                      <a:pt x="424278" y="401323"/>
                    </a:cubicBezTo>
                    <a:cubicBezTo>
                      <a:pt x="424936" y="391067"/>
                      <a:pt x="411716" y="376764"/>
                      <a:pt x="400565" y="376434"/>
                    </a:cubicBezTo>
                    <a:close/>
                    <a:moveTo>
                      <a:pt x="274803" y="502620"/>
                    </a:moveTo>
                    <a:cubicBezTo>
                      <a:pt x="263323" y="502855"/>
                      <a:pt x="250337" y="516358"/>
                      <a:pt x="251043" y="527321"/>
                    </a:cubicBezTo>
                    <a:cubicBezTo>
                      <a:pt x="251749" y="538283"/>
                      <a:pt x="265157" y="549999"/>
                      <a:pt x="274944" y="549340"/>
                    </a:cubicBezTo>
                    <a:cubicBezTo>
                      <a:pt x="284730" y="548682"/>
                      <a:pt x="297809" y="535225"/>
                      <a:pt x="297809" y="525533"/>
                    </a:cubicBezTo>
                    <a:cubicBezTo>
                      <a:pt x="297762" y="515229"/>
                      <a:pt x="285200" y="502667"/>
                      <a:pt x="274803" y="502902"/>
                    </a:cubicBezTo>
                    <a:close/>
                  </a:path>
                </a:pathLst>
              </a:custGeom>
              <a:solidFill>
                <a:srgbClr val="1D036F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Share Tech"/>
                  <a:ea typeface="Share Tech"/>
                  <a:cs typeface="Share Tech"/>
                  <a:sym typeface="Share Tech"/>
                </a:endParaRPr>
              </a:p>
            </p:txBody>
          </p:sp>
        </p:grpSp>
      </p:grpSp>
      <p:sp>
        <p:nvSpPr>
          <p:cNvPr id="519" name="Google Shape;519;p47"/>
          <p:cNvSpPr txBox="1"/>
          <p:nvPr/>
        </p:nvSpPr>
        <p:spPr>
          <a:xfrm>
            <a:off x="1594765" y="3493286"/>
            <a:ext cx="6081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Share Tech"/>
                <a:ea typeface="Share Tech"/>
                <a:cs typeface="Share Tech"/>
                <a:sym typeface="Share Tech"/>
              </a:rPr>
              <a:t>Quick Recap: Digital Circuits, Binary, Boolean Logic, Boolean Algebra, Logic Gates, Hardware Design Language, and Chips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8"/>
          <p:cNvSpPr/>
          <p:nvPr/>
        </p:nvSpPr>
        <p:spPr>
          <a:xfrm rot="10800000">
            <a:off x="1124030" y="0"/>
            <a:ext cx="6895940" cy="2327394"/>
          </a:xfrm>
          <a:custGeom>
            <a:rect b="b" l="l" r="r" t="t"/>
            <a:pathLst>
              <a:path extrusionOk="0" h="3103192" w="9194586">
                <a:moveTo>
                  <a:pt x="191594" y="838586"/>
                </a:moveTo>
                <a:cubicBezTo>
                  <a:pt x="180560" y="838586"/>
                  <a:pt x="170570" y="834113"/>
                  <a:pt x="163338" y="826881"/>
                </a:cubicBezTo>
                <a:lnTo>
                  <a:pt x="152955" y="801815"/>
                </a:lnTo>
                <a:lnTo>
                  <a:pt x="0" y="800790"/>
                </a:lnTo>
                <a:lnTo>
                  <a:pt x="0" y="793927"/>
                </a:lnTo>
                <a:lnTo>
                  <a:pt x="29" y="793899"/>
                </a:lnTo>
                <a:lnTo>
                  <a:pt x="153159" y="794945"/>
                </a:lnTo>
                <a:lnTo>
                  <a:pt x="163338" y="770370"/>
                </a:lnTo>
                <a:cubicBezTo>
                  <a:pt x="170570" y="763139"/>
                  <a:pt x="180560" y="758666"/>
                  <a:pt x="191594" y="758666"/>
                </a:cubicBezTo>
                <a:cubicBezTo>
                  <a:pt x="213663" y="758666"/>
                  <a:pt x="231553" y="776556"/>
                  <a:pt x="231553" y="798626"/>
                </a:cubicBezTo>
                <a:cubicBezTo>
                  <a:pt x="231553" y="820695"/>
                  <a:pt x="213663" y="838586"/>
                  <a:pt x="191594" y="838586"/>
                </a:cubicBezTo>
                <a:close/>
                <a:moveTo>
                  <a:pt x="9002992" y="838587"/>
                </a:moveTo>
                <a:cubicBezTo>
                  <a:pt x="8980922" y="838587"/>
                  <a:pt x="8963032" y="820696"/>
                  <a:pt x="8963032" y="798627"/>
                </a:cubicBezTo>
                <a:cubicBezTo>
                  <a:pt x="8963032" y="776557"/>
                  <a:pt x="8980922" y="758667"/>
                  <a:pt x="9002992" y="758667"/>
                </a:cubicBezTo>
                <a:cubicBezTo>
                  <a:pt x="9014026" y="758667"/>
                  <a:pt x="9024016" y="763141"/>
                  <a:pt x="9031248" y="770371"/>
                </a:cubicBezTo>
                <a:lnTo>
                  <a:pt x="9041427" y="794946"/>
                </a:lnTo>
                <a:lnTo>
                  <a:pt x="9194556" y="793900"/>
                </a:lnTo>
                <a:lnTo>
                  <a:pt x="9194586" y="793928"/>
                </a:lnTo>
                <a:lnTo>
                  <a:pt x="9194586" y="800792"/>
                </a:lnTo>
                <a:lnTo>
                  <a:pt x="9041630" y="801816"/>
                </a:lnTo>
                <a:lnTo>
                  <a:pt x="9031248" y="826883"/>
                </a:lnTo>
                <a:cubicBezTo>
                  <a:pt x="9024016" y="834114"/>
                  <a:pt x="9014026" y="838587"/>
                  <a:pt x="9002992" y="838587"/>
                </a:cubicBezTo>
                <a:close/>
                <a:moveTo>
                  <a:pt x="29" y="986605"/>
                </a:moveTo>
                <a:lnTo>
                  <a:pt x="29" y="979769"/>
                </a:lnTo>
                <a:lnTo>
                  <a:pt x="29" y="979711"/>
                </a:lnTo>
                <a:cubicBezTo>
                  <a:pt x="82086" y="978887"/>
                  <a:pt x="163999" y="977661"/>
                  <a:pt x="245456" y="975867"/>
                </a:cubicBezTo>
                <a:cubicBezTo>
                  <a:pt x="317941" y="898911"/>
                  <a:pt x="394187" y="823461"/>
                  <a:pt x="467926" y="750492"/>
                </a:cubicBezTo>
                <a:lnTo>
                  <a:pt x="598499" y="619753"/>
                </a:lnTo>
                <a:lnTo>
                  <a:pt x="588201" y="594897"/>
                </a:lnTo>
                <a:cubicBezTo>
                  <a:pt x="588201" y="584672"/>
                  <a:pt x="592103" y="574447"/>
                  <a:pt x="599907" y="566644"/>
                </a:cubicBezTo>
                <a:cubicBezTo>
                  <a:pt x="615515" y="551035"/>
                  <a:pt x="640807" y="551035"/>
                  <a:pt x="656415" y="566644"/>
                </a:cubicBezTo>
                <a:cubicBezTo>
                  <a:pt x="672023" y="582251"/>
                  <a:pt x="672023" y="607543"/>
                  <a:pt x="656415" y="623150"/>
                </a:cubicBezTo>
                <a:cubicBezTo>
                  <a:pt x="648611" y="630955"/>
                  <a:pt x="638385" y="634858"/>
                  <a:pt x="628161" y="634858"/>
                </a:cubicBezTo>
                <a:lnTo>
                  <a:pt x="603360" y="624582"/>
                </a:lnTo>
                <a:lnTo>
                  <a:pt x="472739" y="755391"/>
                </a:lnTo>
                <a:cubicBezTo>
                  <a:pt x="398716" y="828646"/>
                  <a:pt x="322157" y="904407"/>
                  <a:pt x="249471" y="981649"/>
                </a:cubicBezTo>
                <a:lnTo>
                  <a:pt x="248475" y="982703"/>
                </a:lnTo>
                <a:lnTo>
                  <a:pt x="247051" y="982703"/>
                </a:lnTo>
                <a:cubicBezTo>
                  <a:pt x="165051" y="984554"/>
                  <a:pt x="82597" y="985779"/>
                  <a:pt x="29" y="986605"/>
                </a:cubicBezTo>
                <a:close/>
                <a:moveTo>
                  <a:pt x="9194556" y="986606"/>
                </a:moveTo>
                <a:cubicBezTo>
                  <a:pt x="9111988" y="985780"/>
                  <a:pt x="9029534" y="984555"/>
                  <a:pt x="8947534" y="982705"/>
                </a:cubicBezTo>
                <a:lnTo>
                  <a:pt x="8946111" y="982705"/>
                </a:lnTo>
                <a:lnTo>
                  <a:pt x="8945114" y="981650"/>
                </a:lnTo>
                <a:cubicBezTo>
                  <a:pt x="8872429" y="904408"/>
                  <a:pt x="8795870" y="828647"/>
                  <a:pt x="8721847" y="755392"/>
                </a:cubicBezTo>
                <a:lnTo>
                  <a:pt x="8591226" y="624583"/>
                </a:lnTo>
                <a:lnTo>
                  <a:pt x="8566425" y="634859"/>
                </a:lnTo>
                <a:cubicBezTo>
                  <a:pt x="8556200" y="634859"/>
                  <a:pt x="8545975" y="630956"/>
                  <a:pt x="8538170" y="623152"/>
                </a:cubicBezTo>
                <a:cubicBezTo>
                  <a:pt x="8522563" y="607544"/>
                  <a:pt x="8522563" y="582252"/>
                  <a:pt x="8538170" y="566645"/>
                </a:cubicBezTo>
                <a:cubicBezTo>
                  <a:pt x="8553779" y="551037"/>
                  <a:pt x="8579071" y="551037"/>
                  <a:pt x="8594679" y="566645"/>
                </a:cubicBezTo>
                <a:cubicBezTo>
                  <a:pt x="8602483" y="574449"/>
                  <a:pt x="8606385" y="584673"/>
                  <a:pt x="8606385" y="594898"/>
                </a:cubicBezTo>
                <a:lnTo>
                  <a:pt x="8596086" y="619754"/>
                </a:lnTo>
                <a:lnTo>
                  <a:pt x="8726660" y="750493"/>
                </a:lnTo>
                <a:cubicBezTo>
                  <a:pt x="8800398" y="823462"/>
                  <a:pt x="8876645" y="898912"/>
                  <a:pt x="8949130" y="975868"/>
                </a:cubicBezTo>
                <a:cubicBezTo>
                  <a:pt x="9030587" y="977662"/>
                  <a:pt x="9112500" y="978888"/>
                  <a:pt x="9194556" y="979713"/>
                </a:cubicBezTo>
                <a:lnTo>
                  <a:pt x="9194556" y="979770"/>
                </a:lnTo>
                <a:close/>
                <a:moveTo>
                  <a:pt x="1383550" y="1080935"/>
                </a:moveTo>
                <a:cubicBezTo>
                  <a:pt x="1370934" y="1080935"/>
                  <a:pt x="1358316" y="1076122"/>
                  <a:pt x="1348690" y="1066495"/>
                </a:cubicBezTo>
                <a:cubicBezTo>
                  <a:pt x="1329436" y="1047242"/>
                  <a:pt x="1329436" y="1016026"/>
                  <a:pt x="1348690" y="996773"/>
                </a:cubicBezTo>
                <a:cubicBezTo>
                  <a:pt x="1367943" y="977518"/>
                  <a:pt x="1399159" y="977518"/>
                  <a:pt x="1418412" y="996773"/>
                </a:cubicBezTo>
                <a:cubicBezTo>
                  <a:pt x="1437666" y="1016026"/>
                  <a:pt x="1437666" y="1047242"/>
                  <a:pt x="1418412" y="1066495"/>
                </a:cubicBezTo>
                <a:cubicBezTo>
                  <a:pt x="1408785" y="1076122"/>
                  <a:pt x="1396168" y="1080935"/>
                  <a:pt x="1383550" y="1080935"/>
                </a:cubicBezTo>
                <a:close/>
                <a:moveTo>
                  <a:pt x="7811035" y="1080936"/>
                </a:moveTo>
                <a:cubicBezTo>
                  <a:pt x="7798417" y="1080936"/>
                  <a:pt x="7785801" y="1076123"/>
                  <a:pt x="7776174" y="1066496"/>
                </a:cubicBezTo>
                <a:cubicBezTo>
                  <a:pt x="7756919" y="1047243"/>
                  <a:pt x="7756919" y="1016027"/>
                  <a:pt x="7776174" y="996774"/>
                </a:cubicBezTo>
                <a:cubicBezTo>
                  <a:pt x="7795427" y="977520"/>
                  <a:pt x="7826642" y="977520"/>
                  <a:pt x="7845896" y="996774"/>
                </a:cubicBezTo>
                <a:cubicBezTo>
                  <a:pt x="7865150" y="1016027"/>
                  <a:pt x="7865150" y="1047243"/>
                  <a:pt x="7845896" y="1066496"/>
                </a:cubicBezTo>
                <a:cubicBezTo>
                  <a:pt x="7836270" y="1076123"/>
                  <a:pt x="7823652" y="1080936"/>
                  <a:pt x="7811035" y="1080936"/>
                </a:cubicBezTo>
                <a:close/>
                <a:moveTo>
                  <a:pt x="1145044" y="1319442"/>
                </a:moveTo>
                <a:cubicBezTo>
                  <a:pt x="1132427" y="1319442"/>
                  <a:pt x="1119809" y="1314629"/>
                  <a:pt x="1110183" y="1305002"/>
                </a:cubicBezTo>
                <a:cubicBezTo>
                  <a:pt x="1090929" y="1285749"/>
                  <a:pt x="1090929" y="1254533"/>
                  <a:pt x="1110183" y="1235280"/>
                </a:cubicBezTo>
                <a:cubicBezTo>
                  <a:pt x="1129436" y="1216025"/>
                  <a:pt x="1160652" y="1216025"/>
                  <a:pt x="1179905" y="1235280"/>
                </a:cubicBezTo>
                <a:cubicBezTo>
                  <a:pt x="1199160" y="1254533"/>
                  <a:pt x="1199160" y="1285749"/>
                  <a:pt x="1179905" y="1305002"/>
                </a:cubicBezTo>
                <a:cubicBezTo>
                  <a:pt x="1170278" y="1314629"/>
                  <a:pt x="1157661" y="1319442"/>
                  <a:pt x="1145044" y="1319442"/>
                </a:cubicBezTo>
                <a:close/>
                <a:moveTo>
                  <a:pt x="8049542" y="1319443"/>
                </a:moveTo>
                <a:cubicBezTo>
                  <a:pt x="8036924" y="1319443"/>
                  <a:pt x="8024307" y="1314630"/>
                  <a:pt x="8014680" y="1305003"/>
                </a:cubicBezTo>
                <a:cubicBezTo>
                  <a:pt x="7995426" y="1285750"/>
                  <a:pt x="7995426" y="1254534"/>
                  <a:pt x="8014680" y="1235281"/>
                </a:cubicBezTo>
                <a:cubicBezTo>
                  <a:pt x="8033933" y="1216026"/>
                  <a:pt x="8065149" y="1216026"/>
                  <a:pt x="8084402" y="1235281"/>
                </a:cubicBezTo>
                <a:cubicBezTo>
                  <a:pt x="8103657" y="1254534"/>
                  <a:pt x="8103657" y="1285750"/>
                  <a:pt x="8084402" y="1305003"/>
                </a:cubicBezTo>
                <a:cubicBezTo>
                  <a:pt x="8074776" y="1314630"/>
                  <a:pt x="8062158" y="1319443"/>
                  <a:pt x="8049542" y="1319443"/>
                </a:cubicBezTo>
                <a:close/>
                <a:moveTo>
                  <a:pt x="115037" y="1348095"/>
                </a:moveTo>
                <a:lnTo>
                  <a:pt x="57" y="1348095"/>
                </a:lnTo>
                <a:lnTo>
                  <a:pt x="57" y="1330949"/>
                </a:lnTo>
                <a:lnTo>
                  <a:pt x="107775" y="1330949"/>
                </a:lnTo>
                <a:cubicBezTo>
                  <a:pt x="277469" y="1156469"/>
                  <a:pt x="452887" y="982305"/>
                  <a:pt x="622551" y="813863"/>
                </a:cubicBezTo>
                <a:lnTo>
                  <a:pt x="906310" y="531003"/>
                </a:lnTo>
                <a:lnTo>
                  <a:pt x="898622" y="512442"/>
                </a:lnTo>
                <a:cubicBezTo>
                  <a:pt x="898622" y="490372"/>
                  <a:pt x="916514" y="472483"/>
                  <a:pt x="938582" y="472483"/>
                </a:cubicBezTo>
                <a:cubicBezTo>
                  <a:pt x="960652" y="472483"/>
                  <a:pt x="978542" y="490372"/>
                  <a:pt x="978542" y="512442"/>
                </a:cubicBezTo>
                <a:cubicBezTo>
                  <a:pt x="978542" y="534511"/>
                  <a:pt x="960652" y="552402"/>
                  <a:pt x="938582" y="552402"/>
                </a:cubicBezTo>
                <a:lnTo>
                  <a:pt x="917789" y="543790"/>
                </a:lnTo>
                <a:lnTo>
                  <a:pt x="634657" y="826054"/>
                </a:lnTo>
                <a:cubicBezTo>
                  <a:pt x="464193" y="995293"/>
                  <a:pt x="287949" y="1170255"/>
                  <a:pt x="117572" y="1345503"/>
                </a:cubicBezTo>
                <a:close/>
                <a:moveTo>
                  <a:pt x="9194529" y="1348096"/>
                </a:moveTo>
                <a:lnTo>
                  <a:pt x="9079549" y="1348096"/>
                </a:lnTo>
                <a:lnTo>
                  <a:pt x="9077014" y="1345505"/>
                </a:lnTo>
                <a:cubicBezTo>
                  <a:pt x="8906636" y="1170256"/>
                  <a:pt x="8730393" y="995294"/>
                  <a:pt x="8559928" y="826055"/>
                </a:cubicBezTo>
                <a:lnTo>
                  <a:pt x="8276797" y="543791"/>
                </a:lnTo>
                <a:lnTo>
                  <a:pt x="8256003" y="552404"/>
                </a:lnTo>
                <a:cubicBezTo>
                  <a:pt x="8233934" y="552404"/>
                  <a:pt x="8216044" y="534512"/>
                  <a:pt x="8216044" y="512443"/>
                </a:cubicBezTo>
                <a:cubicBezTo>
                  <a:pt x="8216044" y="490374"/>
                  <a:pt x="8233934" y="472484"/>
                  <a:pt x="8256003" y="472484"/>
                </a:cubicBezTo>
                <a:cubicBezTo>
                  <a:pt x="8278071" y="472484"/>
                  <a:pt x="8295964" y="490374"/>
                  <a:pt x="8295964" y="512443"/>
                </a:cubicBezTo>
                <a:lnTo>
                  <a:pt x="8288276" y="531004"/>
                </a:lnTo>
                <a:lnTo>
                  <a:pt x="8572034" y="813865"/>
                </a:lnTo>
                <a:cubicBezTo>
                  <a:pt x="8741699" y="982306"/>
                  <a:pt x="8917117" y="1156470"/>
                  <a:pt x="9086811" y="1330950"/>
                </a:cubicBezTo>
                <a:lnTo>
                  <a:pt x="9194529" y="1330950"/>
                </a:lnTo>
                <a:close/>
                <a:moveTo>
                  <a:pt x="153716" y="1537926"/>
                </a:moveTo>
                <a:lnTo>
                  <a:pt x="150127" y="1537926"/>
                </a:lnTo>
                <a:cubicBezTo>
                  <a:pt x="100227" y="1537926"/>
                  <a:pt x="50185" y="1537926"/>
                  <a:pt x="29" y="1537926"/>
                </a:cubicBezTo>
                <a:lnTo>
                  <a:pt x="29" y="1520780"/>
                </a:lnTo>
                <a:cubicBezTo>
                  <a:pt x="48989" y="1520780"/>
                  <a:pt x="97834" y="1520780"/>
                  <a:pt x="146539" y="1520780"/>
                </a:cubicBezTo>
                <a:cubicBezTo>
                  <a:pt x="302647" y="1362764"/>
                  <a:pt x="462286" y="1204092"/>
                  <a:pt x="616714" y="1050662"/>
                </a:cubicBezTo>
                <a:cubicBezTo>
                  <a:pt x="771911" y="896405"/>
                  <a:pt x="932405" y="736907"/>
                  <a:pt x="1089281" y="578093"/>
                </a:cubicBezTo>
                <a:lnTo>
                  <a:pt x="1091789" y="575559"/>
                </a:lnTo>
                <a:lnTo>
                  <a:pt x="1095376" y="575559"/>
                </a:lnTo>
                <a:cubicBezTo>
                  <a:pt x="1314402" y="575559"/>
                  <a:pt x="1537149" y="575559"/>
                  <a:pt x="1760873" y="575413"/>
                </a:cubicBezTo>
                <a:lnTo>
                  <a:pt x="2394975" y="574447"/>
                </a:lnTo>
                <a:lnTo>
                  <a:pt x="2406708" y="552250"/>
                </a:lnTo>
                <a:cubicBezTo>
                  <a:pt x="2423704" y="538170"/>
                  <a:pt x="2448894" y="540534"/>
                  <a:pt x="2462974" y="557530"/>
                </a:cubicBezTo>
                <a:cubicBezTo>
                  <a:pt x="2477053" y="574524"/>
                  <a:pt x="2474690" y="599714"/>
                  <a:pt x="2457694" y="613794"/>
                </a:cubicBezTo>
                <a:cubicBezTo>
                  <a:pt x="2440699" y="627874"/>
                  <a:pt x="2415509" y="625510"/>
                  <a:pt x="2401430" y="608515"/>
                </a:cubicBezTo>
                <a:lnTo>
                  <a:pt x="2396211" y="591592"/>
                </a:lnTo>
                <a:lnTo>
                  <a:pt x="1762737" y="592559"/>
                </a:lnTo>
                <a:cubicBezTo>
                  <a:pt x="1539605" y="592705"/>
                  <a:pt x="1317435" y="592705"/>
                  <a:pt x="1098966" y="592705"/>
                </a:cubicBezTo>
                <a:cubicBezTo>
                  <a:pt x="942858" y="750722"/>
                  <a:pt x="783218" y="909392"/>
                  <a:pt x="628791" y="1062823"/>
                </a:cubicBezTo>
                <a:cubicBezTo>
                  <a:pt x="473593" y="1217079"/>
                  <a:pt x="313099" y="1376577"/>
                  <a:pt x="156223" y="1535391"/>
                </a:cubicBezTo>
                <a:close/>
                <a:moveTo>
                  <a:pt x="9194556" y="1537927"/>
                </a:moveTo>
                <a:cubicBezTo>
                  <a:pt x="9144400" y="1537927"/>
                  <a:pt x="9094359" y="1537927"/>
                  <a:pt x="9044459" y="1537927"/>
                </a:cubicBezTo>
                <a:lnTo>
                  <a:pt x="9040870" y="1537927"/>
                </a:lnTo>
                <a:lnTo>
                  <a:pt x="9038362" y="1535392"/>
                </a:lnTo>
                <a:cubicBezTo>
                  <a:pt x="8881486" y="1376578"/>
                  <a:pt x="8720993" y="1217081"/>
                  <a:pt x="8565795" y="1062824"/>
                </a:cubicBezTo>
                <a:cubicBezTo>
                  <a:pt x="8411367" y="909393"/>
                  <a:pt x="8251728" y="750723"/>
                  <a:pt x="8095620" y="592707"/>
                </a:cubicBezTo>
                <a:cubicBezTo>
                  <a:pt x="7877151" y="592707"/>
                  <a:pt x="7654981" y="592707"/>
                  <a:pt x="7431848" y="592560"/>
                </a:cubicBezTo>
                <a:lnTo>
                  <a:pt x="6798375" y="591593"/>
                </a:lnTo>
                <a:lnTo>
                  <a:pt x="6793156" y="608516"/>
                </a:lnTo>
                <a:cubicBezTo>
                  <a:pt x="6779077" y="625511"/>
                  <a:pt x="6753887" y="627875"/>
                  <a:pt x="6736892" y="613795"/>
                </a:cubicBezTo>
                <a:cubicBezTo>
                  <a:pt x="6719896" y="599715"/>
                  <a:pt x="6717532" y="574526"/>
                  <a:pt x="6731612" y="557531"/>
                </a:cubicBezTo>
                <a:cubicBezTo>
                  <a:pt x="6745692" y="540535"/>
                  <a:pt x="6770882" y="538171"/>
                  <a:pt x="6787878" y="552251"/>
                </a:cubicBezTo>
                <a:lnTo>
                  <a:pt x="6799611" y="574449"/>
                </a:lnTo>
                <a:lnTo>
                  <a:pt x="7433713" y="575414"/>
                </a:lnTo>
                <a:cubicBezTo>
                  <a:pt x="7657437" y="575561"/>
                  <a:pt x="7880184" y="575561"/>
                  <a:pt x="8099209" y="575561"/>
                </a:cubicBezTo>
                <a:lnTo>
                  <a:pt x="8102796" y="575561"/>
                </a:lnTo>
                <a:lnTo>
                  <a:pt x="8105305" y="578095"/>
                </a:lnTo>
                <a:cubicBezTo>
                  <a:pt x="8262181" y="736908"/>
                  <a:pt x="8422674" y="896406"/>
                  <a:pt x="8577872" y="1050663"/>
                </a:cubicBezTo>
                <a:cubicBezTo>
                  <a:pt x="8732300" y="1204093"/>
                  <a:pt x="8891939" y="1362765"/>
                  <a:pt x="9048047" y="1520781"/>
                </a:cubicBezTo>
                <a:cubicBezTo>
                  <a:pt x="9096752" y="1520781"/>
                  <a:pt x="9145597" y="1520781"/>
                  <a:pt x="9194556" y="1520781"/>
                </a:cubicBezTo>
                <a:close/>
                <a:moveTo>
                  <a:pt x="906539" y="1557947"/>
                </a:moveTo>
                <a:cubicBezTo>
                  <a:pt x="893923" y="1557947"/>
                  <a:pt x="881305" y="1553134"/>
                  <a:pt x="871679" y="1543507"/>
                </a:cubicBezTo>
                <a:cubicBezTo>
                  <a:pt x="852425" y="1524254"/>
                  <a:pt x="852425" y="1493038"/>
                  <a:pt x="871679" y="1473785"/>
                </a:cubicBezTo>
                <a:cubicBezTo>
                  <a:pt x="890932" y="1454531"/>
                  <a:pt x="922148" y="1454531"/>
                  <a:pt x="941401" y="1473785"/>
                </a:cubicBezTo>
                <a:cubicBezTo>
                  <a:pt x="960656" y="1493038"/>
                  <a:pt x="960656" y="1524254"/>
                  <a:pt x="941401" y="1543507"/>
                </a:cubicBezTo>
                <a:cubicBezTo>
                  <a:pt x="931774" y="1553134"/>
                  <a:pt x="919157" y="1557947"/>
                  <a:pt x="906539" y="1557947"/>
                </a:cubicBezTo>
                <a:close/>
                <a:moveTo>
                  <a:pt x="8288046" y="1557948"/>
                </a:moveTo>
                <a:cubicBezTo>
                  <a:pt x="8275428" y="1557948"/>
                  <a:pt x="8262812" y="1553135"/>
                  <a:pt x="8253184" y="1543508"/>
                </a:cubicBezTo>
                <a:cubicBezTo>
                  <a:pt x="8233930" y="1524255"/>
                  <a:pt x="8233930" y="1493039"/>
                  <a:pt x="8253184" y="1473786"/>
                </a:cubicBezTo>
                <a:cubicBezTo>
                  <a:pt x="8272438" y="1454532"/>
                  <a:pt x="8303653" y="1454532"/>
                  <a:pt x="8322906" y="1473786"/>
                </a:cubicBezTo>
                <a:cubicBezTo>
                  <a:pt x="8342161" y="1493039"/>
                  <a:pt x="8342161" y="1524255"/>
                  <a:pt x="8322906" y="1543508"/>
                </a:cubicBezTo>
                <a:cubicBezTo>
                  <a:pt x="8313280" y="1553135"/>
                  <a:pt x="8300663" y="1557948"/>
                  <a:pt x="8288046" y="1557948"/>
                </a:cubicBezTo>
                <a:close/>
                <a:moveTo>
                  <a:pt x="217401" y="1745867"/>
                </a:moveTo>
                <a:lnTo>
                  <a:pt x="3" y="1745867"/>
                </a:lnTo>
                <a:lnTo>
                  <a:pt x="3" y="1739002"/>
                </a:lnTo>
                <a:lnTo>
                  <a:pt x="31" y="1739002"/>
                </a:lnTo>
                <a:lnTo>
                  <a:pt x="214525" y="1739002"/>
                </a:lnTo>
                <a:cubicBezTo>
                  <a:pt x="376927" y="1572758"/>
                  <a:pt x="543972" y="1406681"/>
                  <a:pt x="705549" y="1246073"/>
                </a:cubicBezTo>
                <a:cubicBezTo>
                  <a:pt x="867441" y="1085150"/>
                  <a:pt x="1034826" y="918733"/>
                  <a:pt x="1197514" y="752171"/>
                </a:cubicBezTo>
                <a:lnTo>
                  <a:pt x="1198511" y="751146"/>
                </a:lnTo>
                <a:lnTo>
                  <a:pt x="1199962" y="751146"/>
                </a:lnTo>
                <a:cubicBezTo>
                  <a:pt x="1429468" y="751146"/>
                  <a:pt x="1662876" y="751146"/>
                  <a:pt x="1897711" y="751168"/>
                </a:cubicBezTo>
                <a:lnTo>
                  <a:pt x="2565508" y="751309"/>
                </a:lnTo>
                <a:lnTo>
                  <a:pt x="2575794" y="726482"/>
                </a:lnTo>
                <a:cubicBezTo>
                  <a:pt x="2591403" y="710874"/>
                  <a:pt x="2616695" y="710874"/>
                  <a:pt x="2632303" y="726482"/>
                </a:cubicBezTo>
                <a:cubicBezTo>
                  <a:pt x="2647911" y="742090"/>
                  <a:pt x="2647911" y="767382"/>
                  <a:pt x="2632303" y="782989"/>
                </a:cubicBezTo>
                <a:cubicBezTo>
                  <a:pt x="2616695" y="798599"/>
                  <a:pt x="2591403" y="798599"/>
                  <a:pt x="2575794" y="782989"/>
                </a:cubicBezTo>
                <a:lnTo>
                  <a:pt x="2565513" y="758173"/>
                </a:lnTo>
                <a:lnTo>
                  <a:pt x="1898434" y="758031"/>
                </a:lnTo>
                <a:cubicBezTo>
                  <a:pt x="1663838" y="758010"/>
                  <a:pt x="1430666" y="758010"/>
                  <a:pt x="1201387" y="758010"/>
                </a:cubicBezTo>
                <a:cubicBezTo>
                  <a:pt x="1038985" y="924258"/>
                  <a:pt x="871939" y="1090335"/>
                  <a:pt x="710362" y="1250943"/>
                </a:cubicBezTo>
                <a:cubicBezTo>
                  <a:pt x="548473" y="1411864"/>
                  <a:pt x="381086" y="1578283"/>
                  <a:pt x="218398" y="1744841"/>
                </a:cubicBezTo>
                <a:close/>
                <a:moveTo>
                  <a:pt x="9194583" y="1745868"/>
                </a:moveTo>
                <a:lnTo>
                  <a:pt x="8977184" y="1745868"/>
                </a:lnTo>
                <a:lnTo>
                  <a:pt x="8976188" y="1744842"/>
                </a:lnTo>
                <a:cubicBezTo>
                  <a:pt x="8813500" y="1578284"/>
                  <a:pt x="8646113" y="1411865"/>
                  <a:pt x="8484224" y="1250944"/>
                </a:cubicBezTo>
                <a:cubicBezTo>
                  <a:pt x="8322646" y="1090336"/>
                  <a:pt x="8155600" y="924259"/>
                  <a:pt x="7993198" y="758011"/>
                </a:cubicBezTo>
                <a:cubicBezTo>
                  <a:pt x="7763920" y="758011"/>
                  <a:pt x="7530748" y="758011"/>
                  <a:pt x="7296152" y="758033"/>
                </a:cubicBezTo>
                <a:lnTo>
                  <a:pt x="6629073" y="758174"/>
                </a:lnTo>
                <a:lnTo>
                  <a:pt x="6618792" y="782990"/>
                </a:lnTo>
                <a:cubicBezTo>
                  <a:pt x="6603183" y="798600"/>
                  <a:pt x="6577891" y="798600"/>
                  <a:pt x="6562282" y="782990"/>
                </a:cubicBezTo>
                <a:cubicBezTo>
                  <a:pt x="6546675" y="767383"/>
                  <a:pt x="6546675" y="742091"/>
                  <a:pt x="6562282" y="726484"/>
                </a:cubicBezTo>
                <a:cubicBezTo>
                  <a:pt x="6577891" y="710875"/>
                  <a:pt x="6603183" y="710875"/>
                  <a:pt x="6618792" y="726484"/>
                </a:cubicBezTo>
                <a:lnTo>
                  <a:pt x="6629078" y="751310"/>
                </a:lnTo>
                <a:lnTo>
                  <a:pt x="7296875" y="751169"/>
                </a:lnTo>
                <a:cubicBezTo>
                  <a:pt x="7531710" y="751147"/>
                  <a:pt x="7765118" y="751147"/>
                  <a:pt x="7994623" y="751147"/>
                </a:cubicBezTo>
                <a:lnTo>
                  <a:pt x="7996075" y="751147"/>
                </a:lnTo>
                <a:lnTo>
                  <a:pt x="7997071" y="752172"/>
                </a:lnTo>
                <a:cubicBezTo>
                  <a:pt x="8159759" y="918734"/>
                  <a:pt x="8327145" y="1085152"/>
                  <a:pt x="8489036" y="1246074"/>
                </a:cubicBezTo>
                <a:cubicBezTo>
                  <a:pt x="8650614" y="1406682"/>
                  <a:pt x="8817658" y="1572759"/>
                  <a:pt x="8980061" y="1739004"/>
                </a:cubicBezTo>
                <a:lnTo>
                  <a:pt x="9194555" y="1739004"/>
                </a:lnTo>
                <a:lnTo>
                  <a:pt x="9194583" y="1739004"/>
                </a:lnTo>
                <a:close/>
                <a:moveTo>
                  <a:pt x="668005" y="1796481"/>
                </a:moveTo>
                <a:cubicBezTo>
                  <a:pt x="655388" y="1796481"/>
                  <a:pt x="642771" y="1791668"/>
                  <a:pt x="633145" y="1782041"/>
                </a:cubicBezTo>
                <a:cubicBezTo>
                  <a:pt x="613890" y="1762788"/>
                  <a:pt x="613890" y="1731572"/>
                  <a:pt x="633145" y="1712319"/>
                </a:cubicBezTo>
                <a:cubicBezTo>
                  <a:pt x="652397" y="1693064"/>
                  <a:pt x="683613" y="1693064"/>
                  <a:pt x="702867" y="1712319"/>
                </a:cubicBezTo>
                <a:cubicBezTo>
                  <a:pt x="722121" y="1731572"/>
                  <a:pt x="722121" y="1762788"/>
                  <a:pt x="702867" y="1782041"/>
                </a:cubicBezTo>
                <a:cubicBezTo>
                  <a:pt x="693239" y="1791668"/>
                  <a:pt x="680623" y="1796481"/>
                  <a:pt x="668005" y="1796481"/>
                </a:cubicBezTo>
                <a:close/>
                <a:moveTo>
                  <a:pt x="8526581" y="1796482"/>
                </a:moveTo>
                <a:cubicBezTo>
                  <a:pt x="8513963" y="1796482"/>
                  <a:pt x="8501347" y="1791669"/>
                  <a:pt x="8491719" y="1782042"/>
                </a:cubicBezTo>
                <a:cubicBezTo>
                  <a:pt x="8472465" y="1762789"/>
                  <a:pt x="8472465" y="1731573"/>
                  <a:pt x="8491719" y="1712320"/>
                </a:cubicBezTo>
                <a:cubicBezTo>
                  <a:pt x="8510972" y="1693066"/>
                  <a:pt x="8542188" y="1693066"/>
                  <a:pt x="8561441" y="1712320"/>
                </a:cubicBezTo>
                <a:cubicBezTo>
                  <a:pt x="8580696" y="1731573"/>
                  <a:pt x="8580696" y="1762789"/>
                  <a:pt x="8561441" y="1782042"/>
                </a:cubicBezTo>
                <a:cubicBezTo>
                  <a:pt x="8551815" y="1791669"/>
                  <a:pt x="8539198" y="1796482"/>
                  <a:pt x="8526581" y="1796482"/>
                </a:cubicBezTo>
                <a:close/>
                <a:moveTo>
                  <a:pt x="3878090" y="2022140"/>
                </a:moveTo>
                <a:cubicBezTo>
                  <a:pt x="3867864" y="2022140"/>
                  <a:pt x="3857639" y="2018238"/>
                  <a:pt x="3849836" y="2010434"/>
                </a:cubicBezTo>
                <a:cubicBezTo>
                  <a:pt x="3842032" y="2002631"/>
                  <a:pt x="3838130" y="1992406"/>
                  <a:pt x="3838130" y="1982180"/>
                </a:cubicBezTo>
                <a:lnTo>
                  <a:pt x="3848417" y="1957349"/>
                </a:lnTo>
                <a:lnTo>
                  <a:pt x="3291731" y="1400667"/>
                </a:lnTo>
                <a:lnTo>
                  <a:pt x="3266902" y="1410955"/>
                </a:lnTo>
                <a:cubicBezTo>
                  <a:pt x="3256677" y="1410955"/>
                  <a:pt x="3246452" y="1407053"/>
                  <a:pt x="3238648" y="1399248"/>
                </a:cubicBezTo>
                <a:cubicBezTo>
                  <a:pt x="3223039" y="1383640"/>
                  <a:pt x="3223039" y="1358348"/>
                  <a:pt x="3238648" y="1342741"/>
                </a:cubicBezTo>
                <a:cubicBezTo>
                  <a:pt x="3254256" y="1327133"/>
                  <a:pt x="3279548" y="1327133"/>
                  <a:pt x="3295155" y="1342741"/>
                </a:cubicBezTo>
                <a:cubicBezTo>
                  <a:pt x="3302960" y="1350545"/>
                  <a:pt x="3306861" y="1360770"/>
                  <a:pt x="3306861" y="1370994"/>
                </a:cubicBezTo>
                <a:lnTo>
                  <a:pt x="3296580" y="1395809"/>
                </a:lnTo>
                <a:lnTo>
                  <a:pt x="3853275" y="1952500"/>
                </a:lnTo>
                <a:lnTo>
                  <a:pt x="3878090" y="1942220"/>
                </a:lnTo>
                <a:cubicBezTo>
                  <a:pt x="3888315" y="1942220"/>
                  <a:pt x="3898540" y="1946122"/>
                  <a:pt x="3906344" y="1953925"/>
                </a:cubicBezTo>
                <a:cubicBezTo>
                  <a:pt x="3921952" y="1969534"/>
                  <a:pt x="3921952" y="1994827"/>
                  <a:pt x="3906344" y="2010434"/>
                </a:cubicBezTo>
                <a:cubicBezTo>
                  <a:pt x="3898540" y="2018238"/>
                  <a:pt x="3888315" y="2022140"/>
                  <a:pt x="3878090" y="2022140"/>
                </a:cubicBezTo>
                <a:close/>
                <a:moveTo>
                  <a:pt x="5316496" y="2022141"/>
                </a:moveTo>
                <a:cubicBezTo>
                  <a:pt x="5306271" y="2022141"/>
                  <a:pt x="5296046" y="2018239"/>
                  <a:pt x="5288243" y="2010435"/>
                </a:cubicBezTo>
                <a:cubicBezTo>
                  <a:pt x="5272634" y="1994828"/>
                  <a:pt x="5272634" y="1969535"/>
                  <a:pt x="5288243" y="1953926"/>
                </a:cubicBezTo>
                <a:cubicBezTo>
                  <a:pt x="5296046" y="1946123"/>
                  <a:pt x="5306271" y="1942222"/>
                  <a:pt x="5316496" y="1942222"/>
                </a:cubicBezTo>
                <a:lnTo>
                  <a:pt x="5341311" y="1952501"/>
                </a:lnTo>
                <a:lnTo>
                  <a:pt x="5898006" y="1395811"/>
                </a:lnTo>
                <a:lnTo>
                  <a:pt x="5887724" y="1370995"/>
                </a:lnTo>
                <a:cubicBezTo>
                  <a:pt x="5887724" y="1360771"/>
                  <a:pt x="5891626" y="1350546"/>
                  <a:pt x="5899430" y="1342742"/>
                </a:cubicBezTo>
                <a:cubicBezTo>
                  <a:pt x="5915038" y="1327134"/>
                  <a:pt x="5940330" y="1327134"/>
                  <a:pt x="5955938" y="1342742"/>
                </a:cubicBezTo>
                <a:cubicBezTo>
                  <a:pt x="5971547" y="1358349"/>
                  <a:pt x="5971547" y="1383642"/>
                  <a:pt x="5955938" y="1399249"/>
                </a:cubicBezTo>
                <a:cubicBezTo>
                  <a:pt x="5948133" y="1407054"/>
                  <a:pt x="5937909" y="1410956"/>
                  <a:pt x="5927684" y="1410956"/>
                </a:cubicBezTo>
                <a:lnTo>
                  <a:pt x="5902855" y="1400668"/>
                </a:lnTo>
                <a:lnTo>
                  <a:pt x="5346169" y="1957350"/>
                </a:lnTo>
                <a:lnTo>
                  <a:pt x="5356457" y="1982181"/>
                </a:lnTo>
                <a:cubicBezTo>
                  <a:pt x="5356457" y="1992407"/>
                  <a:pt x="5352554" y="2002632"/>
                  <a:pt x="5344751" y="2010435"/>
                </a:cubicBezTo>
                <a:cubicBezTo>
                  <a:pt x="5336947" y="2018239"/>
                  <a:pt x="5326722" y="2022141"/>
                  <a:pt x="5316496" y="2022141"/>
                </a:cubicBezTo>
                <a:close/>
                <a:moveTo>
                  <a:pt x="429505" y="2034984"/>
                </a:moveTo>
                <a:cubicBezTo>
                  <a:pt x="416888" y="2034984"/>
                  <a:pt x="404270" y="2030170"/>
                  <a:pt x="394644" y="2020544"/>
                </a:cubicBezTo>
                <a:cubicBezTo>
                  <a:pt x="375391" y="2001292"/>
                  <a:pt x="375391" y="1970075"/>
                  <a:pt x="394644" y="1950822"/>
                </a:cubicBezTo>
                <a:cubicBezTo>
                  <a:pt x="413897" y="1931567"/>
                  <a:pt x="445113" y="1931567"/>
                  <a:pt x="464366" y="1950822"/>
                </a:cubicBezTo>
                <a:cubicBezTo>
                  <a:pt x="483621" y="1970075"/>
                  <a:pt x="483621" y="2001292"/>
                  <a:pt x="464366" y="2020544"/>
                </a:cubicBezTo>
                <a:cubicBezTo>
                  <a:pt x="454739" y="2030170"/>
                  <a:pt x="442123" y="2034984"/>
                  <a:pt x="429505" y="2034984"/>
                </a:cubicBezTo>
                <a:close/>
                <a:moveTo>
                  <a:pt x="8765081" y="2034985"/>
                </a:moveTo>
                <a:cubicBezTo>
                  <a:pt x="8752463" y="2034985"/>
                  <a:pt x="8739847" y="2030171"/>
                  <a:pt x="8730220" y="2020545"/>
                </a:cubicBezTo>
                <a:cubicBezTo>
                  <a:pt x="8710965" y="2001293"/>
                  <a:pt x="8710965" y="1970076"/>
                  <a:pt x="8730220" y="1950823"/>
                </a:cubicBezTo>
                <a:cubicBezTo>
                  <a:pt x="8749473" y="1931568"/>
                  <a:pt x="8780688" y="1931568"/>
                  <a:pt x="8799942" y="1950823"/>
                </a:cubicBezTo>
                <a:cubicBezTo>
                  <a:pt x="8819195" y="1970076"/>
                  <a:pt x="8819195" y="2001293"/>
                  <a:pt x="8799942" y="2020545"/>
                </a:cubicBezTo>
                <a:cubicBezTo>
                  <a:pt x="8790316" y="2030171"/>
                  <a:pt x="8777698" y="2034985"/>
                  <a:pt x="8765081" y="2034985"/>
                </a:cubicBezTo>
                <a:close/>
                <a:moveTo>
                  <a:pt x="244739" y="2463292"/>
                </a:moveTo>
                <a:cubicBezTo>
                  <a:pt x="220250" y="2468070"/>
                  <a:pt x="194163" y="2458210"/>
                  <a:pt x="179345" y="2436215"/>
                </a:cubicBezTo>
                <a:lnTo>
                  <a:pt x="172267" y="2401329"/>
                </a:lnTo>
                <a:lnTo>
                  <a:pt x="29" y="2401458"/>
                </a:lnTo>
                <a:lnTo>
                  <a:pt x="29" y="2384313"/>
                </a:lnTo>
                <a:lnTo>
                  <a:pt x="29" y="2384284"/>
                </a:lnTo>
                <a:lnTo>
                  <a:pt x="172260" y="2384175"/>
                </a:lnTo>
                <a:lnTo>
                  <a:pt x="196669" y="2347339"/>
                </a:lnTo>
                <a:cubicBezTo>
                  <a:pt x="225995" y="2327581"/>
                  <a:pt x="265785" y="2335337"/>
                  <a:pt x="285544" y="2364664"/>
                </a:cubicBezTo>
                <a:cubicBezTo>
                  <a:pt x="305301" y="2393989"/>
                  <a:pt x="297546" y="2433780"/>
                  <a:pt x="268219" y="2453539"/>
                </a:cubicBezTo>
                <a:cubicBezTo>
                  <a:pt x="260887" y="2458479"/>
                  <a:pt x="252902" y="2461698"/>
                  <a:pt x="244739" y="2463292"/>
                </a:cubicBezTo>
                <a:close/>
                <a:moveTo>
                  <a:pt x="8949846" y="2463293"/>
                </a:moveTo>
                <a:cubicBezTo>
                  <a:pt x="8941684" y="2461699"/>
                  <a:pt x="8933698" y="2458480"/>
                  <a:pt x="8926366" y="2453540"/>
                </a:cubicBezTo>
                <a:cubicBezTo>
                  <a:pt x="8897040" y="2433782"/>
                  <a:pt x="8889285" y="2393990"/>
                  <a:pt x="8909042" y="2364665"/>
                </a:cubicBezTo>
                <a:cubicBezTo>
                  <a:pt x="8928800" y="2335338"/>
                  <a:pt x="8968590" y="2327582"/>
                  <a:pt x="8997917" y="2347340"/>
                </a:cubicBezTo>
                <a:lnTo>
                  <a:pt x="9022326" y="2384176"/>
                </a:lnTo>
                <a:lnTo>
                  <a:pt x="9194556" y="2384285"/>
                </a:lnTo>
                <a:lnTo>
                  <a:pt x="9194556" y="2384314"/>
                </a:lnTo>
                <a:lnTo>
                  <a:pt x="9194556" y="2401459"/>
                </a:lnTo>
                <a:lnTo>
                  <a:pt x="9022319" y="2401330"/>
                </a:lnTo>
                <a:lnTo>
                  <a:pt x="9015240" y="2436216"/>
                </a:lnTo>
                <a:cubicBezTo>
                  <a:pt x="9000423" y="2458211"/>
                  <a:pt x="8974336" y="2468071"/>
                  <a:pt x="8949846" y="2463293"/>
                </a:cubicBezTo>
                <a:close/>
                <a:moveTo>
                  <a:pt x="65193" y="2592773"/>
                </a:moveTo>
                <a:cubicBezTo>
                  <a:pt x="54967" y="2592773"/>
                  <a:pt x="44743" y="2588870"/>
                  <a:pt x="36939" y="2581067"/>
                </a:cubicBezTo>
                <a:lnTo>
                  <a:pt x="26635" y="2556196"/>
                </a:lnTo>
                <a:lnTo>
                  <a:pt x="29" y="2556173"/>
                </a:lnTo>
                <a:lnTo>
                  <a:pt x="29" y="2549308"/>
                </a:lnTo>
                <a:lnTo>
                  <a:pt x="26675" y="2549333"/>
                </a:lnTo>
                <a:lnTo>
                  <a:pt x="36939" y="2524559"/>
                </a:lnTo>
                <a:cubicBezTo>
                  <a:pt x="52547" y="2508950"/>
                  <a:pt x="77840" y="2508950"/>
                  <a:pt x="93449" y="2524559"/>
                </a:cubicBezTo>
                <a:cubicBezTo>
                  <a:pt x="109055" y="2540166"/>
                  <a:pt x="109055" y="2565458"/>
                  <a:pt x="93449" y="2581067"/>
                </a:cubicBezTo>
                <a:cubicBezTo>
                  <a:pt x="85643" y="2588870"/>
                  <a:pt x="75419" y="2592773"/>
                  <a:pt x="65193" y="2592773"/>
                </a:cubicBezTo>
                <a:close/>
                <a:moveTo>
                  <a:pt x="9129392" y="2592774"/>
                </a:moveTo>
                <a:cubicBezTo>
                  <a:pt x="9119167" y="2592774"/>
                  <a:pt x="9108942" y="2588871"/>
                  <a:pt x="9101137" y="2581068"/>
                </a:cubicBezTo>
                <a:cubicBezTo>
                  <a:pt x="9085530" y="2565459"/>
                  <a:pt x="9085530" y="2540167"/>
                  <a:pt x="9101137" y="2524560"/>
                </a:cubicBezTo>
                <a:cubicBezTo>
                  <a:pt x="9116746" y="2508951"/>
                  <a:pt x="9142038" y="2508951"/>
                  <a:pt x="9157647" y="2524560"/>
                </a:cubicBezTo>
                <a:lnTo>
                  <a:pt x="9167911" y="2549334"/>
                </a:lnTo>
                <a:lnTo>
                  <a:pt x="9194556" y="2549309"/>
                </a:lnTo>
                <a:lnTo>
                  <a:pt x="9194556" y="2556174"/>
                </a:lnTo>
                <a:lnTo>
                  <a:pt x="9167951" y="2556197"/>
                </a:lnTo>
                <a:lnTo>
                  <a:pt x="9157647" y="2581068"/>
                </a:lnTo>
                <a:cubicBezTo>
                  <a:pt x="9149843" y="2588871"/>
                  <a:pt x="9139618" y="2592774"/>
                  <a:pt x="9129392" y="2592774"/>
                </a:cubicBezTo>
                <a:close/>
                <a:moveTo>
                  <a:pt x="57" y="3019710"/>
                </a:moveTo>
                <a:lnTo>
                  <a:pt x="57" y="3009999"/>
                </a:lnTo>
                <a:lnTo>
                  <a:pt x="29" y="3009970"/>
                </a:lnTo>
                <a:cubicBezTo>
                  <a:pt x="116690" y="2892910"/>
                  <a:pt x="235067" y="2774164"/>
                  <a:pt x="354153" y="2655035"/>
                </a:cubicBezTo>
                <a:lnTo>
                  <a:pt x="685247" y="2325005"/>
                </a:lnTo>
                <a:lnTo>
                  <a:pt x="674985" y="2300234"/>
                </a:lnTo>
                <a:cubicBezTo>
                  <a:pt x="674985" y="2290010"/>
                  <a:pt x="678887" y="2279785"/>
                  <a:pt x="686691" y="2271980"/>
                </a:cubicBezTo>
                <a:cubicBezTo>
                  <a:pt x="702301" y="2256373"/>
                  <a:pt x="727591" y="2256373"/>
                  <a:pt x="743200" y="2271980"/>
                </a:cubicBezTo>
                <a:cubicBezTo>
                  <a:pt x="758807" y="2287588"/>
                  <a:pt x="758807" y="2312882"/>
                  <a:pt x="743200" y="2328489"/>
                </a:cubicBezTo>
                <a:cubicBezTo>
                  <a:pt x="735397" y="2336293"/>
                  <a:pt x="725172" y="2340195"/>
                  <a:pt x="714945" y="2340195"/>
                </a:cubicBezTo>
                <a:lnTo>
                  <a:pt x="690074" y="2329891"/>
                </a:lnTo>
                <a:lnTo>
                  <a:pt x="356534" y="2662371"/>
                </a:lnTo>
                <a:cubicBezTo>
                  <a:pt x="236641" y="2782316"/>
                  <a:pt x="117473" y="2901867"/>
                  <a:pt x="57" y="3019710"/>
                </a:cubicBezTo>
                <a:close/>
                <a:moveTo>
                  <a:pt x="9194528" y="3019711"/>
                </a:moveTo>
                <a:cubicBezTo>
                  <a:pt x="9077112" y="2901868"/>
                  <a:pt x="8957945" y="2782317"/>
                  <a:pt x="8838052" y="2662372"/>
                </a:cubicBezTo>
                <a:lnTo>
                  <a:pt x="8504512" y="2329892"/>
                </a:lnTo>
                <a:lnTo>
                  <a:pt x="8479640" y="2340196"/>
                </a:lnTo>
                <a:cubicBezTo>
                  <a:pt x="8469414" y="2340196"/>
                  <a:pt x="8459189" y="2336294"/>
                  <a:pt x="8451386" y="2328490"/>
                </a:cubicBezTo>
                <a:cubicBezTo>
                  <a:pt x="8435778" y="2312883"/>
                  <a:pt x="8435778" y="2287589"/>
                  <a:pt x="8451386" y="2271981"/>
                </a:cubicBezTo>
                <a:cubicBezTo>
                  <a:pt x="8466994" y="2256374"/>
                  <a:pt x="8492285" y="2256374"/>
                  <a:pt x="8507895" y="2271981"/>
                </a:cubicBezTo>
                <a:cubicBezTo>
                  <a:pt x="8515698" y="2279786"/>
                  <a:pt x="8519601" y="2290011"/>
                  <a:pt x="8519601" y="2300235"/>
                </a:cubicBezTo>
                <a:lnTo>
                  <a:pt x="8509339" y="2325006"/>
                </a:lnTo>
                <a:lnTo>
                  <a:pt x="8840433" y="2655036"/>
                </a:lnTo>
                <a:cubicBezTo>
                  <a:pt x="8959519" y="2774165"/>
                  <a:pt x="9077896" y="2892911"/>
                  <a:pt x="9194556" y="3009971"/>
                </a:cubicBezTo>
                <a:lnTo>
                  <a:pt x="9194528" y="3010000"/>
                </a:lnTo>
                <a:close/>
                <a:moveTo>
                  <a:pt x="4600496" y="3053250"/>
                </a:moveTo>
                <a:lnTo>
                  <a:pt x="4597291" y="3052627"/>
                </a:lnTo>
                <a:lnTo>
                  <a:pt x="4594090" y="3053249"/>
                </a:lnTo>
                <a:cubicBezTo>
                  <a:pt x="4577699" y="3053249"/>
                  <a:pt x="4561307" y="3046997"/>
                  <a:pt x="4548804" y="3034494"/>
                </a:cubicBezTo>
                <a:cubicBezTo>
                  <a:pt x="4523797" y="3009486"/>
                  <a:pt x="4523797" y="2968929"/>
                  <a:pt x="4548804" y="2943923"/>
                </a:cubicBezTo>
                <a:lnTo>
                  <a:pt x="4581444" y="2930405"/>
                </a:lnTo>
                <a:lnTo>
                  <a:pt x="4581444" y="1421504"/>
                </a:lnTo>
                <a:lnTo>
                  <a:pt x="4544416" y="1406170"/>
                </a:lnTo>
                <a:cubicBezTo>
                  <a:pt x="4519410" y="1381162"/>
                  <a:pt x="4519410" y="1340605"/>
                  <a:pt x="4544416" y="1315599"/>
                </a:cubicBezTo>
                <a:cubicBezTo>
                  <a:pt x="4556921" y="1303095"/>
                  <a:pt x="4573312" y="1296843"/>
                  <a:pt x="4589703" y="1296843"/>
                </a:cubicBezTo>
                <a:lnTo>
                  <a:pt x="4597296" y="1298320"/>
                </a:lnTo>
                <a:lnTo>
                  <a:pt x="4604883" y="1296844"/>
                </a:lnTo>
                <a:cubicBezTo>
                  <a:pt x="4621274" y="1296844"/>
                  <a:pt x="4637666" y="1303096"/>
                  <a:pt x="4650170" y="1315600"/>
                </a:cubicBezTo>
                <a:cubicBezTo>
                  <a:pt x="4675176" y="1340606"/>
                  <a:pt x="4675176" y="1381163"/>
                  <a:pt x="4650170" y="1406171"/>
                </a:cubicBezTo>
                <a:lnTo>
                  <a:pt x="4613142" y="1421505"/>
                </a:lnTo>
                <a:lnTo>
                  <a:pt x="4613142" y="2930406"/>
                </a:lnTo>
                <a:lnTo>
                  <a:pt x="4645783" y="2943924"/>
                </a:lnTo>
                <a:cubicBezTo>
                  <a:pt x="4670789" y="2968930"/>
                  <a:pt x="4670789" y="3009487"/>
                  <a:pt x="4645783" y="3034495"/>
                </a:cubicBezTo>
                <a:cubicBezTo>
                  <a:pt x="4633279" y="3046998"/>
                  <a:pt x="4616887" y="3053250"/>
                  <a:pt x="4600496" y="3053250"/>
                </a:cubicBezTo>
                <a:close/>
                <a:moveTo>
                  <a:pt x="2403199" y="3103078"/>
                </a:moveTo>
                <a:lnTo>
                  <a:pt x="2393514" y="3103078"/>
                </a:lnTo>
                <a:cubicBezTo>
                  <a:pt x="2503796" y="2992482"/>
                  <a:pt x="2613877" y="2882401"/>
                  <a:pt x="2721934" y="2774314"/>
                </a:cubicBezTo>
                <a:cubicBezTo>
                  <a:pt x="2920679" y="2575569"/>
                  <a:pt x="3126145" y="2370101"/>
                  <a:pt x="3327312" y="2166997"/>
                </a:cubicBezTo>
                <a:cubicBezTo>
                  <a:pt x="3334118" y="2079958"/>
                  <a:pt x="3332781" y="1992576"/>
                  <a:pt x="3331470" y="1908043"/>
                </a:cubicBezTo>
                <a:lnTo>
                  <a:pt x="3331380" y="1768479"/>
                </a:lnTo>
                <a:lnTo>
                  <a:pt x="3306574" y="1758203"/>
                </a:lnTo>
                <a:cubicBezTo>
                  <a:pt x="3299342" y="1750973"/>
                  <a:pt x="3294869" y="1740982"/>
                  <a:pt x="3294869" y="1729950"/>
                </a:cubicBezTo>
                <a:cubicBezTo>
                  <a:pt x="3294869" y="1707880"/>
                  <a:pt x="3312761" y="1689989"/>
                  <a:pt x="3334829" y="1689989"/>
                </a:cubicBezTo>
                <a:cubicBezTo>
                  <a:pt x="3356898" y="1689989"/>
                  <a:pt x="3374789" y="1707880"/>
                  <a:pt x="3374789" y="1729950"/>
                </a:cubicBezTo>
                <a:cubicBezTo>
                  <a:pt x="3374789" y="1740982"/>
                  <a:pt x="3370316" y="1750973"/>
                  <a:pt x="3363084" y="1758203"/>
                </a:cubicBezTo>
                <a:lnTo>
                  <a:pt x="3338245" y="1768492"/>
                </a:lnTo>
                <a:lnTo>
                  <a:pt x="3338334" y="1907929"/>
                </a:lnTo>
                <a:cubicBezTo>
                  <a:pt x="3339644" y="1993032"/>
                  <a:pt x="3340983" y="2081013"/>
                  <a:pt x="3334034" y="2168792"/>
                </a:cubicBezTo>
                <a:lnTo>
                  <a:pt x="3333949" y="2170046"/>
                </a:lnTo>
                <a:lnTo>
                  <a:pt x="3333977" y="2170074"/>
                </a:lnTo>
                <a:lnTo>
                  <a:pt x="3333094" y="2170956"/>
                </a:lnTo>
                <a:cubicBezTo>
                  <a:pt x="3131643" y="2374345"/>
                  <a:pt x="2925834" y="2580155"/>
                  <a:pt x="2726804" y="2779184"/>
                </a:cubicBezTo>
                <a:cubicBezTo>
                  <a:pt x="2620315" y="2885678"/>
                  <a:pt x="2511886" y="2994135"/>
                  <a:pt x="2403199" y="3103078"/>
                </a:cubicBezTo>
                <a:close/>
                <a:moveTo>
                  <a:pt x="6801071" y="3103079"/>
                </a:moveTo>
                <a:lnTo>
                  <a:pt x="6791386" y="3103079"/>
                </a:lnTo>
                <a:cubicBezTo>
                  <a:pt x="6682700" y="2994136"/>
                  <a:pt x="6574271" y="2885679"/>
                  <a:pt x="6467781" y="2779185"/>
                </a:cubicBezTo>
                <a:cubicBezTo>
                  <a:pt x="6268752" y="2580156"/>
                  <a:pt x="6062943" y="2374346"/>
                  <a:pt x="5861492" y="2170957"/>
                </a:cubicBezTo>
                <a:lnTo>
                  <a:pt x="5860609" y="2170075"/>
                </a:lnTo>
                <a:lnTo>
                  <a:pt x="5860637" y="2170047"/>
                </a:lnTo>
                <a:lnTo>
                  <a:pt x="5860552" y="2168793"/>
                </a:lnTo>
                <a:cubicBezTo>
                  <a:pt x="5853603" y="2081014"/>
                  <a:pt x="5854942" y="1993033"/>
                  <a:pt x="5856252" y="1907931"/>
                </a:cubicBezTo>
                <a:lnTo>
                  <a:pt x="5856341" y="1768493"/>
                </a:lnTo>
                <a:lnTo>
                  <a:pt x="5831501" y="1758204"/>
                </a:lnTo>
                <a:cubicBezTo>
                  <a:pt x="5824270" y="1750974"/>
                  <a:pt x="5819797" y="1740984"/>
                  <a:pt x="5819797" y="1729951"/>
                </a:cubicBezTo>
                <a:cubicBezTo>
                  <a:pt x="5819797" y="1707881"/>
                  <a:pt x="5837688" y="1689990"/>
                  <a:pt x="5859757" y="1689990"/>
                </a:cubicBezTo>
                <a:cubicBezTo>
                  <a:pt x="5881825" y="1689990"/>
                  <a:pt x="5899716" y="1707881"/>
                  <a:pt x="5899716" y="1729951"/>
                </a:cubicBezTo>
                <a:cubicBezTo>
                  <a:pt x="5899716" y="1740984"/>
                  <a:pt x="5895243" y="1750974"/>
                  <a:pt x="5888012" y="1758204"/>
                </a:cubicBezTo>
                <a:lnTo>
                  <a:pt x="5863206" y="1768480"/>
                </a:lnTo>
                <a:lnTo>
                  <a:pt x="5863116" y="1908045"/>
                </a:lnTo>
                <a:cubicBezTo>
                  <a:pt x="5861805" y="1992578"/>
                  <a:pt x="5860468" y="2079959"/>
                  <a:pt x="5867273" y="2166998"/>
                </a:cubicBezTo>
                <a:cubicBezTo>
                  <a:pt x="6068441" y="2370102"/>
                  <a:pt x="6273907" y="2575570"/>
                  <a:pt x="6472652" y="2774315"/>
                </a:cubicBezTo>
                <a:cubicBezTo>
                  <a:pt x="6580709" y="2882402"/>
                  <a:pt x="6690790" y="2992483"/>
                  <a:pt x="6801071" y="3103079"/>
                </a:cubicBezTo>
                <a:close/>
                <a:moveTo>
                  <a:pt x="680997" y="3103105"/>
                </a:moveTo>
                <a:lnTo>
                  <a:pt x="656732" y="3103105"/>
                </a:lnTo>
                <a:cubicBezTo>
                  <a:pt x="937019" y="2822732"/>
                  <a:pt x="1215485" y="2542101"/>
                  <a:pt x="1488653" y="2266769"/>
                </a:cubicBezTo>
                <a:lnTo>
                  <a:pt x="1489594" y="2265828"/>
                </a:lnTo>
                <a:cubicBezTo>
                  <a:pt x="1488028" y="2195479"/>
                  <a:pt x="1488511" y="2123392"/>
                  <a:pt x="1488966" y="2053611"/>
                </a:cubicBezTo>
                <a:cubicBezTo>
                  <a:pt x="1489594" y="1958938"/>
                  <a:pt x="1490221" y="1861046"/>
                  <a:pt x="1485805" y="1766062"/>
                </a:cubicBezTo>
                <a:lnTo>
                  <a:pt x="1485805" y="1765662"/>
                </a:lnTo>
                <a:cubicBezTo>
                  <a:pt x="1485805" y="1755180"/>
                  <a:pt x="1490961" y="1745327"/>
                  <a:pt x="1496172" y="1740114"/>
                </a:cubicBezTo>
                <a:cubicBezTo>
                  <a:pt x="1596911" y="1643251"/>
                  <a:pt x="1694204" y="1544961"/>
                  <a:pt x="1788280" y="1449946"/>
                </a:cubicBezTo>
                <a:cubicBezTo>
                  <a:pt x="1881787" y="1355472"/>
                  <a:pt x="1978480" y="1257808"/>
                  <a:pt x="2077256" y="1162907"/>
                </a:cubicBezTo>
                <a:lnTo>
                  <a:pt x="2079734" y="1160515"/>
                </a:lnTo>
                <a:lnTo>
                  <a:pt x="2083179" y="1160515"/>
                </a:lnTo>
                <a:lnTo>
                  <a:pt x="2541656" y="1158853"/>
                </a:lnTo>
                <a:lnTo>
                  <a:pt x="2549875" y="1139009"/>
                </a:lnTo>
                <a:cubicBezTo>
                  <a:pt x="2557105" y="1131778"/>
                  <a:pt x="2567096" y="1127305"/>
                  <a:pt x="2578130" y="1127305"/>
                </a:cubicBezTo>
                <a:cubicBezTo>
                  <a:pt x="2600200" y="1127305"/>
                  <a:pt x="2618090" y="1145195"/>
                  <a:pt x="2618090" y="1167266"/>
                </a:cubicBezTo>
                <a:cubicBezTo>
                  <a:pt x="2618090" y="1189334"/>
                  <a:pt x="2600200" y="1207225"/>
                  <a:pt x="2578130" y="1207225"/>
                </a:cubicBezTo>
                <a:cubicBezTo>
                  <a:pt x="2567096" y="1207225"/>
                  <a:pt x="2557105" y="1202752"/>
                  <a:pt x="2549875" y="1195522"/>
                </a:cubicBezTo>
                <a:lnTo>
                  <a:pt x="2541788" y="1175999"/>
                </a:lnTo>
                <a:lnTo>
                  <a:pt x="2086625" y="1177660"/>
                </a:lnTo>
                <a:cubicBezTo>
                  <a:pt x="1988876" y="1271651"/>
                  <a:pt x="1893094" y="1368403"/>
                  <a:pt x="1800441" y="1461993"/>
                </a:cubicBezTo>
                <a:lnTo>
                  <a:pt x="1800499" y="1461993"/>
                </a:lnTo>
                <a:cubicBezTo>
                  <a:pt x="1706337" y="1557123"/>
                  <a:pt x="1608960" y="1655470"/>
                  <a:pt x="1508191" y="1752361"/>
                </a:cubicBezTo>
                <a:cubicBezTo>
                  <a:pt x="1506056" y="1754498"/>
                  <a:pt x="1503036" y="1759966"/>
                  <a:pt x="1502951" y="1765492"/>
                </a:cubicBezTo>
                <a:cubicBezTo>
                  <a:pt x="1507367" y="1860876"/>
                  <a:pt x="1506740" y="1958910"/>
                  <a:pt x="1506113" y="2053727"/>
                </a:cubicBezTo>
                <a:cubicBezTo>
                  <a:pt x="1505656" y="2124589"/>
                  <a:pt x="1505172" y="2197842"/>
                  <a:pt x="1506824" y="2269075"/>
                </a:cubicBezTo>
                <a:lnTo>
                  <a:pt x="1506910" y="2272720"/>
                </a:lnTo>
                <a:lnTo>
                  <a:pt x="1500843" y="2278845"/>
                </a:lnTo>
                <a:cubicBezTo>
                  <a:pt x="1231607" y="2550219"/>
                  <a:pt x="957213" y="2826747"/>
                  <a:pt x="680997" y="3103105"/>
                </a:cubicBezTo>
                <a:close/>
                <a:moveTo>
                  <a:pt x="1841143" y="3103105"/>
                </a:moveTo>
                <a:lnTo>
                  <a:pt x="1831486" y="3103105"/>
                </a:lnTo>
                <a:cubicBezTo>
                  <a:pt x="2051828" y="2881503"/>
                  <a:pt x="2288383" y="2644521"/>
                  <a:pt x="2559378" y="2373895"/>
                </a:cubicBezTo>
                <a:lnTo>
                  <a:pt x="2815267" y="2118577"/>
                </a:lnTo>
                <a:lnTo>
                  <a:pt x="2805014" y="2093830"/>
                </a:lnTo>
                <a:cubicBezTo>
                  <a:pt x="2805014" y="2083603"/>
                  <a:pt x="2808916" y="2073379"/>
                  <a:pt x="2816720" y="2065575"/>
                </a:cubicBezTo>
                <a:cubicBezTo>
                  <a:pt x="2832327" y="2049968"/>
                  <a:pt x="2857620" y="2049968"/>
                  <a:pt x="2873227" y="2065575"/>
                </a:cubicBezTo>
                <a:cubicBezTo>
                  <a:pt x="2888836" y="2081182"/>
                  <a:pt x="2888836" y="2106476"/>
                  <a:pt x="2873227" y="2122084"/>
                </a:cubicBezTo>
                <a:cubicBezTo>
                  <a:pt x="2865424" y="2129888"/>
                  <a:pt x="2855199" y="2133789"/>
                  <a:pt x="2844974" y="2133789"/>
                </a:cubicBezTo>
                <a:lnTo>
                  <a:pt x="2820080" y="2123476"/>
                </a:lnTo>
                <a:lnTo>
                  <a:pt x="2565704" y="2377280"/>
                </a:lnTo>
                <a:cubicBezTo>
                  <a:pt x="2296066" y="2646546"/>
                  <a:pt x="2060522" y="2882507"/>
                  <a:pt x="1841143" y="3103105"/>
                </a:cubicBezTo>
                <a:close/>
                <a:moveTo>
                  <a:pt x="2103342" y="3103105"/>
                </a:moveTo>
                <a:lnTo>
                  <a:pt x="2093659" y="3103105"/>
                </a:lnTo>
                <a:cubicBezTo>
                  <a:pt x="2278051" y="2918004"/>
                  <a:pt x="2461017" y="2736119"/>
                  <a:pt x="2640081" y="2558165"/>
                </a:cubicBezTo>
                <a:cubicBezTo>
                  <a:pt x="2779922" y="2419174"/>
                  <a:pt x="2924523" y="2275427"/>
                  <a:pt x="3067701" y="2132278"/>
                </a:cubicBezTo>
                <a:cubicBezTo>
                  <a:pt x="3067701" y="1982992"/>
                  <a:pt x="3067701" y="1831171"/>
                  <a:pt x="3067797" y="1678869"/>
                </a:cubicBezTo>
                <a:lnTo>
                  <a:pt x="3068412" y="1261096"/>
                </a:lnTo>
                <a:lnTo>
                  <a:pt x="3043633" y="1250829"/>
                </a:lnTo>
                <a:cubicBezTo>
                  <a:pt x="3028025" y="1235222"/>
                  <a:pt x="3028025" y="1209930"/>
                  <a:pt x="3043633" y="1194323"/>
                </a:cubicBezTo>
                <a:cubicBezTo>
                  <a:pt x="3059240" y="1178714"/>
                  <a:pt x="3084534" y="1178714"/>
                  <a:pt x="3100141" y="1194323"/>
                </a:cubicBezTo>
                <a:cubicBezTo>
                  <a:pt x="3115749" y="1209930"/>
                  <a:pt x="3115749" y="1235222"/>
                  <a:pt x="3100141" y="1250829"/>
                </a:cubicBezTo>
                <a:lnTo>
                  <a:pt x="3075277" y="1261132"/>
                </a:lnTo>
                <a:lnTo>
                  <a:pt x="3074662" y="1679613"/>
                </a:lnTo>
                <a:cubicBezTo>
                  <a:pt x="3074565" y="1832153"/>
                  <a:pt x="3074565" y="1984202"/>
                  <a:pt x="3074565" y="2133702"/>
                </a:cubicBezTo>
                <a:lnTo>
                  <a:pt x="3074565" y="2135126"/>
                </a:lnTo>
                <a:lnTo>
                  <a:pt x="3074537" y="2135126"/>
                </a:lnTo>
                <a:lnTo>
                  <a:pt x="3073540" y="2136123"/>
                </a:lnTo>
                <a:cubicBezTo>
                  <a:pt x="2930048" y="2279613"/>
                  <a:pt x="2785077" y="2423703"/>
                  <a:pt x="2644922" y="2563037"/>
                </a:cubicBezTo>
                <a:cubicBezTo>
                  <a:pt x="2467425" y="2739452"/>
                  <a:pt x="2286111" y="2919684"/>
                  <a:pt x="2103342" y="3103105"/>
                </a:cubicBezTo>
                <a:close/>
                <a:moveTo>
                  <a:pt x="2711479" y="3103105"/>
                </a:moveTo>
                <a:lnTo>
                  <a:pt x="2687189" y="3103105"/>
                </a:lnTo>
                <a:cubicBezTo>
                  <a:pt x="2803019" y="2987555"/>
                  <a:pt x="2918341" y="2871663"/>
                  <a:pt x="3031015" y="2758391"/>
                </a:cubicBezTo>
                <a:lnTo>
                  <a:pt x="3521477" y="2268399"/>
                </a:lnTo>
                <a:lnTo>
                  <a:pt x="3510254" y="2257175"/>
                </a:lnTo>
                <a:cubicBezTo>
                  <a:pt x="3496722" y="2224506"/>
                  <a:pt x="3512235" y="2187053"/>
                  <a:pt x="3544904" y="2173521"/>
                </a:cubicBezTo>
                <a:cubicBezTo>
                  <a:pt x="3577573" y="2159989"/>
                  <a:pt x="3615028" y="2175502"/>
                  <a:pt x="3628560" y="2208173"/>
                </a:cubicBezTo>
                <a:cubicBezTo>
                  <a:pt x="3642092" y="2240841"/>
                  <a:pt x="3626577" y="2278295"/>
                  <a:pt x="3593908" y="2291827"/>
                </a:cubicBezTo>
                <a:cubicBezTo>
                  <a:pt x="3577574" y="2298593"/>
                  <a:pt x="3560043" y="2298098"/>
                  <a:pt x="3544904" y="2291827"/>
                </a:cubicBezTo>
                <a:lnTo>
                  <a:pt x="3533611" y="2280532"/>
                </a:lnTo>
                <a:lnTo>
                  <a:pt x="3043177" y="2770496"/>
                </a:lnTo>
                <a:cubicBezTo>
                  <a:pt x="2934434" y="2879809"/>
                  <a:pt x="2823242" y="2991542"/>
                  <a:pt x="2711479" y="3103105"/>
                </a:cubicBezTo>
                <a:close/>
                <a:moveTo>
                  <a:pt x="3666953" y="3103105"/>
                </a:moveTo>
                <a:lnTo>
                  <a:pt x="3660091" y="3103105"/>
                </a:lnTo>
                <a:cubicBezTo>
                  <a:pt x="3660005" y="3072033"/>
                  <a:pt x="3659863" y="3041157"/>
                  <a:pt x="3659691" y="3010539"/>
                </a:cubicBezTo>
                <a:cubicBezTo>
                  <a:pt x="3659237" y="2921448"/>
                  <a:pt x="3658751" y="2829340"/>
                  <a:pt x="3660404" y="2737971"/>
                </a:cubicBezTo>
                <a:lnTo>
                  <a:pt x="3660404" y="2736574"/>
                </a:lnTo>
                <a:cubicBezTo>
                  <a:pt x="3660404" y="2736574"/>
                  <a:pt x="3661402" y="2735606"/>
                  <a:pt x="3661402" y="2735606"/>
                </a:cubicBezTo>
                <a:cubicBezTo>
                  <a:pt x="3676837" y="2720141"/>
                  <a:pt x="3691590" y="2704419"/>
                  <a:pt x="3705861" y="2689209"/>
                </a:cubicBezTo>
                <a:cubicBezTo>
                  <a:pt x="3720157" y="2673944"/>
                  <a:pt x="3734968" y="2658164"/>
                  <a:pt x="3750491" y="2642643"/>
                </a:cubicBezTo>
                <a:cubicBezTo>
                  <a:pt x="3768718" y="2624414"/>
                  <a:pt x="3787203" y="2606783"/>
                  <a:pt x="3805090" y="2589752"/>
                </a:cubicBezTo>
                <a:lnTo>
                  <a:pt x="3839138" y="2556620"/>
                </a:lnTo>
                <a:lnTo>
                  <a:pt x="3829063" y="2532297"/>
                </a:lnTo>
                <a:cubicBezTo>
                  <a:pt x="3829063" y="2522070"/>
                  <a:pt x="3832964" y="2511843"/>
                  <a:pt x="3840766" y="2504041"/>
                </a:cubicBezTo>
                <a:cubicBezTo>
                  <a:pt x="3856372" y="2488435"/>
                  <a:pt x="3881673" y="2488435"/>
                  <a:pt x="3897278" y="2504040"/>
                </a:cubicBezTo>
                <a:cubicBezTo>
                  <a:pt x="3912884" y="2519646"/>
                  <a:pt x="3912884" y="2544947"/>
                  <a:pt x="3897278" y="2560553"/>
                </a:cubicBezTo>
                <a:cubicBezTo>
                  <a:pt x="3889476" y="2568355"/>
                  <a:pt x="3879250" y="2572256"/>
                  <a:pt x="3869022" y="2572256"/>
                </a:cubicBezTo>
                <a:lnTo>
                  <a:pt x="3843676" y="2561757"/>
                </a:lnTo>
                <a:lnTo>
                  <a:pt x="3809817" y="2594708"/>
                </a:lnTo>
                <a:cubicBezTo>
                  <a:pt x="3791961" y="2611740"/>
                  <a:pt x="3773476" y="2629341"/>
                  <a:pt x="3755333" y="2647484"/>
                </a:cubicBezTo>
                <a:lnTo>
                  <a:pt x="3755362" y="2647484"/>
                </a:lnTo>
                <a:cubicBezTo>
                  <a:pt x="3739895" y="2662950"/>
                  <a:pt x="3725142" y="2678699"/>
                  <a:pt x="3710873" y="2693910"/>
                </a:cubicBezTo>
                <a:cubicBezTo>
                  <a:pt x="3696889" y="2708834"/>
                  <a:pt x="3682419" y="2724271"/>
                  <a:pt x="3667239" y="2739480"/>
                </a:cubicBezTo>
                <a:cubicBezTo>
                  <a:pt x="3665616" y="2830337"/>
                  <a:pt x="3666099" y="2921905"/>
                  <a:pt x="3666556" y="3010511"/>
                </a:cubicBezTo>
                <a:cubicBezTo>
                  <a:pt x="3666726" y="3041130"/>
                  <a:pt x="3666869" y="3072033"/>
                  <a:pt x="3666953" y="3103105"/>
                </a:cubicBezTo>
                <a:close/>
                <a:moveTo>
                  <a:pt x="5534495" y="3103106"/>
                </a:moveTo>
                <a:lnTo>
                  <a:pt x="5527633" y="3103106"/>
                </a:lnTo>
                <a:cubicBezTo>
                  <a:pt x="5527718" y="3072034"/>
                  <a:pt x="5527860" y="3041131"/>
                  <a:pt x="5528030" y="3010512"/>
                </a:cubicBezTo>
                <a:cubicBezTo>
                  <a:pt x="5528487" y="2921906"/>
                  <a:pt x="5528971" y="2830338"/>
                  <a:pt x="5527347" y="2739481"/>
                </a:cubicBezTo>
                <a:cubicBezTo>
                  <a:pt x="5512167" y="2724272"/>
                  <a:pt x="5497697" y="2708835"/>
                  <a:pt x="5483713" y="2693911"/>
                </a:cubicBezTo>
                <a:cubicBezTo>
                  <a:pt x="5469444" y="2678700"/>
                  <a:pt x="5454691" y="2662951"/>
                  <a:pt x="5439224" y="2647485"/>
                </a:cubicBezTo>
                <a:lnTo>
                  <a:pt x="5439253" y="2647485"/>
                </a:lnTo>
                <a:cubicBezTo>
                  <a:pt x="5421110" y="2629342"/>
                  <a:pt x="5402625" y="2611741"/>
                  <a:pt x="5384769" y="2594709"/>
                </a:cubicBezTo>
                <a:lnTo>
                  <a:pt x="5350910" y="2561758"/>
                </a:lnTo>
                <a:lnTo>
                  <a:pt x="5325564" y="2572257"/>
                </a:lnTo>
                <a:cubicBezTo>
                  <a:pt x="5315337" y="2572257"/>
                  <a:pt x="5305111" y="2568356"/>
                  <a:pt x="5297308" y="2560554"/>
                </a:cubicBezTo>
                <a:cubicBezTo>
                  <a:pt x="5281702" y="2544948"/>
                  <a:pt x="5281702" y="2519647"/>
                  <a:pt x="5297308" y="2504041"/>
                </a:cubicBezTo>
                <a:cubicBezTo>
                  <a:pt x="5312913" y="2488436"/>
                  <a:pt x="5338214" y="2488436"/>
                  <a:pt x="5353820" y="2504042"/>
                </a:cubicBezTo>
                <a:cubicBezTo>
                  <a:pt x="5361622" y="2511845"/>
                  <a:pt x="5365523" y="2522071"/>
                  <a:pt x="5365523" y="2532298"/>
                </a:cubicBezTo>
                <a:lnTo>
                  <a:pt x="5355448" y="2556621"/>
                </a:lnTo>
                <a:lnTo>
                  <a:pt x="5389496" y="2589753"/>
                </a:lnTo>
                <a:cubicBezTo>
                  <a:pt x="5407383" y="2606784"/>
                  <a:pt x="5425868" y="2624415"/>
                  <a:pt x="5444096" y="2642644"/>
                </a:cubicBezTo>
                <a:cubicBezTo>
                  <a:pt x="5459618" y="2658165"/>
                  <a:pt x="5474429" y="2673945"/>
                  <a:pt x="5488725" y="2689210"/>
                </a:cubicBezTo>
                <a:cubicBezTo>
                  <a:pt x="5502996" y="2704420"/>
                  <a:pt x="5517749" y="2720142"/>
                  <a:pt x="5533185" y="2735607"/>
                </a:cubicBezTo>
                <a:cubicBezTo>
                  <a:pt x="5533185" y="2735607"/>
                  <a:pt x="5534183" y="2736575"/>
                  <a:pt x="5534183" y="2736575"/>
                </a:cubicBezTo>
                <a:lnTo>
                  <a:pt x="5534183" y="2737972"/>
                </a:lnTo>
                <a:cubicBezTo>
                  <a:pt x="5535836" y="2829341"/>
                  <a:pt x="5535350" y="2921449"/>
                  <a:pt x="5534896" y="3010540"/>
                </a:cubicBezTo>
                <a:cubicBezTo>
                  <a:pt x="5534724" y="3041158"/>
                  <a:pt x="5534581" y="3072034"/>
                  <a:pt x="5534495" y="3103106"/>
                </a:cubicBezTo>
                <a:close/>
                <a:moveTo>
                  <a:pt x="6507397" y="3103106"/>
                </a:moveTo>
                <a:lnTo>
                  <a:pt x="6483107" y="3103106"/>
                </a:lnTo>
                <a:cubicBezTo>
                  <a:pt x="6371344" y="2991543"/>
                  <a:pt x="6260152" y="2879810"/>
                  <a:pt x="6151409" y="2770497"/>
                </a:cubicBezTo>
                <a:lnTo>
                  <a:pt x="5660975" y="2280534"/>
                </a:lnTo>
                <a:lnTo>
                  <a:pt x="5649682" y="2291828"/>
                </a:lnTo>
                <a:cubicBezTo>
                  <a:pt x="5634543" y="2298099"/>
                  <a:pt x="5617012" y="2298594"/>
                  <a:pt x="5600678" y="2291828"/>
                </a:cubicBezTo>
                <a:cubicBezTo>
                  <a:pt x="5568009" y="2278296"/>
                  <a:pt x="5552494" y="2240842"/>
                  <a:pt x="5566027" y="2208173"/>
                </a:cubicBezTo>
                <a:cubicBezTo>
                  <a:pt x="5579558" y="2175503"/>
                  <a:pt x="5617013" y="2159990"/>
                  <a:pt x="5649682" y="2173522"/>
                </a:cubicBezTo>
                <a:cubicBezTo>
                  <a:pt x="5682351" y="2187054"/>
                  <a:pt x="5697864" y="2224507"/>
                  <a:pt x="5684332" y="2257176"/>
                </a:cubicBezTo>
                <a:lnTo>
                  <a:pt x="5673110" y="2268400"/>
                </a:lnTo>
                <a:lnTo>
                  <a:pt x="6163570" y="2758392"/>
                </a:lnTo>
                <a:cubicBezTo>
                  <a:pt x="6276245" y="2871664"/>
                  <a:pt x="6391566" y="2987556"/>
                  <a:pt x="6507397" y="3103106"/>
                </a:cubicBezTo>
                <a:close/>
                <a:moveTo>
                  <a:pt x="7100927" y="3103106"/>
                </a:moveTo>
                <a:lnTo>
                  <a:pt x="7091243" y="3103106"/>
                </a:lnTo>
                <a:cubicBezTo>
                  <a:pt x="6908475" y="2919685"/>
                  <a:pt x="6727161" y="2739453"/>
                  <a:pt x="6549664" y="2563038"/>
                </a:cubicBezTo>
                <a:cubicBezTo>
                  <a:pt x="6409509" y="2423704"/>
                  <a:pt x="6264538" y="2279614"/>
                  <a:pt x="6121046" y="2136124"/>
                </a:cubicBezTo>
                <a:lnTo>
                  <a:pt x="6120049" y="2135128"/>
                </a:lnTo>
                <a:lnTo>
                  <a:pt x="6120020" y="2135128"/>
                </a:lnTo>
                <a:lnTo>
                  <a:pt x="6120020" y="2133703"/>
                </a:lnTo>
                <a:cubicBezTo>
                  <a:pt x="6120020" y="1984203"/>
                  <a:pt x="6120020" y="1832154"/>
                  <a:pt x="6119924" y="1679614"/>
                </a:cubicBezTo>
                <a:lnTo>
                  <a:pt x="6119309" y="1261133"/>
                </a:lnTo>
                <a:lnTo>
                  <a:pt x="6094445" y="1250830"/>
                </a:lnTo>
                <a:cubicBezTo>
                  <a:pt x="6078836" y="1235223"/>
                  <a:pt x="6078836" y="1209931"/>
                  <a:pt x="6094445" y="1194324"/>
                </a:cubicBezTo>
                <a:cubicBezTo>
                  <a:pt x="6110052" y="1178715"/>
                  <a:pt x="6135345" y="1178715"/>
                  <a:pt x="6150953" y="1194324"/>
                </a:cubicBezTo>
                <a:cubicBezTo>
                  <a:pt x="6166561" y="1209931"/>
                  <a:pt x="6166561" y="1235223"/>
                  <a:pt x="6150953" y="1250830"/>
                </a:cubicBezTo>
                <a:lnTo>
                  <a:pt x="6126173" y="1261097"/>
                </a:lnTo>
                <a:lnTo>
                  <a:pt x="6126789" y="1678870"/>
                </a:lnTo>
                <a:cubicBezTo>
                  <a:pt x="6126885" y="1831172"/>
                  <a:pt x="6126885" y="1982993"/>
                  <a:pt x="6126885" y="2132279"/>
                </a:cubicBezTo>
                <a:cubicBezTo>
                  <a:pt x="6270062" y="2275428"/>
                  <a:pt x="6414664" y="2419175"/>
                  <a:pt x="6554505" y="2558166"/>
                </a:cubicBezTo>
                <a:cubicBezTo>
                  <a:pt x="6733569" y="2736120"/>
                  <a:pt x="6916535" y="2918005"/>
                  <a:pt x="7100927" y="3103106"/>
                </a:cubicBezTo>
                <a:close/>
                <a:moveTo>
                  <a:pt x="7363100" y="3103106"/>
                </a:moveTo>
                <a:lnTo>
                  <a:pt x="7353443" y="3103106"/>
                </a:lnTo>
                <a:cubicBezTo>
                  <a:pt x="7134064" y="2882508"/>
                  <a:pt x="6898520" y="2646547"/>
                  <a:pt x="6628882" y="2377282"/>
                </a:cubicBezTo>
                <a:lnTo>
                  <a:pt x="6374506" y="2123477"/>
                </a:lnTo>
                <a:lnTo>
                  <a:pt x="6349612" y="2133790"/>
                </a:lnTo>
                <a:cubicBezTo>
                  <a:pt x="6339387" y="2133790"/>
                  <a:pt x="6329162" y="2129889"/>
                  <a:pt x="6321358" y="2122085"/>
                </a:cubicBezTo>
                <a:cubicBezTo>
                  <a:pt x="6305750" y="2106477"/>
                  <a:pt x="6305750" y="2081183"/>
                  <a:pt x="6321358" y="2065576"/>
                </a:cubicBezTo>
                <a:cubicBezTo>
                  <a:pt x="6336966" y="2049969"/>
                  <a:pt x="6362259" y="2049969"/>
                  <a:pt x="6377866" y="2065576"/>
                </a:cubicBezTo>
                <a:cubicBezTo>
                  <a:pt x="6385670" y="2073380"/>
                  <a:pt x="6389572" y="2083604"/>
                  <a:pt x="6389572" y="2093831"/>
                </a:cubicBezTo>
                <a:lnTo>
                  <a:pt x="6379319" y="2118578"/>
                </a:lnTo>
                <a:lnTo>
                  <a:pt x="6635208" y="2373896"/>
                </a:lnTo>
                <a:cubicBezTo>
                  <a:pt x="6906203" y="2644522"/>
                  <a:pt x="7142757" y="2881504"/>
                  <a:pt x="7363100" y="3103106"/>
                </a:cubicBezTo>
                <a:close/>
                <a:moveTo>
                  <a:pt x="8537854" y="3103106"/>
                </a:moveTo>
                <a:lnTo>
                  <a:pt x="8513589" y="3103106"/>
                </a:lnTo>
                <a:cubicBezTo>
                  <a:pt x="8237372" y="2826748"/>
                  <a:pt x="7962979" y="2550220"/>
                  <a:pt x="7693743" y="2278846"/>
                </a:cubicBezTo>
                <a:lnTo>
                  <a:pt x="7687676" y="2272721"/>
                </a:lnTo>
                <a:lnTo>
                  <a:pt x="7687761" y="2269076"/>
                </a:lnTo>
                <a:cubicBezTo>
                  <a:pt x="7689413" y="2197843"/>
                  <a:pt x="7688930" y="2124590"/>
                  <a:pt x="7688473" y="2053728"/>
                </a:cubicBezTo>
                <a:cubicBezTo>
                  <a:pt x="7687846" y="1958911"/>
                  <a:pt x="7687219" y="1860877"/>
                  <a:pt x="7691634" y="1765493"/>
                </a:cubicBezTo>
                <a:cubicBezTo>
                  <a:pt x="7691550" y="1759967"/>
                  <a:pt x="7688530" y="1754499"/>
                  <a:pt x="7686394" y="1752363"/>
                </a:cubicBezTo>
                <a:cubicBezTo>
                  <a:pt x="7585626" y="1655471"/>
                  <a:pt x="7488248" y="1557124"/>
                  <a:pt x="7394087" y="1461994"/>
                </a:cubicBezTo>
                <a:lnTo>
                  <a:pt x="7394145" y="1461994"/>
                </a:lnTo>
                <a:cubicBezTo>
                  <a:pt x="7301492" y="1368404"/>
                  <a:pt x="7205709" y="1271652"/>
                  <a:pt x="7107961" y="1177661"/>
                </a:cubicBezTo>
                <a:lnTo>
                  <a:pt x="6652798" y="1176000"/>
                </a:lnTo>
                <a:lnTo>
                  <a:pt x="6644711" y="1195523"/>
                </a:lnTo>
                <a:cubicBezTo>
                  <a:pt x="6637481" y="1202753"/>
                  <a:pt x="6627490" y="1207226"/>
                  <a:pt x="6616456" y="1207226"/>
                </a:cubicBezTo>
                <a:cubicBezTo>
                  <a:pt x="6594386" y="1207226"/>
                  <a:pt x="6576496" y="1189335"/>
                  <a:pt x="6576496" y="1167267"/>
                </a:cubicBezTo>
                <a:cubicBezTo>
                  <a:pt x="6576496" y="1145196"/>
                  <a:pt x="6594386" y="1127306"/>
                  <a:pt x="6616456" y="1127306"/>
                </a:cubicBezTo>
                <a:cubicBezTo>
                  <a:pt x="6627490" y="1127306"/>
                  <a:pt x="6637481" y="1131780"/>
                  <a:pt x="6644711" y="1139010"/>
                </a:cubicBezTo>
                <a:lnTo>
                  <a:pt x="6652930" y="1158854"/>
                </a:lnTo>
                <a:lnTo>
                  <a:pt x="7111407" y="1160516"/>
                </a:lnTo>
                <a:lnTo>
                  <a:pt x="7114852" y="1160516"/>
                </a:lnTo>
                <a:lnTo>
                  <a:pt x="7117329" y="1162908"/>
                </a:lnTo>
                <a:cubicBezTo>
                  <a:pt x="7216106" y="1257809"/>
                  <a:pt x="7312799" y="1355473"/>
                  <a:pt x="7406306" y="1449947"/>
                </a:cubicBezTo>
                <a:cubicBezTo>
                  <a:pt x="7500381" y="1544963"/>
                  <a:pt x="7597674" y="1643252"/>
                  <a:pt x="7698413" y="1740115"/>
                </a:cubicBezTo>
                <a:cubicBezTo>
                  <a:pt x="7703625" y="1745328"/>
                  <a:pt x="7708781" y="1755181"/>
                  <a:pt x="7708781" y="1765663"/>
                </a:cubicBezTo>
                <a:lnTo>
                  <a:pt x="7708781" y="1766063"/>
                </a:lnTo>
                <a:cubicBezTo>
                  <a:pt x="7704365" y="1861047"/>
                  <a:pt x="7704992" y="1958939"/>
                  <a:pt x="7705619" y="2053612"/>
                </a:cubicBezTo>
                <a:cubicBezTo>
                  <a:pt x="7706075" y="2123393"/>
                  <a:pt x="7706558" y="2195480"/>
                  <a:pt x="7704992" y="2265829"/>
                </a:cubicBezTo>
                <a:lnTo>
                  <a:pt x="7705932" y="2266770"/>
                </a:lnTo>
                <a:cubicBezTo>
                  <a:pt x="7979100" y="2542102"/>
                  <a:pt x="8257566" y="2822733"/>
                  <a:pt x="8537854" y="3103106"/>
                </a:cubicBezTo>
                <a:close/>
                <a:moveTo>
                  <a:pt x="4897079" y="3103106"/>
                </a:moveTo>
                <a:lnTo>
                  <a:pt x="4692722" y="3103106"/>
                </a:lnTo>
                <a:cubicBezTo>
                  <a:pt x="4689930" y="3073685"/>
                  <a:pt x="4699786" y="3043295"/>
                  <a:pt x="4722314" y="3020765"/>
                </a:cubicBezTo>
                <a:cubicBezTo>
                  <a:pt x="4732333" y="3010747"/>
                  <a:pt x="4743909" y="3003233"/>
                  <a:pt x="4756264" y="2998224"/>
                </a:cubicBezTo>
                <a:lnTo>
                  <a:pt x="4789220" y="2991813"/>
                </a:lnTo>
                <a:lnTo>
                  <a:pt x="4786226" y="2643383"/>
                </a:lnTo>
                <a:lnTo>
                  <a:pt x="4787029" y="2445171"/>
                </a:lnTo>
                <a:lnTo>
                  <a:pt x="4769304" y="2440900"/>
                </a:lnTo>
                <a:cubicBezTo>
                  <a:pt x="4754401" y="2434089"/>
                  <a:pt x="4742096" y="2421593"/>
                  <a:pt x="4735921" y="2405026"/>
                </a:cubicBezTo>
                <a:cubicBezTo>
                  <a:pt x="4723573" y="2371891"/>
                  <a:pt x="4740424" y="2335019"/>
                  <a:pt x="4773557" y="2322670"/>
                </a:cubicBezTo>
                <a:cubicBezTo>
                  <a:pt x="4806692" y="2310320"/>
                  <a:pt x="4843563" y="2327172"/>
                  <a:pt x="4855912" y="2360306"/>
                </a:cubicBezTo>
                <a:cubicBezTo>
                  <a:pt x="4868262" y="2393440"/>
                  <a:pt x="4851412" y="2430313"/>
                  <a:pt x="4818276" y="2442661"/>
                </a:cubicBezTo>
                <a:lnTo>
                  <a:pt x="4804175" y="2444901"/>
                </a:lnTo>
                <a:lnTo>
                  <a:pt x="4803371" y="2643610"/>
                </a:lnTo>
                <a:lnTo>
                  <a:pt x="4806498" y="2992968"/>
                </a:lnTo>
                <a:lnTo>
                  <a:pt x="4833520" y="2998224"/>
                </a:lnTo>
                <a:cubicBezTo>
                  <a:pt x="4845879" y="3003233"/>
                  <a:pt x="4857461" y="3010747"/>
                  <a:pt x="4867487" y="3020765"/>
                </a:cubicBezTo>
                <a:cubicBezTo>
                  <a:pt x="4890015" y="3043295"/>
                  <a:pt x="4899869" y="3073685"/>
                  <a:pt x="4897079" y="3103106"/>
                </a:cubicBezTo>
                <a:close/>
                <a:moveTo>
                  <a:pt x="4501864" y="3103107"/>
                </a:moveTo>
                <a:lnTo>
                  <a:pt x="4297508" y="3103107"/>
                </a:lnTo>
                <a:cubicBezTo>
                  <a:pt x="4294717" y="3073686"/>
                  <a:pt x="4304571" y="3043296"/>
                  <a:pt x="4327100" y="3020766"/>
                </a:cubicBezTo>
                <a:cubicBezTo>
                  <a:pt x="4337126" y="3010748"/>
                  <a:pt x="4348707" y="3003234"/>
                  <a:pt x="4361066" y="2998225"/>
                </a:cubicBezTo>
                <a:lnTo>
                  <a:pt x="4388088" y="2992969"/>
                </a:lnTo>
                <a:lnTo>
                  <a:pt x="4391216" y="2643609"/>
                </a:lnTo>
                <a:lnTo>
                  <a:pt x="4390412" y="2444900"/>
                </a:lnTo>
                <a:lnTo>
                  <a:pt x="4376310" y="2442660"/>
                </a:lnTo>
                <a:cubicBezTo>
                  <a:pt x="4343175" y="2430312"/>
                  <a:pt x="4326325" y="2393439"/>
                  <a:pt x="4338674" y="2360305"/>
                </a:cubicBezTo>
                <a:cubicBezTo>
                  <a:pt x="4351023" y="2327171"/>
                  <a:pt x="4387894" y="2310319"/>
                  <a:pt x="4421030" y="2322669"/>
                </a:cubicBezTo>
                <a:cubicBezTo>
                  <a:pt x="4454163" y="2335018"/>
                  <a:pt x="4471014" y="2371890"/>
                  <a:pt x="4458665" y="2405025"/>
                </a:cubicBezTo>
                <a:cubicBezTo>
                  <a:pt x="4452490" y="2421592"/>
                  <a:pt x="4440185" y="2434089"/>
                  <a:pt x="4425282" y="2440900"/>
                </a:cubicBezTo>
                <a:lnTo>
                  <a:pt x="4407558" y="2445170"/>
                </a:lnTo>
                <a:lnTo>
                  <a:pt x="4408361" y="2643382"/>
                </a:lnTo>
                <a:lnTo>
                  <a:pt x="4405366" y="2991814"/>
                </a:lnTo>
                <a:lnTo>
                  <a:pt x="4438322" y="2998225"/>
                </a:lnTo>
                <a:cubicBezTo>
                  <a:pt x="4450677" y="3003234"/>
                  <a:pt x="4462254" y="3010748"/>
                  <a:pt x="4472272" y="3020766"/>
                </a:cubicBezTo>
                <a:cubicBezTo>
                  <a:pt x="4494801" y="3043296"/>
                  <a:pt x="4504656" y="3073686"/>
                  <a:pt x="4501864" y="3103107"/>
                </a:cubicBezTo>
                <a:close/>
                <a:moveTo>
                  <a:pt x="4158206" y="3103108"/>
                </a:moveTo>
                <a:lnTo>
                  <a:pt x="4084096" y="3103108"/>
                </a:lnTo>
                <a:cubicBezTo>
                  <a:pt x="4078287" y="3088696"/>
                  <a:pt x="4081220" y="3071578"/>
                  <a:pt x="4092898" y="3059872"/>
                </a:cubicBezTo>
                <a:lnTo>
                  <a:pt x="4117735" y="3049581"/>
                </a:lnTo>
                <a:lnTo>
                  <a:pt x="4117735" y="2748834"/>
                </a:lnTo>
                <a:lnTo>
                  <a:pt x="4099421" y="2793057"/>
                </a:lnTo>
                <a:cubicBezTo>
                  <a:pt x="4086916" y="2805560"/>
                  <a:pt x="4070525" y="2811812"/>
                  <a:pt x="4054134" y="2811812"/>
                </a:cubicBezTo>
                <a:cubicBezTo>
                  <a:pt x="4037743" y="2811812"/>
                  <a:pt x="4021353" y="2805560"/>
                  <a:pt x="4008849" y="2793057"/>
                </a:cubicBezTo>
                <a:cubicBezTo>
                  <a:pt x="3983841" y="2768049"/>
                  <a:pt x="3983841" y="2727492"/>
                  <a:pt x="4008849" y="2702486"/>
                </a:cubicBezTo>
                <a:lnTo>
                  <a:pt x="4045560" y="2687281"/>
                </a:lnTo>
                <a:lnTo>
                  <a:pt x="4045560" y="2510802"/>
                </a:lnTo>
                <a:lnTo>
                  <a:pt x="3620691" y="2085933"/>
                </a:lnTo>
                <a:lnTo>
                  <a:pt x="3607569" y="2094780"/>
                </a:lnTo>
                <a:cubicBezTo>
                  <a:pt x="3599909" y="2098020"/>
                  <a:pt x="3591488" y="2099810"/>
                  <a:pt x="3582648" y="2099810"/>
                </a:cubicBezTo>
                <a:cubicBezTo>
                  <a:pt x="3547286" y="2099810"/>
                  <a:pt x="3518621" y="2071146"/>
                  <a:pt x="3518621" y="2035784"/>
                </a:cubicBezTo>
                <a:cubicBezTo>
                  <a:pt x="3518621" y="2000423"/>
                  <a:pt x="3547286" y="1971757"/>
                  <a:pt x="3582648" y="1971757"/>
                </a:cubicBezTo>
                <a:cubicBezTo>
                  <a:pt x="3618008" y="1971757"/>
                  <a:pt x="3646675" y="2000423"/>
                  <a:pt x="3646675" y="2035784"/>
                </a:cubicBezTo>
                <a:lnTo>
                  <a:pt x="3631475" y="2072479"/>
                </a:lnTo>
                <a:lnTo>
                  <a:pt x="4062706" y="2503711"/>
                </a:lnTo>
                <a:lnTo>
                  <a:pt x="4062706" y="2687280"/>
                </a:lnTo>
                <a:lnTo>
                  <a:pt x="4099421" y="2702486"/>
                </a:lnTo>
                <a:lnTo>
                  <a:pt x="4117735" y="2746707"/>
                </a:lnTo>
                <a:lnTo>
                  <a:pt x="4117735" y="2352786"/>
                </a:lnTo>
                <a:lnTo>
                  <a:pt x="3888822" y="2123873"/>
                </a:lnTo>
                <a:lnTo>
                  <a:pt x="3863990" y="2134162"/>
                </a:lnTo>
                <a:cubicBezTo>
                  <a:pt x="3853766" y="2134162"/>
                  <a:pt x="3843540" y="2130260"/>
                  <a:pt x="3835736" y="2122456"/>
                </a:cubicBezTo>
                <a:cubicBezTo>
                  <a:pt x="3820127" y="2106847"/>
                  <a:pt x="3820127" y="2081556"/>
                  <a:pt x="3835736" y="2065948"/>
                </a:cubicBezTo>
                <a:cubicBezTo>
                  <a:pt x="3851344" y="2050341"/>
                  <a:pt x="3876637" y="2050341"/>
                  <a:pt x="3892244" y="2065948"/>
                </a:cubicBezTo>
                <a:cubicBezTo>
                  <a:pt x="3900047" y="2073752"/>
                  <a:pt x="3903950" y="2083976"/>
                  <a:pt x="3903950" y="2094201"/>
                </a:cubicBezTo>
                <a:lnTo>
                  <a:pt x="3893663" y="2119029"/>
                </a:lnTo>
                <a:lnTo>
                  <a:pt x="4117735" y="2343083"/>
                </a:lnTo>
                <a:lnTo>
                  <a:pt x="4117735" y="2144576"/>
                </a:lnTo>
                <a:lnTo>
                  <a:pt x="4088576" y="2115418"/>
                </a:lnTo>
                <a:lnTo>
                  <a:pt x="4075465" y="2124258"/>
                </a:lnTo>
                <a:cubicBezTo>
                  <a:pt x="4067805" y="2127497"/>
                  <a:pt x="4059383" y="2129288"/>
                  <a:pt x="4050543" y="2129288"/>
                </a:cubicBezTo>
                <a:cubicBezTo>
                  <a:pt x="4015182" y="2129288"/>
                  <a:pt x="3986517" y="2100624"/>
                  <a:pt x="3986517" y="2065262"/>
                </a:cubicBezTo>
                <a:cubicBezTo>
                  <a:pt x="3986517" y="2029901"/>
                  <a:pt x="4015182" y="2001235"/>
                  <a:pt x="4050543" y="2001235"/>
                </a:cubicBezTo>
                <a:cubicBezTo>
                  <a:pt x="4085904" y="2001235"/>
                  <a:pt x="4114570" y="2029901"/>
                  <a:pt x="4114570" y="2065262"/>
                </a:cubicBezTo>
                <a:lnTo>
                  <a:pt x="4099368" y="2101961"/>
                </a:lnTo>
                <a:lnTo>
                  <a:pt x="4117735" y="2120328"/>
                </a:lnTo>
                <a:lnTo>
                  <a:pt x="4117735" y="1837548"/>
                </a:lnTo>
                <a:lnTo>
                  <a:pt x="3135401" y="855218"/>
                </a:lnTo>
                <a:lnTo>
                  <a:pt x="3135401" y="78504"/>
                </a:lnTo>
                <a:lnTo>
                  <a:pt x="3110565" y="68214"/>
                </a:lnTo>
                <a:cubicBezTo>
                  <a:pt x="3094956" y="52607"/>
                  <a:pt x="3094956" y="27314"/>
                  <a:pt x="3110565" y="11706"/>
                </a:cubicBezTo>
                <a:cubicBezTo>
                  <a:pt x="3126172" y="-3903"/>
                  <a:pt x="3151465" y="-3903"/>
                  <a:pt x="3167072" y="11706"/>
                </a:cubicBezTo>
                <a:cubicBezTo>
                  <a:pt x="3182681" y="27314"/>
                  <a:pt x="3182681" y="52607"/>
                  <a:pt x="3167072" y="68214"/>
                </a:cubicBezTo>
                <a:lnTo>
                  <a:pt x="3142265" y="78491"/>
                </a:lnTo>
                <a:lnTo>
                  <a:pt x="3142266" y="852371"/>
                </a:lnTo>
                <a:lnTo>
                  <a:pt x="4123573" y="1833705"/>
                </a:lnTo>
                <a:lnTo>
                  <a:pt x="4124598" y="1834701"/>
                </a:lnTo>
                <a:lnTo>
                  <a:pt x="4124598" y="2127191"/>
                </a:lnTo>
                <a:lnTo>
                  <a:pt x="4220440" y="2223033"/>
                </a:lnTo>
                <a:lnTo>
                  <a:pt x="4233567" y="2214183"/>
                </a:lnTo>
                <a:cubicBezTo>
                  <a:pt x="4241227" y="2210942"/>
                  <a:pt x="4249650" y="2209151"/>
                  <a:pt x="4258490" y="2209151"/>
                </a:cubicBezTo>
                <a:cubicBezTo>
                  <a:pt x="4293850" y="2209151"/>
                  <a:pt x="4322516" y="2237817"/>
                  <a:pt x="4322516" y="2273178"/>
                </a:cubicBezTo>
                <a:cubicBezTo>
                  <a:pt x="4322516" y="2308539"/>
                  <a:pt x="4293850" y="2337204"/>
                  <a:pt x="4258490" y="2337204"/>
                </a:cubicBezTo>
                <a:cubicBezTo>
                  <a:pt x="4223128" y="2337204"/>
                  <a:pt x="4194463" y="2308539"/>
                  <a:pt x="4194463" y="2273178"/>
                </a:cubicBezTo>
                <a:lnTo>
                  <a:pt x="4209656" y="2236497"/>
                </a:lnTo>
                <a:lnTo>
                  <a:pt x="4124598" y="2151440"/>
                </a:lnTo>
                <a:lnTo>
                  <a:pt x="4124598" y="2349946"/>
                </a:lnTo>
                <a:lnTo>
                  <a:pt x="4242482" y="2467821"/>
                </a:lnTo>
                <a:lnTo>
                  <a:pt x="4242482" y="2851079"/>
                </a:lnTo>
                <a:lnTo>
                  <a:pt x="4267288" y="2861356"/>
                </a:lnTo>
                <a:cubicBezTo>
                  <a:pt x="4282898" y="2876964"/>
                  <a:pt x="4282898" y="2902257"/>
                  <a:pt x="4267288" y="2917864"/>
                </a:cubicBezTo>
                <a:cubicBezTo>
                  <a:pt x="4259485" y="2925667"/>
                  <a:pt x="4249260" y="2929570"/>
                  <a:pt x="4239035" y="2929570"/>
                </a:cubicBezTo>
                <a:cubicBezTo>
                  <a:pt x="4228810" y="2929570"/>
                  <a:pt x="4218585" y="2925667"/>
                  <a:pt x="4210782" y="2917864"/>
                </a:cubicBezTo>
                <a:cubicBezTo>
                  <a:pt x="4195173" y="2902257"/>
                  <a:pt x="4195173" y="2876964"/>
                  <a:pt x="4210782" y="2861356"/>
                </a:cubicBezTo>
                <a:lnTo>
                  <a:pt x="4235617" y="2851066"/>
                </a:lnTo>
                <a:lnTo>
                  <a:pt x="4235617" y="2470669"/>
                </a:lnTo>
                <a:lnTo>
                  <a:pt x="4124598" y="2359650"/>
                </a:lnTo>
                <a:lnTo>
                  <a:pt x="4124598" y="3049594"/>
                </a:lnTo>
                <a:lnTo>
                  <a:pt x="4149404" y="3059872"/>
                </a:lnTo>
                <a:cubicBezTo>
                  <a:pt x="4161083" y="3071549"/>
                  <a:pt x="4164016" y="3088696"/>
                  <a:pt x="4158206" y="3103108"/>
                </a:cubicBezTo>
                <a:close/>
                <a:moveTo>
                  <a:pt x="5110490" y="3103109"/>
                </a:moveTo>
                <a:lnTo>
                  <a:pt x="5036381" y="3103109"/>
                </a:lnTo>
                <a:cubicBezTo>
                  <a:pt x="5030570" y="3088697"/>
                  <a:pt x="5033503" y="3071550"/>
                  <a:pt x="5045182" y="3059873"/>
                </a:cubicBezTo>
                <a:lnTo>
                  <a:pt x="5069988" y="3049595"/>
                </a:lnTo>
                <a:lnTo>
                  <a:pt x="5069988" y="2359649"/>
                </a:lnTo>
                <a:lnTo>
                  <a:pt x="4958969" y="2470669"/>
                </a:lnTo>
                <a:lnTo>
                  <a:pt x="4958969" y="2851065"/>
                </a:lnTo>
                <a:lnTo>
                  <a:pt x="4983804" y="2861355"/>
                </a:lnTo>
                <a:cubicBezTo>
                  <a:pt x="4999413" y="2876963"/>
                  <a:pt x="4999413" y="2902256"/>
                  <a:pt x="4983804" y="2917863"/>
                </a:cubicBezTo>
                <a:cubicBezTo>
                  <a:pt x="4976001" y="2925666"/>
                  <a:pt x="4965776" y="2929569"/>
                  <a:pt x="4955551" y="2929569"/>
                </a:cubicBezTo>
                <a:cubicBezTo>
                  <a:pt x="4945326" y="2929569"/>
                  <a:pt x="4935102" y="2925666"/>
                  <a:pt x="4927298" y="2917863"/>
                </a:cubicBezTo>
                <a:cubicBezTo>
                  <a:pt x="4911688" y="2902256"/>
                  <a:pt x="4911688" y="2876963"/>
                  <a:pt x="4927298" y="2861355"/>
                </a:cubicBezTo>
                <a:lnTo>
                  <a:pt x="4952104" y="2851078"/>
                </a:lnTo>
                <a:lnTo>
                  <a:pt x="4952104" y="2467820"/>
                </a:lnTo>
                <a:lnTo>
                  <a:pt x="5069988" y="2349945"/>
                </a:lnTo>
                <a:lnTo>
                  <a:pt x="5069988" y="2151439"/>
                </a:lnTo>
                <a:lnTo>
                  <a:pt x="4984930" y="2236496"/>
                </a:lnTo>
                <a:lnTo>
                  <a:pt x="5000123" y="2273176"/>
                </a:lnTo>
                <a:cubicBezTo>
                  <a:pt x="5000123" y="2308538"/>
                  <a:pt x="4971459" y="2337203"/>
                  <a:pt x="4936097" y="2337203"/>
                </a:cubicBezTo>
                <a:cubicBezTo>
                  <a:pt x="4900736" y="2337203"/>
                  <a:pt x="4872070" y="2308538"/>
                  <a:pt x="4872070" y="2273176"/>
                </a:cubicBezTo>
                <a:cubicBezTo>
                  <a:pt x="4872070" y="2237816"/>
                  <a:pt x="4900736" y="2209150"/>
                  <a:pt x="4936097" y="2209150"/>
                </a:cubicBezTo>
                <a:cubicBezTo>
                  <a:pt x="4944937" y="2209150"/>
                  <a:pt x="4953360" y="2210941"/>
                  <a:pt x="4961020" y="2214182"/>
                </a:cubicBezTo>
                <a:lnTo>
                  <a:pt x="4974147" y="2223032"/>
                </a:lnTo>
                <a:lnTo>
                  <a:pt x="5069988" y="2127190"/>
                </a:lnTo>
                <a:lnTo>
                  <a:pt x="5069988" y="1834702"/>
                </a:lnTo>
                <a:lnTo>
                  <a:pt x="5071013" y="1833706"/>
                </a:lnTo>
                <a:lnTo>
                  <a:pt x="6052320" y="852372"/>
                </a:lnTo>
                <a:lnTo>
                  <a:pt x="6052321" y="78492"/>
                </a:lnTo>
                <a:lnTo>
                  <a:pt x="6027513" y="68215"/>
                </a:lnTo>
                <a:cubicBezTo>
                  <a:pt x="6011905" y="52608"/>
                  <a:pt x="6011905" y="27316"/>
                  <a:pt x="6027513" y="11707"/>
                </a:cubicBezTo>
                <a:cubicBezTo>
                  <a:pt x="6043121" y="-3902"/>
                  <a:pt x="6068414" y="-3902"/>
                  <a:pt x="6084021" y="11707"/>
                </a:cubicBezTo>
                <a:cubicBezTo>
                  <a:pt x="6099630" y="27316"/>
                  <a:pt x="6099630" y="52608"/>
                  <a:pt x="6084021" y="68215"/>
                </a:cubicBezTo>
                <a:lnTo>
                  <a:pt x="6059184" y="78505"/>
                </a:lnTo>
                <a:lnTo>
                  <a:pt x="6059184" y="855219"/>
                </a:lnTo>
                <a:lnTo>
                  <a:pt x="5076851" y="1837549"/>
                </a:lnTo>
                <a:lnTo>
                  <a:pt x="5076852" y="2120327"/>
                </a:lnTo>
                <a:lnTo>
                  <a:pt x="5095218" y="2101960"/>
                </a:lnTo>
                <a:lnTo>
                  <a:pt x="5080016" y="2065261"/>
                </a:lnTo>
                <a:cubicBezTo>
                  <a:pt x="5080016" y="2029900"/>
                  <a:pt x="5108682" y="2001234"/>
                  <a:pt x="5144043" y="2001234"/>
                </a:cubicBezTo>
                <a:cubicBezTo>
                  <a:pt x="5179405" y="2001234"/>
                  <a:pt x="5208070" y="2029900"/>
                  <a:pt x="5208070" y="2065261"/>
                </a:cubicBezTo>
                <a:cubicBezTo>
                  <a:pt x="5208070" y="2100623"/>
                  <a:pt x="5179405" y="2129287"/>
                  <a:pt x="5144043" y="2129287"/>
                </a:cubicBezTo>
                <a:cubicBezTo>
                  <a:pt x="5135203" y="2129287"/>
                  <a:pt x="5126781" y="2127496"/>
                  <a:pt x="5119122" y="2124257"/>
                </a:cubicBezTo>
                <a:lnTo>
                  <a:pt x="5106010" y="2115417"/>
                </a:lnTo>
                <a:lnTo>
                  <a:pt x="5076852" y="2144575"/>
                </a:lnTo>
                <a:lnTo>
                  <a:pt x="5076852" y="2343082"/>
                </a:lnTo>
                <a:lnTo>
                  <a:pt x="5300923" y="2119028"/>
                </a:lnTo>
                <a:lnTo>
                  <a:pt x="5290637" y="2094200"/>
                </a:lnTo>
                <a:cubicBezTo>
                  <a:pt x="5290637" y="2083975"/>
                  <a:pt x="5294539" y="2073751"/>
                  <a:pt x="5302343" y="2065947"/>
                </a:cubicBezTo>
                <a:cubicBezTo>
                  <a:pt x="5317950" y="2050340"/>
                  <a:pt x="5343242" y="2050340"/>
                  <a:pt x="5358850" y="2065947"/>
                </a:cubicBezTo>
                <a:cubicBezTo>
                  <a:pt x="5374459" y="2081555"/>
                  <a:pt x="5374459" y="2106846"/>
                  <a:pt x="5358850" y="2122455"/>
                </a:cubicBezTo>
                <a:cubicBezTo>
                  <a:pt x="5351047" y="2130258"/>
                  <a:pt x="5340821" y="2134161"/>
                  <a:pt x="5330596" y="2134161"/>
                </a:cubicBezTo>
                <a:lnTo>
                  <a:pt x="5305764" y="2123872"/>
                </a:lnTo>
                <a:lnTo>
                  <a:pt x="5076852" y="2352785"/>
                </a:lnTo>
                <a:lnTo>
                  <a:pt x="5076852" y="2746706"/>
                </a:lnTo>
                <a:lnTo>
                  <a:pt x="5095166" y="2702485"/>
                </a:lnTo>
                <a:lnTo>
                  <a:pt x="5131880" y="2687279"/>
                </a:lnTo>
                <a:lnTo>
                  <a:pt x="5131880" y="2503710"/>
                </a:lnTo>
                <a:lnTo>
                  <a:pt x="5563111" y="2072478"/>
                </a:lnTo>
                <a:lnTo>
                  <a:pt x="5547911" y="2035783"/>
                </a:lnTo>
                <a:cubicBezTo>
                  <a:pt x="5547911" y="2000422"/>
                  <a:pt x="5576578" y="1971756"/>
                  <a:pt x="5611938" y="1971756"/>
                </a:cubicBezTo>
                <a:cubicBezTo>
                  <a:pt x="5647300" y="1971756"/>
                  <a:pt x="5675965" y="2000422"/>
                  <a:pt x="5675965" y="2035783"/>
                </a:cubicBezTo>
                <a:cubicBezTo>
                  <a:pt x="5675965" y="2071145"/>
                  <a:pt x="5647300" y="2099809"/>
                  <a:pt x="5611938" y="2099809"/>
                </a:cubicBezTo>
                <a:cubicBezTo>
                  <a:pt x="5603099" y="2099809"/>
                  <a:pt x="5594677" y="2098019"/>
                  <a:pt x="5587017" y="2094779"/>
                </a:cubicBezTo>
                <a:lnTo>
                  <a:pt x="5573895" y="2085932"/>
                </a:lnTo>
                <a:lnTo>
                  <a:pt x="5149027" y="2510801"/>
                </a:lnTo>
                <a:lnTo>
                  <a:pt x="5149027" y="2687280"/>
                </a:lnTo>
                <a:lnTo>
                  <a:pt x="5185738" y="2702485"/>
                </a:lnTo>
                <a:cubicBezTo>
                  <a:pt x="5210745" y="2727491"/>
                  <a:pt x="5210745" y="2768048"/>
                  <a:pt x="5185738" y="2793056"/>
                </a:cubicBezTo>
                <a:cubicBezTo>
                  <a:pt x="5173234" y="2805559"/>
                  <a:pt x="5156843" y="2811811"/>
                  <a:pt x="5140452" y="2811811"/>
                </a:cubicBezTo>
                <a:cubicBezTo>
                  <a:pt x="5124062" y="2811811"/>
                  <a:pt x="5107671" y="2805559"/>
                  <a:pt x="5095166" y="2793056"/>
                </a:cubicBezTo>
                <a:lnTo>
                  <a:pt x="5076852" y="2748834"/>
                </a:lnTo>
                <a:lnTo>
                  <a:pt x="5076852" y="3049582"/>
                </a:lnTo>
                <a:lnTo>
                  <a:pt x="5101688" y="3059873"/>
                </a:lnTo>
                <a:cubicBezTo>
                  <a:pt x="5113367" y="3071579"/>
                  <a:pt x="5116299" y="3088697"/>
                  <a:pt x="5110490" y="3103109"/>
                </a:cubicBezTo>
                <a:close/>
                <a:moveTo>
                  <a:pt x="243719" y="3103133"/>
                </a:moveTo>
                <a:lnTo>
                  <a:pt x="234005" y="3103133"/>
                </a:lnTo>
                <a:cubicBezTo>
                  <a:pt x="512385" y="2824697"/>
                  <a:pt x="789285" y="2545574"/>
                  <a:pt x="1060943" y="2271780"/>
                </a:cubicBezTo>
                <a:lnTo>
                  <a:pt x="1060943" y="1690673"/>
                </a:lnTo>
                <a:lnTo>
                  <a:pt x="1806763" y="944851"/>
                </a:lnTo>
                <a:lnTo>
                  <a:pt x="1808187" y="944851"/>
                </a:lnTo>
                <a:lnTo>
                  <a:pt x="2758804" y="944632"/>
                </a:lnTo>
                <a:lnTo>
                  <a:pt x="2769097" y="919785"/>
                </a:lnTo>
                <a:cubicBezTo>
                  <a:pt x="2776327" y="912554"/>
                  <a:pt x="2786317" y="908081"/>
                  <a:pt x="2797351" y="908081"/>
                </a:cubicBezTo>
                <a:cubicBezTo>
                  <a:pt x="2819422" y="908081"/>
                  <a:pt x="2837312" y="925971"/>
                  <a:pt x="2837312" y="948040"/>
                </a:cubicBezTo>
                <a:cubicBezTo>
                  <a:pt x="2837312" y="970110"/>
                  <a:pt x="2819422" y="988001"/>
                  <a:pt x="2797351" y="988001"/>
                </a:cubicBezTo>
                <a:cubicBezTo>
                  <a:pt x="2786317" y="988001"/>
                  <a:pt x="2776327" y="983528"/>
                  <a:pt x="2769097" y="976296"/>
                </a:cubicBezTo>
                <a:lnTo>
                  <a:pt x="2758823" y="951495"/>
                </a:lnTo>
                <a:lnTo>
                  <a:pt x="1809612" y="951715"/>
                </a:lnTo>
                <a:lnTo>
                  <a:pt x="1067807" y="1693520"/>
                </a:lnTo>
                <a:lnTo>
                  <a:pt x="1067807" y="2274572"/>
                </a:lnTo>
                <a:lnTo>
                  <a:pt x="1066468" y="2275939"/>
                </a:lnTo>
                <a:cubicBezTo>
                  <a:pt x="796207" y="2548366"/>
                  <a:pt x="520702" y="2826062"/>
                  <a:pt x="243719" y="3103133"/>
                </a:cubicBezTo>
                <a:close/>
                <a:moveTo>
                  <a:pt x="2958843" y="3103133"/>
                </a:moveTo>
                <a:lnTo>
                  <a:pt x="2949129" y="3103133"/>
                </a:lnTo>
                <a:lnTo>
                  <a:pt x="2949159" y="3103105"/>
                </a:lnTo>
                <a:lnTo>
                  <a:pt x="3668079" y="2385830"/>
                </a:lnTo>
                <a:lnTo>
                  <a:pt x="3657811" y="2361046"/>
                </a:lnTo>
                <a:cubicBezTo>
                  <a:pt x="3657811" y="2350821"/>
                  <a:pt x="3661713" y="2340595"/>
                  <a:pt x="3669517" y="2332792"/>
                </a:cubicBezTo>
                <a:cubicBezTo>
                  <a:pt x="3685124" y="2317183"/>
                  <a:pt x="3710417" y="2317183"/>
                  <a:pt x="3726025" y="2332792"/>
                </a:cubicBezTo>
                <a:cubicBezTo>
                  <a:pt x="3741633" y="2348400"/>
                  <a:pt x="3741633" y="2373692"/>
                  <a:pt x="3726025" y="2389301"/>
                </a:cubicBezTo>
                <a:cubicBezTo>
                  <a:pt x="3718221" y="2397104"/>
                  <a:pt x="3707996" y="2401005"/>
                  <a:pt x="3697771" y="2401005"/>
                </a:cubicBezTo>
                <a:lnTo>
                  <a:pt x="3672913" y="2390707"/>
                </a:lnTo>
                <a:close/>
                <a:moveTo>
                  <a:pt x="3176728" y="3103133"/>
                </a:moveTo>
                <a:lnTo>
                  <a:pt x="3152631" y="3103133"/>
                </a:lnTo>
                <a:cubicBezTo>
                  <a:pt x="3157844" y="3097837"/>
                  <a:pt x="3163114" y="3092509"/>
                  <a:pt x="3168325" y="3087240"/>
                </a:cubicBezTo>
                <a:lnTo>
                  <a:pt x="3402206" y="2853436"/>
                </a:lnTo>
                <a:lnTo>
                  <a:pt x="3394042" y="2833728"/>
                </a:lnTo>
                <a:cubicBezTo>
                  <a:pt x="3394042" y="2811658"/>
                  <a:pt x="3411934" y="2793768"/>
                  <a:pt x="3434002" y="2793768"/>
                </a:cubicBezTo>
                <a:cubicBezTo>
                  <a:pt x="3456072" y="2793768"/>
                  <a:pt x="3473962" y="2811658"/>
                  <a:pt x="3473962" y="2833728"/>
                </a:cubicBezTo>
                <a:cubicBezTo>
                  <a:pt x="3473962" y="2855796"/>
                  <a:pt x="3456072" y="2873688"/>
                  <a:pt x="3434002" y="2873688"/>
                </a:cubicBezTo>
                <a:lnTo>
                  <a:pt x="3414359" y="2865551"/>
                </a:lnTo>
                <a:lnTo>
                  <a:pt x="3180543" y="3099287"/>
                </a:lnTo>
                <a:lnTo>
                  <a:pt x="3180543" y="3099260"/>
                </a:lnTo>
                <a:cubicBezTo>
                  <a:pt x="3179290" y="3100541"/>
                  <a:pt x="3178009" y="3101823"/>
                  <a:pt x="3176728" y="3103133"/>
                </a:cubicBezTo>
                <a:close/>
                <a:moveTo>
                  <a:pt x="6041955" y="3103134"/>
                </a:moveTo>
                <a:lnTo>
                  <a:pt x="6017858" y="3103134"/>
                </a:lnTo>
                <a:cubicBezTo>
                  <a:pt x="6016577" y="3101824"/>
                  <a:pt x="6015296" y="3100542"/>
                  <a:pt x="6014043" y="3099261"/>
                </a:cubicBezTo>
                <a:lnTo>
                  <a:pt x="6014043" y="3099288"/>
                </a:lnTo>
                <a:lnTo>
                  <a:pt x="5780227" y="2865552"/>
                </a:lnTo>
                <a:lnTo>
                  <a:pt x="5760584" y="2873689"/>
                </a:lnTo>
                <a:cubicBezTo>
                  <a:pt x="5738513" y="2873689"/>
                  <a:pt x="5720624" y="2855797"/>
                  <a:pt x="5720624" y="2833729"/>
                </a:cubicBezTo>
                <a:cubicBezTo>
                  <a:pt x="5720624" y="2811659"/>
                  <a:pt x="5738513" y="2793769"/>
                  <a:pt x="5760584" y="2793769"/>
                </a:cubicBezTo>
                <a:cubicBezTo>
                  <a:pt x="5782652" y="2793769"/>
                  <a:pt x="5800544" y="2811659"/>
                  <a:pt x="5800544" y="2833729"/>
                </a:cubicBezTo>
                <a:lnTo>
                  <a:pt x="5792380" y="2853437"/>
                </a:lnTo>
                <a:lnTo>
                  <a:pt x="6026261" y="3087241"/>
                </a:lnTo>
                <a:cubicBezTo>
                  <a:pt x="6031472" y="3092510"/>
                  <a:pt x="6036742" y="3097838"/>
                  <a:pt x="6041955" y="3103134"/>
                </a:cubicBezTo>
                <a:close/>
                <a:moveTo>
                  <a:pt x="6245457" y="3103134"/>
                </a:moveTo>
                <a:lnTo>
                  <a:pt x="6235743" y="3103134"/>
                </a:lnTo>
                <a:lnTo>
                  <a:pt x="5521673" y="2390709"/>
                </a:lnTo>
                <a:lnTo>
                  <a:pt x="5496815" y="2401007"/>
                </a:lnTo>
                <a:cubicBezTo>
                  <a:pt x="5486590" y="2401007"/>
                  <a:pt x="5476365" y="2397105"/>
                  <a:pt x="5468561" y="2389302"/>
                </a:cubicBezTo>
                <a:cubicBezTo>
                  <a:pt x="5452953" y="2373693"/>
                  <a:pt x="5452953" y="2348401"/>
                  <a:pt x="5468561" y="2332793"/>
                </a:cubicBezTo>
                <a:cubicBezTo>
                  <a:pt x="5484169" y="2317184"/>
                  <a:pt x="5509462" y="2317184"/>
                  <a:pt x="5525070" y="2332793"/>
                </a:cubicBezTo>
                <a:cubicBezTo>
                  <a:pt x="5532873" y="2340596"/>
                  <a:pt x="5536776" y="2350822"/>
                  <a:pt x="5536776" y="2361047"/>
                </a:cubicBezTo>
                <a:lnTo>
                  <a:pt x="5526507" y="2385831"/>
                </a:lnTo>
                <a:lnTo>
                  <a:pt x="6245427" y="3103106"/>
                </a:lnTo>
                <a:close/>
                <a:moveTo>
                  <a:pt x="8960580" y="3103134"/>
                </a:moveTo>
                <a:lnTo>
                  <a:pt x="8950867" y="3103134"/>
                </a:lnTo>
                <a:cubicBezTo>
                  <a:pt x="8673884" y="2826063"/>
                  <a:pt x="8398379" y="2548367"/>
                  <a:pt x="8128118" y="2275940"/>
                </a:cubicBezTo>
                <a:lnTo>
                  <a:pt x="8126779" y="2274573"/>
                </a:lnTo>
                <a:lnTo>
                  <a:pt x="8126779" y="1693521"/>
                </a:lnTo>
                <a:lnTo>
                  <a:pt x="7384974" y="951716"/>
                </a:lnTo>
                <a:lnTo>
                  <a:pt x="6435763" y="951497"/>
                </a:lnTo>
                <a:lnTo>
                  <a:pt x="6425489" y="976298"/>
                </a:lnTo>
                <a:cubicBezTo>
                  <a:pt x="6418259" y="983529"/>
                  <a:pt x="6408269" y="988002"/>
                  <a:pt x="6397235" y="988002"/>
                </a:cubicBezTo>
                <a:cubicBezTo>
                  <a:pt x="6375164" y="988002"/>
                  <a:pt x="6357274" y="970111"/>
                  <a:pt x="6357274" y="948042"/>
                </a:cubicBezTo>
                <a:cubicBezTo>
                  <a:pt x="6357274" y="925972"/>
                  <a:pt x="6375164" y="908082"/>
                  <a:pt x="6397235" y="908082"/>
                </a:cubicBezTo>
                <a:cubicBezTo>
                  <a:pt x="6408269" y="908082"/>
                  <a:pt x="6418259" y="912555"/>
                  <a:pt x="6425489" y="919786"/>
                </a:cubicBezTo>
                <a:lnTo>
                  <a:pt x="6435782" y="944633"/>
                </a:lnTo>
                <a:lnTo>
                  <a:pt x="7386399" y="944852"/>
                </a:lnTo>
                <a:lnTo>
                  <a:pt x="7387822" y="944852"/>
                </a:lnTo>
                <a:lnTo>
                  <a:pt x="8133642" y="1690674"/>
                </a:lnTo>
                <a:lnTo>
                  <a:pt x="8133642" y="2271781"/>
                </a:lnTo>
                <a:cubicBezTo>
                  <a:pt x="8405300" y="2545575"/>
                  <a:pt x="8682200" y="2824698"/>
                  <a:pt x="8960580" y="3103134"/>
                </a:cubicBezTo>
                <a:close/>
                <a:moveTo>
                  <a:pt x="986064" y="3103191"/>
                </a:moveTo>
                <a:lnTo>
                  <a:pt x="961714" y="3103191"/>
                </a:lnTo>
                <a:cubicBezTo>
                  <a:pt x="1139752" y="2926605"/>
                  <a:pt x="1322604" y="2744806"/>
                  <a:pt x="1499845" y="2561698"/>
                </a:cubicBezTo>
                <a:lnTo>
                  <a:pt x="1501897" y="2559590"/>
                </a:lnTo>
                <a:lnTo>
                  <a:pt x="1504802" y="2559163"/>
                </a:lnTo>
                <a:cubicBezTo>
                  <a:pt x="1554304" y="2552099"/>
                  <a:pt x="1602978" y="2553522"/>
                  <a:pt x="1650059" y="2554891"/>
                </a:cubicBezTo>
                <a:cubicBezTo>
                  <a:pt x="1680191" y="2555773"/>
                  <a:pt x="1711322" y="2556685"/>
                  <a:pt x="1742481" y="2555374"/>
                </a:cubicBezTo>
                <a:cubicBezTo>
                  <a:pt x="1842253" y="2455602"/>
                  <a:pt x="1943705" y="2353694"/>
                  <a:pt x="2041852" y="2255148"/>
                </a:cubicBezTo>
                <a:cubicBezTo>
                  <a:pt x="2239800" y="2056345"/>
                  <a:pt x="2444469" y="1850795"/>
                  <a:pt x="2647827" y="1650002"/>
                </a:cubicBezTo>
                <a:cubicBezTo>
                  <a:pt x="2646374" y="1617816"/>
                  <a:pt x="2646831" y="1585975"/>
                  <a:pt x="2647287" y="1555129"/>
                </a:cubicBezTo>
                <a:cubicBezTo>
                  <a:pt x="2647913" y="1513003"/>
                  <a:pt x="2648540" y="1469456"/>
                  <a:pt x="2644153" y="1425708"/>
                </a:cubicBezTo>
                <a:lnTo>
                  <a:pt x="2644153" y="1424854"/>
                </a:lnTo>
                <a:cubicBezTo>
                  <a:pt x="2644125" y="1415084"/>
                  <a:pt x="2648511" y="1406283"/>
                  <a:pt x="2652754" y="1397766"/>
                </a:cubicBezTo>
                <a:lnTo>
                  <a:pt x="2653297" y="1396685"/>
                </a:lnTo>
                <a:lnTo>
                  <a:pt x="2654123" y="1395774"/>
                </a:lnTo>
                <a:cubicBezTo>
                  <a:pt x="2707550" y="1338041"/>
                  <a:pt x="2763004" y="1284239"/>
                  <a:pt x="2816635" y="1232203"/>
                </a:cubicBezTo>
                <a:lnTo>
                  <a:pt x="2906590" y="1142750"/>
                </a:lnTo>
                <a:lnTo>
                  <a:pt x="2891441" y="1106172"/>
                </a:lnTo>
                <a:cubicBezTo>
                  <a:pt x="2891441" y="1089781"/>
                  <a:pt x="2897692" y="1073389"/>
                  <a:pt x="2910196" y="1060886"/>
                </a:cubicBezTo>
                <a:cubicBezTo>
                  <a:pt x="2935204" y="1035879"/>
                  <a:pt x="2975762" y="1035879"/>
                  <a:pt x="3000768" y="1060886"/>
                </a:cubicBezTo>
                <a:cubicBezTo>
                  <a:pt x="3025774" y="1085893"/>
                  <a:pt x="3025774" y="1126450"/>
                  <a:pt x="3000768" y="1151459"/>
                </a:cubicBezTo>
                <a:cubicBezTo>
                  <a:pt x="2988264" y="1163961"/>
                  <a:pt x="2971873" y="1170213"/>
                  <a:pt x="2955483" y="1170213"/>
                </a:cubicBezTo>
                <a:lnTo>
                  <a:pt x="2918654" y="1154961"/>
                </a:lnTo>
                <a:lnTo>
                  <a:pt x="2828596" y="1244536"/>
                </a:lnTo>
                <a:lnTo>
                  <a:pt x="2828626" y="1244422"/>
                </a:lnTo>
                <a:cubicBezTo>
                  <a:pt x="2775450" y="1296030"/>
                  <a:pt x="2720453" y="1349405"/>
                  <a:pt x="2667593" y="1406455"/>
                </a:cubicBezTo>
                <a:cubicBezTo>
                  <a:pt x="2664376" y="1412920"/>
                  <a:pt x="2661443" y="1419043"/>
                  <a:pt x="2661299" y="1424397"/>
                </a:cubicBezTo>
                <a:cubicBezTo>
                  <a:pt x="2665715" y="1468971"/>
                  <a:pt x="2665087" y="1512862"/>
                  <a:pt x="2664462" y="1555329"/>
                </a:cubicBezTo>
                <a:cubicBezTo>
                  <a:pt x="2664005" y="1587112"/>
                  <a:pt x="2663522" y="1619981"/>
                  <a:pt x="2665172" y="1652935"/>
                </a:cubicBezTo>
                <a:lnTo>
                  <a:pt x="2665373" y="1656779"/>
                </a:lnTo>
                <a:lnTo>
                  <a:pt x="2662638" y="1659485"/>
                </a:lnTo>
                <a:cubicBezTo>
                  <a:pt x="2458453" y="1861104"/>
                  <a:pt x="2252871" y="2067567"/>
                  <a:pt x="2054043" y="2267225"/>
                </a:cubicBezTo>
                <a:cubicBezTo>
                  <a:pt x="1955125" y="2366568"/>
                  <a:pt x="1852821" y="2469301"/>
                  <a:pt x="1752279" y="2569843"/>
                </a:cubicBezTo>
                <a:lnTo>
                  <a:pt x="1749943" y="2572178"/>
                </a:lnTo>
                <a:lnTo>
                  <a:pt x="1746640" y="2572350"/>
                </a:lnTo>
                <a:cubicBezTo>
                  <a:pt x="1713715" y="2573916"/>
                  <a:pt x="1681132" y="2572977"/>
                  <a:pt x="1649574" y="2572037"/>
                </a:cubicBezTo>
                <a:cubicBezTo>
                  <a:pt x="1604145" y="2570697"/>
                  <a:pt x="1557208" y="2569331"/>
                  <a:pt x="1510128" y="2575739"/>
                </a:cubicBezTo>
                <a:cubicBezTo>
                  <a:pt x="1337473" y="2754035"/>
                  <a:pt x="1159604" y="2931049"/>
                  <a:pt x="986064" y="3103191"/>
                </a:cubicBezTo>
                <a:close/>
                <a:moveTo>
                  <a:pt x="8232872" y="3103192"/>
                </a:moveTo>
                <a:lnTo>
                  <a:pt x="8208521" y="3103192"/>
                </a:lnTo>
                <a:cubicBezTo>
                  <a:pt x="8034981" y="2931050"/>
                  <a:pt x="7857113" y="2754036"/>
                  <a:pt x="7684458" y="2575740"/>
                </a:cubicBezTo>
                <a:cubicBezTo>
                  <a:pt x="7637377" y="2569332"/>
                  <a:pt x="7590440" y="2570698"/>
                  <a:pt x="7545011" y="2572038"/>
                </a:cubicBezTo>
                <a:cubicBezTo>
                  <a:pt x="7513453" y="2572978"/>
                  <a:pt x="7480871" y="2573917"/>
                  <a:pt x="7447945" y="2572351"/>
                </a:cubicBezTo>
                <a:lnTo>
                  <a:pt x="7444643" y="2572179"/>
                </a:lnTo>
                <a:lnTo>
                  <a:pt x="7442307" y="2569844"/>
                </a:lnTo>
                <a:cubicBezTo>
                  <a:pt x="7341765" y="2469302"/>
                  <a:pt x="7239460" y="2366569"/>
                  <a:pt x="7140543" y="2267226"/>
                </a:cubicBezTo>
                <a:cubicBezTo>
                  <a:pt x="6941715" y="2067568"/>
                  <a:pt x="6736133" y="1861105"/>
                  <a:pt x="6531948" y="1659486"/>
                </a:cubicBezTo>
                <a:lnTo>
                  <a:pt x="6529212" y="1656780"/>
                </a:lnTo>
                <a:lnTo>
                  <a:pt x="6529414" y="1652936"/>
                </a:lnTo>
                <a:cubicBezTo>
                  <a:pt x="6531064" y="1619982"/>
                  <a:pt x="6530581" y="1587114"/>
                  <a:pt x="6530124" y="1555330"/>
                </a:cubicBezTo>
                <a:cubicBezTo>
                  <a:pt x="6529499" y="1512863"/>
                  <a:pt x="6528871" y="1468972"/>
                  <a:pt x="6533287" y="1424399"/>
                </a:cubicBezTo>
                <a:cubicBezTo>
                  <a:pt x="6533143" y="1419044"/>
                  <a:pt x="6530210" y="1412921"/>
                  <a:pt x="6526993" y="1406456"/>
                </a:cubicBezTo>
                <a:cubicBezTo>
                  <a:pt x="6474133" y="1349406"/>
                  <a:pt x="6419136" y="1296031"/>
                  <a:pt x="6365960" y="1244423"/>
                </a:cubicBezTo>
                <a:lnTo>
                  <a:pt x="6365989" y="1244537"/>
                </a:lnTo>
                <a:lnTo>
                  <a:pt x="6275932" y="1154962"/>
                </a:lnTo>
                <a:lnTo>
                  <a:pt x="6239103" y="1170214"/>
                </a:lnTo>
                <a:cubicBezTo>
                  <a:pt x="6222712" y="1170214"/>
                  <a:pt x="6206322" y="1163962"/>
                  <a:pt x="6193818" y="1151460"/>
                </a:cubicBezTo>
                <a:cubicBezTo>
                  <a:pt x="6168812" y="1126451"/>
                  <a:pt x="6168812" y="1085894"/>
                  <a:pt x="6193818" y="1060887"/>
                </a:cubicBezTo>
                <a:cubicBezTo>
                  <a:pt x="6218824" y="1035881"/>
                  <a:pt x="6259382" y="1035881"/>
                  <a:pt x="6284390" y="1060887"/>
                </a:cubicBezTo>
                <a:cubicBezTo>
                  <a:pt x="6296894" y="1073390"/>
                  <a:pt x="6303145" y="1089782"/>
                  <a:pt x="6303145" y="1106173"/>
                </a:cubicBezTo>
                <a:lnTo>
                  <a:pt x="6287996" y="1142751"/>
                </a:lnTo>
                <a:lnTo>
                  <a:pt x="6377951" y="1232204"/>
                </a:lnTo>
                <a:cubicBezTo>
                  <a:pt x="6431582" y="1284240"/>
                  <a:pt x="6487036" y="1338042"/>
                  <a:pt x="6540463" y="1395775"/>
                </a:cubicBezTo>
                <a:lnTo>
                  <a:pt x="6541289" y="1396686"/>
                </a:lnTo>
                <a:lnTo>
                  <a:pt x="6541832" y="1397768"/>
                </a:lnTo>
                <a:cubicBezTo>
                  <a:pt x="6546075" y="1406284"/>
                  <a:pt x="6550461" y="1415086"/>
                  <a:pt x="6550433" y="1424855"/>
                </a:cubicBezTo>
                <a:lnTo>
                  <a:pt x="6550433" y="1425709"/>
                </a:lnTo>
                <a:cubicBezTo>
                  <a:pt x="6546046" y="1469457"/>
                  <a:pt x="6546673" y="1513004"/>
                  <a:pt x="6547298" y="1555130"/>
                </a:cubicBezTo>
                <a:cubicBezTo>
                  <a:pt x="6547755" y="1585976"/>
                  <a:pt x="6548212" y="1617818"/>
                  <a:pt x="6546759" y="1650003"/>
                </a:cubicBezTo>
                <a:cubicBezTo>
                  <a:pt x="6750116" y="1850796"/>
                  <a:pt x="6954786" y="2056346"/>
                  <a:pt x="7152733" y="2255149"/>
                </a:cubicBezTo>
                <a:cubicBezTo>
                  <a:pt x="7250880" y="2353695"/>
                  <a:pt x="7352332" y="2455603"/>
                  <a:pt x="7452104" y="2555375"/>
                </a:cubicBezTo>
                <a:cubicBezTo>
                  <a:pt x="7483264" y="2556686"/>
                  <a:pt x="7514395" y="2555774"/>
                  <a:pt x="7544527" y="2554892"/>
                </a:cubicBezTo>
                <a:cubicBezTo>
                  <a:pt x="7591607" y="2553523"/>
                  <a:pt x="7640282" y="2552100"/>
                  <a:pt x="7689784" y="2559164"/>
                </a:cubicBezTo>
                <a:lnTo>
                  <a:pt x="7692689" y="2559591"/>
                </a:lnTo>
                <a:lnTo>
                  <a:pt x="7694740" y="2561699"/>
                </a:lnTo>
                <a:cubicBezTo>
                  <a:pt x="7871981" y="2744807"/>
                  <a:pt x="8054833" y="2926606"/>
                  <a:pt x="8232872" y="3103192"/>
                </a:cubicBezTo>
                <a:close/>
              </a:path>
            </a:pathLst>
          </a:custGeom>
          <a:gradFill>
            <a:gsLst>
              <a:gs pos="0">
                <a:srgbClr val="96A8CE">
                  <a:alpha val="29804"/>
                </a:srgbClr>
              </a:gs>
              <a:gs pos="100000">
                <a:srgbClr val="374C75">
                  <a:alpha val="29804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Share Tech"/>
              <a:ea typeface="Share Tech"/>
              <a:cs typeface="Share Tech"/>
              <a:sym typeface="Share Tech"/>
            </a:endParaRPr>
          </a:p>
        </p:txBody>
      </p:sp>
      <p:grpSp>
        <p:nvGrpSpPr>
          <p:cNvPr id="525" name="Google Shape;525;p48"/>
          <p:cNvGrpSpPr/>
          <p:nvPr/>
        </p:nvGrpSpPr>
        <p:grpSpPr>
          <a:xfrm rot="5400000">
            <a:off x="2035022" y="-1997608"/>
            <a:ext cx="5073787" cy="9144173"/>
            <a:chOff x="5812139" y="178733"/>
            <a:chExt cx="2344092" cy="4786022"/>
          </a:xfrm>
        </p:grpSpPr>
        <p:sp>
          <p:nvSpPr>
            <p:cNvPr id="526" name="Google Shape;526;p48"/>
            <p:cNvSpPr/>
            <p:nvPr/>
          </p:nvSpPr>
          <p:spPr>
            <a:xfrm>
              <a:off x="5837742" y="178745"/>
              <a:ext cx="2294353" cy="4786010"/>
            </a:xfrm>
            <a:custGeom>
              <a:rect b="b" l="l" r="r" t="t"/>
              <a:pathLst>
                <a:path extrusionOk="0" h="16452" w="7886">
                  <a:moveTo>
                    <a:pt x="994" y="1"/>
                  </a:moveTo>
                  <a:cubicBezTo>
                    <a:pt x="446" y="1"/>
                    <a:pt x="0" y="447"/>
                    <a:pt x="0" y="995"/>
                  </a:cubicBezTo>
                  <a:lnTo>
                    <a:pt x="0" y="2342"/>
                  </a:lnTo>
                  <a:lnTo>
                    <a:pt x="0" y="2724"/>
                  </a:lnTo>
                  <a:lnTo>
                    <a:pt x="0" y="3434"/>
                  </a:lnTo>
                  <a:lnTo>
                    <a:pt x="0" y="4658"/>
                  </a:lnTo>
                  <a:lnTo>
                    <a:pt x="0" y="4957"/>
                  </a:lnTo>
                  <a:lnTo>
                    <a:pt x="0" y="6181"/>
                  </a:lnTo>
                  <a:lnTo>
                    <a:pt x="0" y="15457"/>
                  </a:lnTo>
                  <a:cubicBezTo>
                    <a:pt x="0" y="16006"/>
                    <a:pt x="446" y="16451"/>
                    <a:pt x="994" y="16451"/>
                  </a:cubicBezTo>
                  <a:lnTo>
                    <a:pt x="6886" y="16451"/>
                  </a:lnTo>
                  <a:cubicBezTo>
                    <a:pt x="7439" y="16451"/>
                    <a:pt x="7885" y="16006"/>
                    <a:pt x="7885" y="15457"/>
                  </a:cubicBezTo>
                  <a:lnTo>
                    <a:pt x="7885" y="5079"/>
                  </a:lnTo>
                  <a:lnTo>
                    <a:pt x="7885" y="3860"/>
                  </a:lnTo>
                  <a:lnTo>
                    <a:pt x="7885" y="995"/>
                  </a:lnTo>
                  <a:cubicBezTo>
                    <a:pt x="7885" y="447"/>
                    <a:pt x="7439" y="1"/>
                    <a:pt x="6886" y="1"/>
                  </a:cubicBezTo>
                  <a:lnTo>
                    <a:pt x="5946" y="1"/>
                  </a:lnTo>
                  <a:lnTo>
                    <a:pt x="5946" y="265"/>
                  </a:lnTo>
                  <a:lnTo>
                    <a:pt x="6866" y="265"/>
                  </a:lnTo>
                  <a:cubicBezTo>
                    <a:pt x="7302" y="265"/>
                    <a:pt x="7655" y="618"/>
                    <a:pt x="7655" y="1054"/>
                  </a:cubicBezTo>
                  <a:lnTo>
                    <a:pt x="7655" y="15398"/>
                  </a:lnTo>
                  <a:cubicBezTo>
                    <a:pt x="7655" y="15834"/>
                    <a:pt x="7302" y="16187"/>
                    <a:pt x="6866" y="16187"/>
                  </a:cubicBezTo>
                  <a:lnTo>
                    <a:pt x="1014" y="16187"/>
                  </a:lnTo>
                  <a:cubicBezTo>
                    <a:pt x="578" y="16187"/>
                    <a:pt x="226" y="15834"/>
                    <a:pt x="226" y="15398"/>
                  </a:cubicBezTo>
                  <a:lnTo>
                    <a:pt x="226" y="1054"/>
                  </a:lnTo>
                  <a:cubicBezTo>
                    <a:pt x="226" y="618"/>
                    <a:pt x="578" y="265"/>
                    <a:pt x="1014" y="265"/>
                  </a:cubicBezTo>
                  <a:lnTo>
                    <a:pt x="1935" y="265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48"/>
            <p:cNvSpPr/>
            <p:nvPr/>
          </p:nvSpPr>
          <p:spPr>
            <a:xfrm>
              <a:off x="5903203" y="255835"/>
              <a:ext cx="2161684" cy="4631829"/>
            </a:xfrm>
            <a:custGeom>
              <a:rect b="b" l="l" r="r" t="t"/>
              <a:pathLst>
                <a:path extrusionOk="0" h="15922" w="7430">
                  <a:moveTo>
                    <a:pt x="789" y="0"/>
                  </a:moveTo>
                  <a:cubicBezTo>
                    <a:pt x="353" y="0"/>
                    <a:pt x="1" y="353"/>
                    <a:pt x="1" y="789"/>
                  </a:cubicBezTo>
                  <a:lnTo>
                    <a:pt x="1" y="15133"/>
                  </a:lnTo>
                  <a:cubicBezTo>
                    <a:pt x="1" y="15569"/>
                    <a:pt x="353" y="15922"/>
                    <a:pt x="789" y="15922"/>
                  </a:cubicBezTo>
                  <a:lnTo>
                    <a:pt x="6641" y="15922"/>
                  </a:lnTo>
                  <a:cubicBezTo>
                    <a:pt x="7077" y="15922"/>
                    <a:pt x="7430" y="15569"/>
                    <a:pt x="7430" y="15133"/>
                  </a:cubicBezTo>
                  <a:lnTo>
                    <a:pt x="7430" y="789"/>
                  </a:lnTo>
                  <a:cubicBezTo>
                    <a:pt x="7430" y="353"/>
                    <a:pt x="7077" y="0"/>
                    <a:pt x="6641" y="0"/>
                  </a:cubicBezTo>
                  <a:lnTo>
                    <a:pt x="5721" y="0"/>
                  </a:lnTo>
                  <a:lnTo>
                    <a:pt x="5721" y="265"/>
                  </a:lnTo>
                  <a:cubicBezTo>
                    <a:pt x="5721" y="485"/>
                    <a:pt x="5544" y="666"/>
                    <a:pt x="5324" y="666"/>
                  </a:cubicBezTo>
                  <a:lnTo>
                    <a:pt x="2111" y="666"/>
                  </a:lnTo>
                  <a:cubicBezTo>
                    <a:pt x="1891" y="666"/>
                    <a:pt x="1710" y="485"/>
                    <a:pt x="1710" y="265"/>
                  </a:cubicBezTo>
                  <a:lnTo>
                    <a:pt x="17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48"/>
            <p:cNvSpPr/>
            <p:nvPr/>
          </p:nvSpPr>
          <p:spPr>
            <a:xfrm>
              <a:off x="6395153" y="178733"/>
              <a:ext cx="1177783" cy="271144"/>
            </a:xfrm>
            <a:custGeom>
              <a:rect b="b" l="l" r="r" t="t"/>
              <a:pathLst>
                <a:path extrusionOk="0" h="932" w="4012">
                  <a:moveTo>
                    <a:pt x="2503" y="471"/>
                  </a:moveTo>
                  <a:cubicBezTo>
                    <a:pt x="2547" y="471"/>
                    <a:pt x="2582" y="505"/>
                    <a:pt x="2582" y="549"/>
                  </a:cubicBezTo>
                  <a:cubicBezTo>
                    <a:pt x="2582" y="589"/>
                    <a:pt x="2547" y="623"/>
                    <a:pt x="2503" y="623"/>
                  </a:cubicBezTo>
                  <a:lnTo>
                    <a:pt x="1509" y="623"/>
                  </a:lnTo>
                  <a:cubicBezTo>
                    <a:pt x="1470" y="623"/>
                    <a:pt x="1431" y="589"/>
                    <a:pt x="1431" y="549"/>
                  </a:cubicBezTo>
                  <a:cubicBezTo>
                    <a:pt x="1431" y="505"/>
                    <a:pt x="1470" y="471"/>
                    <a:pt x="1509" y="471"/>
                  </a:cubicBezTo>
                  <a:close/>
                  <a:moveTo>
                    <a:pt x="2924" y="461"/>
                  </a:moveTo>
                  <a:cubicBezTo>
                    <a:pt x="2973" y="461"/>
                    <a:pt x="3013" y="500"/>
                    <a:pt x="3013" y="549"/>
                  </a:cubicBezTo>
                  <a:cubicBezTo>
                    <a:pt x="3013" y="593"/>
                    <a:pt x="2973" y="633"/>
                    <a:pt x="2924" y="633"/>
                  </a:cubicBezTo>
                  <a:cubicBezTo>
                    <a:pt x="2876" y="633"/>
                    <a:pt x="2836" y="593"/>
                    <a:pt x="2836" y="549"/>
                  </a:cubicBezTo>
                  <a:cubicBezTo>
                    <a:pt x="2836" y="500"/>
                    <a:pt x="2876" y="461"/>
                    <a:pt x="2924" y="461"/>
                  </a:cubicBezTo>
                  <a:close/>
                  <a:moveTo>
                    <a:pt x="1" y="1"/>
                  </a:moveTo>
                  <a:lnTo>
                    <a:pt x="1" y="265"/>
                  </a:lnTo>
                  <a:lnTo>
                    <a:pt x="1" y="530"/>
                  </a:lnTo>
                  <a:cubicBezTo>
                    <a:pt x="1" y="750"/>
                    <a:pt x="182" y="931"/>
                    <a:pt x="402" y="931"/>
                  </a:cubicBezTo>
                  <a:lnTo>
                    <a:pt x="3615" y="931"/>
                  </a:lnTo>
                  <a:cubicBezTo>
                    <a:pt x="3835" y="931"/>
                    <a:pt x="4012" y="750"/>
                    <a:pt x="4012" y="530"/>
                  </a:cubicBezTo>
                  <a:lnTo>
                    <a:pt x="4012" y="265"/>
                  </a:lnTo>
                  <a:lnTo>
                    <a:pt x="40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48"/>
            <p:cNvSpPr/>
            <p:nvPr/>
          </p:nvSpPr>
          <p:spPr>
            <a:xfrm>
              <a:off x="5854616" y="197363"/>
              <a:ext cx="2260313" cy="4748774"/>
            </a:xfrm>
            <a:custGeom>
              <a:rect b="b" l="l" r="r" t="t"/>
              <a:pathLst>
                <a:path extrusionOk="0" h="16324" w="7769">
                  <a:moveTo>
                    <a:pt x="6755" y="16324"/>
                  </a:moveTo>
                  <a:lnTo>
                    <a:pt x="1010" y="16324"/>
                  </a:lnTo>
                  <a:cubicBezTo>
                    <a:pt x="452" y="16324"/>
                    <a:pt x="1" y="15863"/>
                    <a:pt x="1" y="15300"/>
                  </a:cubicBezTo>
                  <a:lnTo>
                    <a:pt x="1" y="1024"/>
                  </a:lnTo>
                  <a:cubicBezTo>
                    <a:pt x="1" y="461"/>
                    <a:pt x="452" y="1"/>
                    <a:pt x="1010" y="1"/>
                  </a:cubicBezTo>
                  <a:lnTo>
                    <a:pt x="6755" y="1"/>
                  </a:lnTo>
                  <a:cubicBezTo>
                    <a:pt x="7313" y="1"/>
                    <a:pt x="7768" y="461"/>
                    <a:pt x="7768" y="1024"/>
                  </a:cubicBezTo>
                  <a:lnTo>
                    <a:pt x="7768" y="15300"/>
                  </a:lnTo>
                  <a:cubicBezTo>
                    <a:pt x="7768" y="15863"/>
                    <a:pt x="7313" y="16324"/>
                    <a:pt x="6755" y="16324"/>
                  </a:cubicBezTo>
                  <a:close/>
                  <a:moveTo>
                    <a:pt x="1010" y="79"/>
                  </a:moveTo>
                  <a:cubicBezTo>
                    <a:pt x="496" y="79"/>
                    <a:pt x="79" y="500"/>
                    <a:pt x="79" y="1024"/>
                  </a:cubicBezTo>
                  <a:lnTo>
                    <a:pt x="79" y="15300"/>
                  </a:lnTo>
                  <a:cubicBezTo>
                    <a:pt x="79" y="15819"/>
                    <a:pt x="496" y="16245"/>
                    <a:pt x="1010" y="16245"/>
                  </a:cubicBezTo>
                  <a:lnTo>
                    <a:pt x="6755" y="16245"/>
                  </a:lnTo>
                  <a:cubicBezTo>
                    <a:pt x="7269" y="16245"/>
                    <a:pt x="7685" y="15819"/>
                    <a:pt x="7685" y="15300"/>
                  </a:cubicBezTo>
                  <a:lnTo>
                    <a:pt x="7685" y="1024"/>
                  </a:lnTo>
                  <a:cubicBezTo>
                    <a:pt x="7685" y="500"/>
                    <a:pt x="7269" y="79"/>
                    <a:pt x="6755" y="79"/>
                  </a:cubicBezTo>
                  <a:lnTo>
                    <a:pt x="1010" y="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48"/>
            <p:cNvSpPr/>
            <p:nvPr/>
          </p:nvSpPr>
          <p:spPr>
            <a:xfrm>
              <a:off x="7228085" y="312853"/>
              <a:ext cx="51496" cy="50036"/>
            </a:xfrm>
            <a:custGeom>
              <a:rect b="b" l="l" r="r" t="t"/>
              <a:pathLst>
                <a:path extrusionOk="0" h="172" w="177">
                  <a:moveTo>
                    <a:pt x="88" y="0"/>
                  </a:moveTo>
                  <a:cubicBezTo>
                    <a:pt x="40" y="0"/>
                    <a:pt x="0" y="39"/>
                    <a:pt x="0" y="88"/>
                  </a:cubicBezTo>
                  <a:cubicBezTo>
                    <a:pt x="0" y="132"/>
                    <a:pt x="40" y="172"/>
                    <a:pt x="88" y="172"/>
                  </a:cubicBezTo>
                  <a:cubicBezTo>
                    <a:pt x="137" y="172"/>
                    <a:pt x="177" y="132"/>
                    <a:pt x="177" y="88"/>
                  </a:cubicBezTo>
                  <a:cubicBezTo>
                    <a:pt x="177" y="39"/>
                    <a:pt x="137" y="0"/>
                    <a:pt x="88" y="0"/>
                  </a:cubicBezTo>
                  <a:close/>
                </a:path>
              </a:pathLst>
            </a:custGeom>
            <a:solidFill>
              <a:srgbClr val="7C242A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48"/>
            <p:cNvSpPr/>
            <p:nvPr/>
          </p:nvSpPr>
          <p:spPr>
            <a:xfrm>
              <a:off x="6816459" y="315471"/>
              <a:ext cx="335163" cy="44509"/>
            </a:xfrm>
            <a:custGeom>
              <a:rect b="b" l="l" r="r" t="t"/>
              <a:pathLst>
                <a:path extrusionOk="0" h="153" w="1152">
                  <a:moveTo>
                    <a:pt x="79" y="1"/>
                  </a:moveTo>
                  <a:cubicBezTo>
                    <a:pt x="40" y="1"/>
                    <a:pt x="1" y="35"/>
                    <a:pt x="1" y="79"/>
                  </a:cubicBezTo>
                  <a:cubicBezTo>
                    <a:pt x="1" y="119"/>
                    <a:pt x="40" y="153"/>
                    <a:pt x="79" y="153"/>
                  </a:cubicBezTo>
                  <a:lnTo>
                    <a:pt x="1073" y="153"/>
                  </a:lnTo>
                  <a:cubicBezTo>
                    <a:pt x="1117" y="153"/>
                    <a:pt x="1152" y="119"/>
                    <a:pt x="1152" y="79"/>
                  </a:cubicBezTo>
                  <a:cubicBezTo>
                    <a:pt x="1152" y="35"/>
                    <a:pt x="1117" y="1"/>
                    <a:pt x="1073" y="1"/>
                  </a:cubicBezTo>
                  <a:close/>
                </a:path>
              </a:pathLst>
            </a:custGeom>
            <a:solidFill>
              <a:srgbClr val="7C242A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48"/>
            <p:cNvSpPr/>
            <p:nvPr/>
          </p:nvSpPr>
          <p:spPr>
            <a:xfrm>
              <a:off x="6934871" y="664559"/>
              <a:ext cx="98629" cy="121599"/>
            </a:xfrm>
            <a:custGeom>
              <a:rect b="b" l="l" r="r" t="t"/>
              <a:pathLst>
                <a:path extrusionOk="0" h="418" w="339">
                  <a:moveTo>
                    <a:pt x="172" y="65"/>
                  </a:moveTo>
                  <a:cubicBezTo>
                    <a:pt x="230" y="65"/>
                    <a:pt x="279" y="114"/>
                    <a:pt x="279" y="172"/>
                  </a:cubicBezTo>
                  <a:lnTo>
                    <a:pt x="279" y="353"/>
                  </a:lnTo>
                  <a:lnTo>
                    <a:pt x="64" y="353"/>
                  </a:lnTo>
                  <a:lnTo>
                    <a:pt x="64" y="172"/>
                  </a:lnTo>
                  <a:cubicBezTo>
                    <a:pt x="64" y="114"/>
                    <a:pt x="113" y="65"/>
                    <a:pt x="172" y="65"/>
                  </a:cubicBezTo>
                  <a:close/>
                  <a:moveTo>
                    <a:pt x="172" y="1"/>
                  </a:moveTo>
                  <a:cubicBezTo>
                    <a:pt x="79" y="1"/>
                    <a:pt x="0" y="79"/>
                    <a:pt x="0" y="172"/>
                  </a:cubicBezTo>
                  <a:lnTo>
                    <a:pt x="0" y="417"/>
                  </a:lnTo>
                  <a:lnTo>
                    <a:pt x="338" y="417"/>
                  </a:lnTo>
                  <a:lnTo>
                    <a:pt x="338" y="172"/>
                  </a:lnTo>
                  <a:cubicBezTo>
                    <a:pt x="338" y="79"/>
                    <a:pt x="265" y="1"/>
                    <a:pt x="1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48"/>
            <p:cNvSpPr/>
            <p:nvPr/>
          </p:nvSpPr>
          <p:spPr>
            <a:xfrm>
              <a:off x="6914796" y="735831"/>
              <a:ext cx="138487" cy="81454"/>
            </a:xfrm>
            <a:custGeom>
              <a:rect b="b" l="l" r="r" t="t"/>
              <a:pathLst>
                <a:path extrusionOk="0" h="280" w="476">
                  <a:moveTo>
                    <a:pt x="50" y="1"/>
                  </a:moveTo>
                  <a:cubicBezTo>
                    <a:pt x="20" y="1"/>
                    <a:pt x="1" y="25"/>
                    <a:pt x="1" y="50"/>
                  </a:cubicBezTo>
                  <a:lnTo>
                    <a:pt x="1" y="231"/>
                  </a:lnTo>
                  <a:cubicBezTo>
                    <a:pt x="1" y="260"/>
                    <a:pt x="20" y="280"/>
                    <a:pt x="50" y="280"/>
                  </a:cubicBezTo>
                  <a:lnTo>
                    <a:pt x="427" y="280"/>
                  </a:lnTo>
                  <a:cubicBezTo>
                    <a:pt x="456" y="280"/>
                    <a:pt x="476" y="260"/>
                    <a:pt x="476" y="231"/>
                  </a:cubicBezTo>
                  <a:lnTo>
                    <a:pt x="476" y="50"/>
                  </a:lnTo>
                  <a:cubicBezTo>
                    <a:pt x="476" y="25"/>
                    <a:pt x="456" y="1"/>
                    <a:pt x="4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48"/>
            <p:cNvSpPr/>
            <p:nvPr/>
          </p:nvSpPr>
          <p:spPr>
            <a:xfrm>
              <a:off x="7712841" y="334089"/>
              <a:ext cx="88446" cy="68654"/>
            </a:xfrm>
            <a:custGeom>
              <a:rect b="b" l="l" r="r" t="t"/>
              <a:pathLst>
                <a:path extrusionOk="0" h="236" w="304">
                  <a:moveTo>
                    <a:pt x="152" y="1"/>
                  </a:moveTo>
                  <a:cubicBezTo>
                    <a:pt x="93" y="1"/>
                    <a:pt x="39" y="25"/>
                    <a:pt x="0" y="59"/>
                  </a:cubicBezTo>
                  <a:lnTo>
                    <a:pt x="25" y="84"/>
                  </a:lnTo>
                  <a:cubicBezTo>
                    <a:pt x="54" y="50"/>
                    <a:pt x="103" y="30"/>
                    <a:pt x="152" y="30"/>
                  </a:cubicBezTo>
                  <a:cubicBezTo>
                    <a:pt x="201" y="30"/>
                    <a:pt x="245" y="50"/>
                    <a:pt x="279" y="84"/>
                  </a:cubicBezTo>
                  <a:lnTo>
                    <a:pt x="304" y="59"/>
                  </a:lnTo>
                  <a:cubicBezTo>
                    <a:pt x="265" y="25"/>
                    <a:pt x="211" y="1"/>
                    <a:pt x="152" y="1"/>
                  </a:cubicBezTo>
                  <a:close/>
                  <a:moveTo>
                    <a:pt x="152" y="59"/>
                  </a:moveTo>
                  <a:cubicBezTo>
                    <a:pt x="108" y="59"/>
                    <a:pt x="74" y="79"/>
                    <a:pt x="44" y="104"/>
                  </a:cubicBezTo>
                  <a:lnTo>
                    <a:pt x="69" y="128"/>
                  </a:lnTo>
                  <a:cubicBezTo>
                    <a:pt x="88" y="104"/>
                    <a:pt x="118" y="94"/>
                    <a:pt x="152" y="94"/>
                  </a:cubicBezTo>
                  <a:cubicBezTo>
                    <a:pt x="186" y="94"/>
                    <a:pt x="216" y="104"/>
                    <a:pt x="235" y="128"/>
                  </a:cubicBezTo>
                  <a:lnTo>
                    <a:pt x="260" y="104"/>
                  </a:lnTo>
                  <a:cubicBezTo>
                    <a:pt x="230" y="79"/>
                    <a:pt x="191" y="59"/>
                    <a:pt x="152" y="59"/>
                  </a:cubicBezTo>
                  <a:close/>
                  <a:moveTo>
                    <a:pt x="152" y="128"/>
                  </a:moveTo>
                  <a:cubicBezTo>
                    <a:pt x="128" y="128"/>
                    <a:pt x="108" y="138"/>
                    <a:pt x="93" y="152"/>
                  </a:cubicBezTo>
                  <a:lnTo>
                    <a:pt x="118" y="177"/>
                  </a:lnTo>
                  <a:cubicBezTo>
                    <a:pt x="123" y="167"/>
                    <a:pt x="137" y="162"/>
                    <a:pt x="152" y="162"/>
                  </a:cubicBezTo>
                  <a:cubicBezTo>
                    <a:pt x="167" y="162"/>
                    <a:pt x="177" y="167"/>
                    <a:pt x="186" y="177"/>
                  </a:cubicBezTo>
                  <a:lnTo>
                    <a:pt x="211" y="152"/>
                  </a:lnTo>
                  <a:cubicBezTo>
                    <a:pt x="196" y="138"/>
                    <a:pt x="172" y="128"/>
                    <a:pt x="152" y="128"/>
                  </a:cubicBezTo>
                  <a:close/>
                  <a:moveTo>
                    <a:pt x="152" y="187"/>
                  </a:moveTo>
                  <a:cubicBezTo>
                    <a:pt x="137" y="187"/>
                    <a:pt x="128" y="197"/>
                    <a:pt x="128" y="211"/>
                  </a:cubicBezTo>
                  <a:cubicBezTo>
                    <a:pt x="128" y="226"/>
                    <a:pt x="137" y="236"/>
                    <a:pt x="152" y="236"/>
                  </a:cubicBezTo>
                  <a:cubicBezTo>
                    <a:pt x="167" y="236"/>
                    <a:pt x="177" y="226"/>
                    <a:pt x="177" y="211"/>
                  </a:cubicBezTo>
                  <a:cubicBezTo>
                    <a:pt x="177" y="197"/>
                    <a:pt x="167" y="187"/>
                    <a:pt x="152" y="1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48"/>
            <p:cNvSpPr/>
            <p:nvPr/>
          </p:nvSpPr>
          <p:spPr>
            <a:xfrm>
              <a:off x="7614503" y="343980"/>
              <a:ext cx="77099" cy="57309"/>
            </a:xfrm>
            <a:custGeom>
              <a:rect b="b" l="l" r="r" t="t"/>
              <a:pathLst>
                <a:path extrusionOk="0" h="197" w="265">
                  <a:moveTo>
                    <a:pt x="0" y="143"/>
                  </a:moveTo>
                  <a:lnTo>
                    <a:pt x="0" y="192"/>
                  </a:lnTo>
                  <a:lnTo>
                    <a:pt x="30" y="192"/>
                  </a:lnTo>
                  <a:lnTo>
                    <a:pt x="30" y="143"/>
                  </a:lnTo>
                  <a:close/>
                  <a:moveTo>
                    <a:pt x="59" y="109"/>
                  </a:moveTo>
                  <a:lnTo>
                    <a:pt x="59" y="192"/>
                  </a:lnTo>
                  <a:lnTo>
                    <a:pt x="88" y="192"/>
                  </a:lnTo>
                  <a:lnTo>
                    <a:pt x="88" y="109"/>
                  </a:lnTo>
                  <a:close/>
                  <a:moveTo>
                    <a:pt x="118" y="70"/>
                  </a:moveTo>
                  <a:lnTo>
                    <a:pt x="118" y="192"/>
                  </a:lnTo>
                  <a:lnTo>
                    <a:pt x="147" y="192"/>
                  </a:lnTo>
                  <a:lnTo>
                    <a:pt x="147" y="70"/>
                  </a:lnTo>
                  <a:close/>
                  <a:moveTo>
                    <a:pt x="177" y="35"/>
                  </a:moveTo>
                  <a:lnTo>
                    <a:pt x="177" y="192"/>
                  </a:lnTo>
                  <a:lnTo>
                    <a:pt x="206" y="192"/>
                  </a:lnTo>
                  <a:lnTo>
                    <a:pt x="206" y="35"/>
                  </a:lnTo>
                  <a:close/>
                  <a:moveTo>
                    <a:pt x="235" y="1"/>
                  </a:moveTo>
                  <a:lnTo>
                    <a:pt x="235" y="197"/>
                  </a:lnTo>
                  <a:lnTo>
                    <a:pt x="265" y="197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48"/>
            <p:cNvSpPr/>
            <p:nvPr/>
          </p:nvSpPr>
          <p:spPr>
            <a:xfrm>
              <a:off x="7823979" y="345434"/>
              <a:ext cx="115503" cy="55854"/>
            </a:xfrm>
            <a:custGeom>
              <a:rect b="b" l="l" r="r" t="t"/>
              <a:pathLst>
                <a:path extrusionOk="0" h="192" w="397">
                  <a:moveTo>
                    <a:pt x="44" y="20"/>
                  </a:moveTo>
                  <a:cubicBezTo>
                    <a:pt x="30" y="20"/>
                    <a:pt x="20" y="35"/>
                    <a:pt x="20" y="50"/>
                  </a:cubicBezTo>
                  <a:lnTo>
                    <a:pt x="20" y="148"/>
                  </a:lnTo>
                  <a:cubicBezTo>
                    <a:pt x="20" y="162"/>
                    <a:pt x="30" y="172"/>
                    <a:pt x="44" y="172"/>
                  </a:cubicBezTo>
                  <a:lnTo>
                    <a:pt x="274" y="172"/>
                  </a:lnTo>
                  <a:lnTo>
                    <a:pt x="274" y="20"/>
                  </a:lnTo>
                  <a:close/>
                  <a:moveTo>
                    <a:pt x="338" y="11"/>
                  </a:moveTo>
                  <a:cubicBezTo>
                    <a:pt x="358" y="11"/>
                    <a:pt x="372" y="25"/>
                    <a:pt x="372" y="45"/>
                  </a:cubicBezTo>
                  <a:lnTo>
                    <a:pt x="372" y="153"/>
                  </a:lnTo>
                  <a:cubicBezTo>
                    <a:pt x="372" y="172"/>
                    <a:pt x="358" y="187"/>
                    <a:pt x="338" y="187"/>
                  </a:cubicBezTo>
                  <a:lnTo>
                    <a:pt x="39" y="187"/>
                  </a:lnTo>
                  <a:cubicBezTo>
                    <a:pt x="25" y="187"/>
                    <a:pt x="5" y="172"/>
                    <a:pt x="5" y="153"/>
                  </a:cubicBezTo>
                  <a:lnTo>
                    <a:pt x="5" y="45"/>
                  </a:lnTo>
                  <a:cubicBezTo>
                    <a:pt x="5" y="25"/>
                    <a:pt x="25" y="11"/>
                    <a:pt x="39" y="11"/>
                  </a:cubicBezTo>
                  <a:close/>
                  <a:moveTo>
                    <a:pt x="39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153"/>
                  </a:lnTo>
                  <a:cubicBezTo>
                    <a:pt x="0" y="172"/>
                    <a:pt x="20" y="192"/>
                    <a:pt x="39" y="192"/>
                  </a:cubicBezTo>
                  <a:lnTo>
                    <a:pt x="338" y="192"/>
                  </a:lnTo>
                  <a:cubicBezTo>
                    <a:pt x="363" y="192"/>
                    <a:pt x="377" y="172"/>
                    <a:pt x="377" y="153"/>
                  </a:cubicBezTo>
                  <a:lnTo>
                    <a:pt x="377" y="123"/>
                  </a:lnTo>
                  <a:lnTo>
                    <a:pt x="397" y="123"/>
                  </a:lnTo>
                  <a:lnTo>
                    <a:pt x="397" y="74"/>
                  </a:lnTo>
                  <a:lnTo>
                    <a:pt x="377" y="74"/>
                  </a:lnTo>
                  <a:lnTo>
                    <a:pt x="377" y="45"/>
                  </a:lnTo>
                  <a:cubicBezTo>
                    <a:pt x="377" y="20"/>
                    <a:pt x="363" y="1"/>
                    <a:pt x="3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48"/>
            <p:cNvSpPr/>
            <p:nvPr/>
          </p:nvSpPr>
          <p:spPr>
            <a:xfrm>
              <a:off x="8064585" y="611905"/>
              <a:ext cx="67498" cy="33163"/>
            </a:xfrm>
            <a:custGeom>
              <a:rect b="b" l="l" r="r" t="t"/>
              <a:pathLst>
                <a:path extrusionOk="0" h="114" w="232">
                  <a:moveTo>
                    <a:pt x="1" y="1"/>
                  </a:moveTo>
                  <a:lnTo>
                    <a:pt x="1" y="113"/>
                  </a:lnTo>
                  <a:lnTo>
                    <a:pt x="231" y="11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48"/>
            <p:cNvSpPr/>
            <p:nvPr/>
          </p:nvSpPr>
          <p:spPr>
            <a:xfrm>
              <a:off x="5837742" y="611905"/>
              <a:ext cx="65752" cy="33163"/>
            </a:xfrm>
            <a:custGeom>
              <a:rect b="b" l="l" r="r" t="t"/>
              <a:pathLst>
                <a:path extrusionOk="0" h="114" w="226">
                  <a:moveTo>
                    <a:pt x="0" y="1"/>
                  </a:moveTo>
                  <a:lnTo>
                    <a:pt x="0" y="113"/>
                  </a:lnTo>
                  <a:lnTo>
                    <a:pt x="226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48"/>
            <p:cNvSpPr/>
            <p:nvPr/>
          </p:nvSpPr>
          <p:spPr>
            <a:xfrm>
              <a:off x="8131792" y="1301644"/>
              <a:ext cx="24439" cy="354907"/>
            </a:xfrm>
            <a:custGeom>
              <a:rect b="b" l="l" r="r" t="t"/>
              <a:pathLst>
                <a:path extrusionOk="0" h="1220" w="84">
                  <a:moveTo>
                    <a:pt x="0" y="0"/>
                  </a:moveTo>
                  <a:lnTo>
                    <a:pt x="0" y="1219"/>
                  </a:lnTo>
                  <a:lnTo>
                    <a:pt x="39" y="1219"/>
                  </a:lnTo>
                  <a:cubicBezTo>
                    <a:pt x="64" y="1219"/>
                    <a:pt x="83" y="1200"/>
                    <a:pt x="83" y="1175"/>
                  </a:cubicBezTo>
                  <a:lnTo>
                    <a:pt x="83" y="44"/>
                  </a:lnTo>
                  <a:cubicBezTo>
                    <a:pt x="83" y="20"/>
                    <a:pt x="64" y="0"/>
                    <a:pt x="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48"/>
            <p:cNvSpPr/>
            <p:nvPr/>
          </p:nvSpPr>
          <p:spPr>
            <a:xfrm>
              <a:off x="5812139" y="1620769"/>
              <a:ext cx="25894" cy="356362"/>
            </a:xfrm>
            <a:custGeom>
              <a:rect b="b" l="l" r="r" t="t"/>
              <a:pathLst>
                <a:path extrusionOk="0" h="1225" w="89">
                  <a:moveTo>
                    <a:pt x="44" y="0"/>
                  </a:moveTo>
                  <a:cubicBezTo>
                    <a:pt x="20" y="0"/>
                    <a:pt x="0" y="20"/>
                    <a:pt x="0" y="49"/>
                  </a:cubicBezTo>
                  <a:lnTo>
                    <a:pt x="0" y="1180"/>
                  </a:lnTo>
                  <a:cubicBezTo>
                    <a:pt x="0" y="1205"/>
                    <a:pt x="20" y="1224"/>
                    <a:pt x="44" y="1224"/>
                  </a:cubicBezTo>
                  <a:lnTo>
                    <a:pt x="88" y="1224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48"/>
            <p:cNvSpPr/>
            <p:nvPr/>
          </p:nvSpPr>
          <p:spPr>
            <a:xfrm>
              <a:off x="5812139" y="1177427"/>
              <a:ext cx="25894" cy="356653"/>
            </a:xfrm>
            <a:custGeom>
              <a:rect b="b" l="l" r="r" t="t"/>
              <a:pathLst>
                <a:path extrusionOk="0" h="1226" w="89">
                  <a:moveTo>
                    <a:pt x="44" y="1"/>
                  </a:moveTo>
                  <a:cubicBezTo>
                    <a:pt x="20" y="1"/>
                    <a:pt x="0" y="21"/>
                    <a:pt x="0" y="45"/>
                  </a:cubicBezTo>
                  <a:lnTo>
                    <a:pt x="0" y="1181"/>
                  </a:lnTo>
                  <a:cubicBezTo>
                    <a:pt x="0" y="1206"/>
                    <a:pt x="20" y="1225"/>
                    <a:pt x="44" y="1225"/>
                  </a:cubicBezTo>
                  <a:lnTo>
                    <a:pt x="88" y="1225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48"/>
            <p:cNvSpPr/>
            <p:nvPr/>
          </p:nvSpPr>
          <p:spPr>
            <a:xfrm>
              <a:off x="5812139" y="859757"/>
              <a:ext cx="25894" cy="111418"/>
            </a:xfrm>
            <a:custGeom>
              <a:rect b="b" l="l" r="r" t="t"/>
              <a:pathLst>
                <a:path extrusionOk="0" h="383" w="89">
                  <a:moveTo>
                    <a:pt x="44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339"/>
                  </a:lnTo>
                  <a:cubicBezTo>
                    <a:pt x="0" y="363"/>
                    <a:pt x="20" y="383"/>
                    <a:pt x="44" y="383"/>
                  </a:cubicBezTo>
                  <a:lnTo>
                    <a:pt x="88" y="383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48"/>
            <p:cNvSpPr/>
            <p:nvPr/>
          </p:nvSpPr>
          <p:spPr>
            <a:xfrm>
              <a:off x="8064585" y="4496962"/>
              <a:ext cx="67498" cy="34618"/>
            </a:xfrm>
            <a:custGeom>
              <a:rect b="b" l="l" r="r" t="t"/>
              <a:pathLst>
                <a:path extrusionOk="0" h="119" w="232">
                  <a:moveTo>
                    <a:pt x="1" y="1"/>
                  </a:moveTo>
                  <a:lnTo>
                    <a:pt x="1" y="118"/>
                  </a:lnTo>
                  <a:lnTo>
                    <a:pt x="231" y="118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48"/>
            <p:cNvSpPr/>
            <p:nvPr/>
          </p:nvSpPr>
          <p:spPr>
            <a:xfrm>
              <a:off x="5837742" y="4496962"/>
              <a:ext cx="65752" cy="34618"/>
            </a:xfrm>
            <a:custGeom>
              <a:rect b="b" l="l" r="r" t="t"/>
              <a:pathLst>
                <a:path extrusionOk="0" h="119" w="226">
                  <a:moveTo>
                    <a:pt x="0" y="1"/>
                  </a:moveTo>
                  <a:lnTo>
                    <a:pt x="0" y="118"/>
                  </a:lnTo>
                  <a:lnTo>
                    <a:pt x="226" y="11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48"/>
            <p:cNvSpPr/>
            <p:nvPr/>
          </p:nvSpPr>
          <p:spPr>
            <a:xfrm>
              <a:off x="6649976" y="3637490"/>
              <a:ext cx="4598" cy="4470"/>
            </a:xfrm>
            <a:custGeom>
              <a:rect b="b" l="l" r="r" t="t"/>
              <a:pathLst>
                <a:path extrusionOk="0" h="35" w="36">
                  <a:moveTo>
                    <a:pt x="1" y="0"/>
                  </a:moveTo>
                  <a:lnTo>
                    <a:pt x="27" y="34"/>
                  </a:lnTo>
                  <a:lnTo>
                    <a:pt x="35" y="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6" name="Google Shape;546;p48"/>
          <p:cNvSpPr txBox="1"/>
          <p:nvPr>
            <p:ph idx="4294967295" type="body"/>
          </p:nvPr>
        </p:nvSpPr>
        <p:spPr>
          <a:xfrm>
            <a:off x="401450" y="933225"/>
            <a:ext cx="4069800" cy="5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550" u="sng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Interface</a:t>
            </a:r>
            <a:endParaRPr b="1" sz="2550" u="sng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47" name="Google Shape;547;p48"/>
          <p:cNvSpPr txBox="1"/>
          <p:nvPr>
            <p:ph idx="4294967295" type="body"/>
          </p:nvPr>
        </p:nvSpPr>
        <p:spPr>
          <a:xfrm>
            <a:off x="4756850" y="933225"/>
            <a:ext cx="4154400" cy="5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2550" u="sng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Implementation</a:t>
            </a:r>
            <a:endParaRPr b="1" sz="2550" u="sng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pic>
        <p:nvPicPr>
          <p:cNvPr id="548" name="Google Shape;54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1050" y="1553850"/>
            <a:ext cx="3311900" cy="2209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663" y="1553850"/>
            <a:ext cx="3501387" cy="22090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0" name="Google Shape;550;p48"/>
          <p:cNvCxnSpPr/>
          <p:nvPr/>
        </p:nvCxnSpPr>
        <p:spPr>
          <a:xfrm>
            <a:off x="4585250" y="255925"/>
            <a:ext cx="19200" cy="463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" name="Google Shape;551;p48"/>
          <p:cNvCxnSpPr/>
          <p:nvPr/>
        </p:nvCxnSpPr>
        <p:spPr>
          <a:xfrm>
            <a:off x="4737650" y="255925"/>
            <a:ext cx="19200" cy="463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48"/>
          <p:cNvCxnSpPr/>
          <p:nvPr/>
        </p:nvCxnSpPr>
        <p:spPr>
          <a:xfrm>
            <a:off x="4661450" y="255925"/>
            <a:ext cx="19200" cy="4637100"/>
          </a:xfrm>
          <a:prstGeom prst="straightConnector1">
            <a:avLst/>
          </a:prstGeom>
          <a:noFill/>
          <a:ln cap="flat" cmpd="sng" w="1143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48"/>
          <p:cNvCxnSpPr/>
          <p:nvPr/>
        </p:nvCxnSpPr>
        <p:spPr>
          <a:xfrm>
            <a:off x="4669400" y="2346725"/>
            <a:ext cx="3300" cy="608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4" name="Google Shape;554;p48"/>
          <p:cNvSpPr txBox="1"/>
          <p:nvPr/>
        </p:nvSpPr>
        <p:spPr>
          <a:xfrm>
            <a:off x="2384425" y="330350"/>
            <a:ext cx="47244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20" u="sng">
                <a:solidFill>
                  <a:schemeClr val="lt1"/>
                </a:solidFill>
                <a:highlight>
                  <a:schemeClr val="accent1"/>
                </a:highlight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_Interface and Implementation_</a:t>
            </a:r>
            <a:endParaRPr b="1" sz="3600" u="sng">
              <a:solidFill>
                <a:schemeClr val="lt1"/>
              </a:solidFill>
              <a:highlight>
                <a:schemeClr val="accent1"/>
              </a:highlight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9" name="Google Shape;559;p49"/>
          <p:cNvGrpSpPr/>
          <p:nvPr/>
        </p:nvGrpSpPr>
        <p:grpSpPr>
          <a:xfrm rot="5400000">
            <a:off x="2052808" y="-1979822"/>
            <a:ext cx="5073787" cy="9108601"/>
            <a:chOff x="5812139" y="178733"/>
            <a:chExt cx="2344092" cy="4767403"/>
          </a:xfrm>
        </p:grpSpPr>
        <p:sp>
          <p:nvSpPr>
            <p:cNvPr id="560" name="Google Shape;560;p49"/>
            <p:cNvSpPr/>
            <p:nvPr/>
          </p:nvSpPr>
          <p:spPr>
            <a:xfrm>
              <a:off x="5863740" y="224518"/>
              <a:ext cx="2268349" cy="4713868"/>
            </a:xfrm>
            <a:custGeom>
              <a:rect b="b" l="l" r="r" t="t"/>
              <a:pathLst>
                <a:path extrusionOk="0" h="16452" w="7886">
                  <a:moveTo>
                    <a:pt x="994" y="1"/>
                  </a:moveTo>
                  <a:cubicBezTo>
                    <a:pt x="446" y="1"/>
                    <a:pt x="0" y="447"/>
                    <a:pt x="0" y="995"/>
                  </a:cubicBezTo>
                  <a:lnTo>
                    <a:pt x="0" y="2342"/>
                  </a:lnTo>
                  <a:lnTo>
                    <a:pt x="0" y="2724"/>
                  </a:lnTo>
                  <a:lnTo>
                    <a:pt x="0" y="3434"/>
                  </a:lnTo>
                  <a:lnTo>
                    <a:pt x="0" y="4658"/>
                  </a:lnTo>
                  <a:lnTo>
                    <a:pt x="0" y="4957"/>
                  </a:lnTo>
                  <a:lnTo>
                    <a:pt x="0" y="6181"/>
                  </a:lnTo>
                  <a:lnTo>
                    <a:pt x="0" y="15457"/>
                  </a:lnTo>
                  <a:cubicBezTo>
                    <a:pt x="0" y="16006"/>
                    <a:pt x="446" y="16451"/>
                    <a:pt x="994" y="16451"/>
                  </a:cubicBezTo>
                  <a:lnTo>
                    <a:pt x="6886" y="16451"/>
                  </a:lnTo>
                  <a:cubicBezTo>
                    <a:pt x="7439" y="16451"/>
                    <a:pt x="7885" y="16006"/>
                    <a:pt x="7885" y="15457"/>
                  </a:cubicBezTo>
                  <a:lnTo>
                    <a:pt x="7885" y="5079"/>
                  </a:lnTo>
                  <a:lnTo>
                    <a:pt x="7885" y="3860"/>
                  </a:lnTo>
                  <a:lnTo>
                    <a:pt x="7885" y="995"/>
                  </a:lnTo>
                  <a:cubicBezTo>
                    <a:pt x="7885" y="447"/>
                    <a:pt x="7439" y="1"/>
                    <a:pt x="6886" y="1"/>
                  </a:cubicBezTo>
                  <a:lnTo>
                    <a:pt x="5946" y="1"/>
                  </a:lnTo>
                  <a:lnTo>
                    <a:pt x="5946" y="265"/>
                  </a:lnTo>
                  <a:lnTo>
                    <a:pt x="6866" y="265"/>
                  </a:lnTo>
                  <a:cubicBezTo>
                    <a:pt x="7302" y="265"/>
                    <a:pt x="7655" y="618"/>
                    <a:pt x="7655" y="1054"/>
                  </a:cubicBezTo>
                  <a:lnTo>
                    <a:pt x="7655" y="15398"/>
                  </a:lnTo>
                  <a:cubicBezTo>
                    <a:pt x="7655" y="15834"/>
                    <a:pt x="7302" y="16187"/>
                    <a:pt x="6866" y="16187"/>
                  </a:cubicBezTo>
                  <a:lnTo>
                    <a:pt x="1014" y="16187"/>
                  </a:lnTo>
                  <a:cubicBezTo>
                    <a:pt x="578" y="16187"/>
                    <a:pt x="226" y="15834"/>
                    <a:pt x="226" y="15398"/>
                  </a:cubicBezTo>
                  <a:lnTo>
                    <a:pt x="226" y="1054"/>
                  </a:lnTo>
                  <a:cubicBezTo>
                    <a:pt x="226" y="618"/>
                    <a:pt x="578" y="265"/>
                    <a:pt x="1014" y="265"/>
                  </a:cubicBezTo>
                  <a:lnTo>
                    <a:pt x="1935" y="265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49"/>
            <p:cNvSpPr/>
            <p:nvPr/>
          </p:nvSpPr>
          <p:spPr>
            <a:xfrm>
              <a:off x="5903203" y="255835"/>
              <a:ext cx="2161684" cy="4631829"/>
            </a:xfrm>
            <a:custGeom>
              <a:rect b="b" l="l" r="r" t="t"/>
              <a:pathLst>
                <a:path extrusionOk="0" h="15922" w="7430">
                  <a:moveTo>
                    <a:pt x="789" y="0"/>
                  </a:moveTo>
                  <a:cubicBezTo>
                    <a:pt x="353" y="0"/>
                    <a:pt x="1" y="353"/>
                    <a:pt x="1" y="789"/>
                  </a:cubicBezTo>
                  <a:lnTo>
                    <a:pt x="1" y="15133"/>
                  </a:lnTo>
                  <a:cubicBezTo>
                    <a:pt x="1" y="15569"/>
                    <a:pt x="353" y="15922"/>
                    <a:pt x="789" y="15922"/>
                  </a:cubicBezTo>
                  <a:lnTo>
                    <a:pt x="6641" y="15922"/>
                  </a:lnTo>
                  <a:cubicBezTo>
                    <a:pt x="7077" y="15922"/>
                    <a:pt x="7430" y="15569"/>
                    <a:pt x="7430" y="15133"/>
                  </a:cubicBezTo>
                  <a:lnTo>
                    <a:pt x="7430" y="789"/>
                  </a:lnTo>
                  <a:cubicBezTo>
                    <a:pt x="7430" y="353"/>
                    <a:pt x="7077" y="0"/>
                    <a:pt x="6641" y="0"/>
                  </a:cubicBezTo>
                  <a:lnTo>
                    <a:pt x="5721" y="0"/>
                  </a:lnTo>
                  <a:lnTo>
                    <a:pt x="5721" y="265"/>
                  </a:lnTo>
                  <a:cubicBezTo>
                    <a:pt x="5721" y="485"/>
                    <a:pt x="5544" y="666"/>
                    <a:pt x="5324" y="666"/>
                  </a:cubicBezTo>
                  <a:lnTo>
                    <a:pt x="2111" y="666"/>
                  </a:lnTo>
                  <a:cubicBezTo>
                    <a:pt x="1891" y="666"/>
                    <a:pt x="1710" y="485"/>
                    <a:pt x="1710" y="265"/>
                  </a:cubicBezTo>
                  <a:lnTo>
                    <a:pt x="17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49"/>
            <p:cNvSpPr/>
            <p:nvPr/>
          </p:nvSpPr>
          <p:spPr>
            <a:xfrm>
              <a:off x="6395153" y="178733"/>
              <a:ext cx="1177783" cy="271144"/>
            </a:xfrm>
            <a:custGeom>
              <a:rect b="b" l="l" r="r" t="t"/>
              <a:pathLst>
                <a:path extrusionOk="0" h="932" w="4012">
                  <a:moveTo>
                    <a:pt x="2503" y="471"/>
                  </a:moveTo>
                  <a:cubicBezTo>
                    <a:pt x="2547" y="471"/>
                    <a:pt x="2582" y="505"/>
                    <a:pt x="2582" y="549"/>
                  </a:cubicBezTo>
                  <a:cubicBezTo>
                    <a:pt x="2582" y="589"/>
                    <a:pt x="2547" y="623"/>
                    <a:pt x="2503" y="623"/>
                  </a:cubicBezTo>
                  <a:lnTo>
                    <a:pt x="1509" y="623"/>
                  </a:lnTo>
                  <a:cubicBezTo>
                    <a:pt x="1470" y="623"/>
                    <a:pt x="1431" y="589"/>
                    <a:pt x="1431" y="549"/>
                  </a:cubicBezTo>
                  <a:cubicBezTo>
                    <a:pt x="1431" y="505"/>
                    <a:pt x="1470" y="471"/>
                    <a:pt x="1509" y="471"/>
                  </a:cubicBezTo>
                  <a:close/>
                  <a:moveTo>
                    <a:pt x="2924" y="461"/>
                  </a:moveTo>
                  <a:cubicBezTo>
                    <a:pt x="2973" y="461"/>
                    <a:pt x="3013" y="500"/>
                    <a:pt x="3013" y="549"/>
                  </a:cubicBezTo>
                  <a:cubicBezTo>
                    <a:pt x="3013" y="593"/>
                    <a:pt x="2973" y="633"/>
                    <a:pt x="2924" y="633"/>
                  </a:cubicBezTo>
                  <a:cubicBezTo>
                    <a:pt x="2876" y="633"/>
                    <a:pt x="2836" y="593"/>
                    <a:pt x="2836" y="549"/>
                  </a:cubicBezTo>
                  <a:cubicBezTo>
                    <a:pt x="2836" y="500"/>
                    <a:pt x="2876" y="461"/>
                    <a:pt x="2924" y="461"/>
                  </a:cubicBezTo>
                  <a:close/>
                  <a:moveTo>
                    <a:pt x="1" y="1"/>
                  </a:moveTo>
                  <a:lnTo>
                    <a:pt x="1" y="265"/>
                  </a:lnTo>
                  <a:lnTo>
                    <a:pt x="1" y="530"/>
                  </a:lnTo>
                  <a:cubicBezTo>
                    <a:pt x="1" y="750"/>
                    <a:pt x="182" y="931"/>
                    <a:pt x="402" y="931"/>
                  </a:cubicBezTo>
                  <a:lnTo>
                    <a:pt x="3615" y="931"/>
                  </a:lnTo>
                  <a:cubicBezTo>
                    <a:pt x="3835" y="931"/>
                    <a:pt x="4012" y="750"/>
                    <a:pt x="4012" y="530"/>
                  </a:cubicBezTo>
                  <a:lnTo>
                    <a:pt x="4012" y="265"/>
                  </a:lnTo>
                  <a:lnTo>
                    <a:pt x="40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49"/>
            <p:cNvSpPr/>
            <p:nvPr/>
          </p:nvSpPr>
          <p:spPr>
            <a:xfrm>
              <a:off x="5854616" y="197363"/>
              <a:ext cx="2260313" cy="4748774"/>
            </a:xfrm>
            <a:custGeom>
              <a:rect b="b" l="l" r="r" t="t"/>
              <a:pathLst>
                <a:path extrusionOk="0" h="16324" w="7769">
                  <a:moveTo>
                    <a:pt x="6755" y="16324"/>
                  </a:moveTo>
                  <a:lnTo>
                    <a:pt x="1010" y="16324"/>
                  </a:lnTo>
                  <a:cubicBezTo>
                    <a:pt x="452" y="16324"/>
                    <a:pt x="1" y="15863"/>
                    <a:pt x="1" y="15300"/>
                  </a:cubicBezTo>
                  <a:lnTo>
                    <a:pt x="1" y="1024"/>
                  </a:lnTo>
                  <a:cubicBezTo>
                    <a:pt x="1" y="461"/>
                    <a:pt x="452" y="1"/>
                    <a:pt x="1010" y="1"/>
                  </a:cubicBezTo>
                  <a:lnTo>
                    <a:pt x="6755" y="1"/>
                  </a:lnTo>
                  <a:cubicBezTo>
                    <a:pt x="7313" y="1"/>
                    <a:pt x="7768" y="461"/>
                    <a:pt x="7768" y="1024"/>
                  </a:cubicBezTo>
                  <a:lnTo>
                    <a:pt x="7768" y="15300"/>
                  </a:lnTo>
                  <a:cubicBezTo>
                    <a:pt x="7768" y="15863"/>
                    <a:pt x="7313" y="16324"/>
                    <a:pt x="6755" y="16324"/>
                  </a:cubicBezTo>
                  <a:close/>
                  <a:moveTo>
                    <a:pt x="1010" y="79"/>
                  </a:moveTo>
                  <a:cubicBezTo>
                    <a:pt x="496" y="79"/>
                    <a:pt x="79" y="500"/>
                    <a:pt x="79" y="1024"/>
                  </a:cubicBezTo>
                  <a:lnTo>
                    <a:pt x="79" y="15300"/>
                  </a:lnTo>
                  <a:cubicBezTo>
                    <a:pt x="79" y="15819"/>
                    <a:pt x="496" y="16245"/>
                    <a:pt x="1010" y="16245"/>
                  </a:cubicBezTo>
                  <a:lnTo>
                    <a:pt x="6755" y="16245"/>
                  </a:lnTo>
                  <a:cubicBezTo>
                    <a:pt x="7269" y="16245"/>
                    <a:pt x="7685" y="15819"/>
                    <a:pt x="7685" y="15300"/>
                  </a:cubicBezTo>
                  <a:lnTo>
                    <a:pt x="7685" y="1024"/>
                  </a:lnTo>
                  <a:cubicBezTo>
                    <a:pt x="7685" y="500"/>
                    <a:pt x="7269" y="79"/>
                    <a:pt x="6755" y="79"/>
                  </a:cubicBezTo>
                  <a:lnTo>
                    <a:pt x="1010" y="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49"/>
            <p:cNvSpPr/>
            <p:nvPr/>
          </p:nvSpPr>
          <p:spPr>
            <a:xfrm>
              <a:off x="7228085" y="312853"/>
              <a:ext cx="51496" cy="50036"/>
            </a:xfrm>
            <a:custGeom>
              <a:rect b="b" l="l" r="r" t="t"/>
              <a:pathLst>
                <a:path extrusionOk="0" h="172" w="177">
                  <a:moveTo>
                    <a:pt x="88" y="0"/>
                  </a:moveTo>
                  <a:cubicBezTo>
                    <a:pt x="40" y="0"/>
                    <a:pt x="0" y="39"/>
                    <a:pt x="0" y="88"/>
                  </a:cubicBezTo>
                  <a:cubicBezTo>
                    <a:pt x="0" y="132"/>
                    <a:pt x="40" y="172"/>
                    <a:pt x="88" y="172"/>
                  </a:cubicBezTo>
                  <a:cubicBezTo>
                    <a:pt x="137" y="172"/>
                    <a:pt x="177" y="132"/>
                    <a:pt x="177" y="88"/>
                  </a:cubicBezTo>
                  <a:cubicBezTo>
                    <a:pt x="177" y="39"/>
                    <a:pt x="137" y="0"/>
                    <a:pt x="88" y="0"/>
                  </a:cubicBezTo>
                  <a:close/>
                </a:path>
              </a:pathLst>
            </a:custGeom>
            <a:solidFill>
              <a:srgbClr val="7C242A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49"/>
            <p:cNvSpPr/>
            <p:nvPr/>
          </p:nvSpPr>
          <p:spPr>
            <a:xfrm>
              <a:off x="6816459" y="315471"/>
              <a:ext cx="335163" cy="44509"/>
            </a:xfrm>
            <a:custGeom>
              <a:rect b="b" l="l" r="r" t="t"/>
              <a:pathLst>
                <a:path extrusionOk="0" h="153" w="1152">
                  <a:moveTo>
                    <a:pt x="79" y="1"/>
                  </a:moveTo>
                  <a:cubicBezTo>
                    <a:pt x="40" y="1"/>
                    <a:pt x="1" y="35"/>
                    <a:pt x="1" y="79"/>
                  </a:cubicBezTo>
                  <a:cubicBezTo>
                    <a:pt x="1" y="119"/>
                    <a:pt x="40" y="153"/>
                    <a:pt x="79" y="153"/>
                  </a:cubicBezTo>
                  <a:lnTo>
                    <a:pt x="1073" y="153"/>
                  </a:lnTo>
                  <a:cubicBezTo>
                    <a:pt x="1117" y="153"/>
                    <a:pt x="1152" y="119"/>
                    <a:pt x="1152" y="79"/>
                  </a:cubicBezTo>
                  <a:cubicBezTo>
                    <a:pt x="1152" y="35"/>
                    <a:pt x="1117" y="1"/>
                    <a:pt x="1073" y="1"/>
                  </a:cubicBezTo>
                  <a:close/>
                </a:path>
              </a:pathLst>
            </a:custGeom>
            <a:solidFill>
              <a:srgbClr val="7C242A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49"/>
            <p:cNvSpPr/>
            <p:nvPr/>
          </p:nvSpPr>
          <p:spPr>
            <a:xfrm>
              <a:off x="6934871" y="664559"/>
              <a:ext cx="98629" cy="121599"/>
            </a:xfrm>
            <a:custGeom>
              <a:rect b="b" l="l" r="r" t="t"/>
              <a:pathLst>
                <a:path extrusionOk="0" h="418" w="339">
                  <a:moveTo>
                    <a:pt x="172" y="65"/>
                  </a:moveTo>
                  <a:cubicBezTo>
                    <a:pt x="230" y="65"/>
                    <a:pt x="279" y="114"/>
                    <a:pt x="279" y="172"/>
                  </a:cubicBezTo>
                  <a:lnTo>
                    <a:pt x="279" y="353"/>
                  </a:lnTo>
                  <a:lnTo>
                    <a:pt x="64" y="353"/>
                  </a:lnTo>
                  <a:lnTo>
                    <a:pt x="64" y="172"/>
                  </a:lnTo>
                  <a:cubicBezTo>
                    <a:pt x="64" y="114"/>
                    <a:pt x="113" y="65"/>
                    <a:pt x="172" y="65"/>
                  </a:cubicBezTo>
                  <a:close/>
                  <a:moveTo>
                    <a:pt x="172" y="1"/>
                  </a:moveTo>
                  <a:cubicBezTo>
                    <a:pt x="79" y="1"/>
                    <a:pt x="0" y="79"/>
                    <a:pt x="0" y="172"/>
                  </a:cubicBezTo>
                  <a:lnTo>
                    <a:pt x="0" y="417"/>
                  </a:lnTo>
                  <a:lnTo>
                    <a:pt x="338" y="417"/>
                  </a:lnTo>
                  <a:lnTo>
                    <a:pt x="338" y="172"/>
                  </a:lnTo>
                  <a:cubicBezTo>
                    <a:pt x="338" y="79"/>
                    <a:pt x="265" y="1"/>
                    <a:pt x="1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49"/>
            <p:cNvSpPr/>
            <p:nvPr/>
          </p:nvSpPr>
          <p:spPr>
            <a:xfrm>
              <a:off x="6914796" y="735831"/>
              <a:ext cx="138487" cy="81454"/>
            </a:xfrm>
            <a:custGeom>
              <a:rect b="b" l="l" r="r" t="t"/>
              <a:pathLst>
                <a:path extrusionOk="0" h="280" w="476">
                  <a:moveTo>
                    <a:pt x="50" y="1"/>
                  </a:moveTo>
                  <a:cubicBezTo>
                    <a:pt x="20" y="1"/>
                    <a:pt x="1" y="25"/>
                    <a:pt x="1" y="50"/>
                  </a:cubicBezTo>
                  <a:lnTo>
                    <a:pt x="1" y="231"/>
                  </a:lnTo>
                  <a:cubicBezTo>
                    <a:pt x="1" y="260"/>
                    <a:pt x="20" y="280"/>
                    <a:pt x="50" y="280"/>
                  </a:cubicBezTo>
                  <a:lnTo>
                    <a:pt x="427" y="280"/>
                  </a:lnTo>
                  <a:cubicBezTo>
                    <a:pt x="456" y="280"/>
                    <a:pt x="476" y="260"/>
                    <a:pt x="476" y="231"/>
                  </a:cubicBezTo>
                  <a:lnTo>
                    <a:pt x="476" y="50"/>
                  </a:lnTo>
                  <a:cubicBezTo>
                    <a:pt x="476" y="25"/>
                    <a:pt x="456" y="1"/>
                    <a:pt x="4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49"/>
            <p:cNvSpPr/>
            <p:nvPr/>
          </p:nvSpPr>
          <p:spPr>
            <a:xfrm>
              <a:off x="7712841" y="334089"/>
              <a:ext cx="88446" cy="68654"/>
            </a:xfrm>
            <a:custGeom>
              <a:rect b="b" l="l" r="r" t="t"/>
              <a:pathLst>
                <a:path extrusionOk="0" h="236" w="304">
                  <a:moveTo>
                    <a:pt x="152" y="1"/>
                  </a:moveTo>
                  <a:cubicBezTo>
                    <a:pt x="93" y="1"/>
                    <a:pt x="39" y="25"/>
                    <a:pt x="0" y="59"/>
                  </a:cubicBezTo>
                  <a:lnTo>
                    <a:pt x="25" y="84"/>
                  </a:lnTo>
                  <a:cubicBezTo>
                    <a:pt x="54" y="50"/>
                    <a:pt x="103" y="30"/>
                    <a:pt x="152" y="30"/>
                  </a:cubicBezTo>
                  <a:cubicBezTo>
                    <a:pt x="201" y="30"/>
                    <a:pt x="245" y="50"/>
                    <a:pt x="279" y="84"/>
                  </a:cubicBezTo>
                  <a:lnTo>
                    <a:pt x="304" y="59"/>
                  </a:lnTo>
                  <a:cubicBezTo>
                    <a:pt x="265" y="25"/>
                    <a:pt x="211" y="1"/>
                    <a:pt x="152" y="1"/>
                  </a:cubicBezTo>
                  <a:close/>
                  <a:moveTo>
                    <a:pt x="152" y="59"/>
                  </a:moveTo>
                  <a:cubicBezTo>
                    <a:pt x="108" y="59"/>
                    <a:pt x="74" y="79"/>
                    <a:pt x="44" y="104"/>
                  </a:cubicBezTo>
                  <a:lnTo>
                    <a:pt x="69" y="128"/>
                  </a:lnTo>
                  <a:cubicBezTo>
                    <a:pt x="88" y="104"/>
                    <a:pt x="118" y="94"/>
                    <a:pt x="152" y="94"/>
                  </a:cubicBezTo>
                  <a:cubicBezTo>
                    <a:pt x="186" y="94"/>
                    <a:pt x="216" y="104"/>
                    <a:pt x="235" y="128"/>
                  </a:cubicBezTo>
                  <a:lnTo>
                    <a:pt x="260" y="104"/>
                  </a:lnTo>
                  <a:cubicBezTo>
                    <a:pt x="230" y="79"/>
                    <a:pt x="191" y="59"/>
                    <a:pt x="152" y="59"/>
                  </a:cubicBezTo>
                  <a:close/>
                  <a:moveTo>
                    <a:pt x="152" y="128"/>
                  </a:moveTo>
                  <a:cubicBezTo>
                    <a:pt x="128" y="128"/>
                    <a:pt x="108" y="138"/>
                    <a:pt x="93" y="152"/>
                  </a:cubicBezTo>
                  <a:lnTo>
                    <a:pt x="118" y="177"/>
                  </a:lnTo>
                  <a:cubicBezTo>
                    <a:pt x="123" y="167"/>
                    <a:pt x="137" y="162"/>
                    <a:pt x="152" y="162"/>
                  </a:cubicBezTo>
                  <a:cubicBezTo>
                    <a:pt x="167" y="162"/>
                    <a:pt x="177" y="167"/>
                    <a:pt x="186" y="177"/>
                  </a:cubicBezTo>
                  <a:lnTo>
                    <a:pt x="211" y="152"/>
                  </a:lnTo>
                  <a:cubicBezTo>
                    <a:pt x="196" y="138"/>
                    <a:pt x="172" y="128"/>
                    <a:pt x="152" y="128"/>
                  </a:cubicBezTo>
                  <a:close/>
                  <a:moveTo>
                    <a:pt x="152" y="187"/>
                  </a:moveTo>
                  <a:cubicBezTo>
                    <a:pt x="137" y="187"/>
                    <a:pt x="128" y="197"/>
                    <a:pt x="128" y="211"/>
                  </a:cubicBezTo>
                  <a:cubicBezTo>
                    <a:pt x="128" y="226"/>
                    <a:pt x="137" y="236"/>
                    <a:pt x="152" y="236"/>
                  </a:cubicBezTo>
                  <a:cubicBezTo>
                    <a:pt x="167" y="236"/>
                    <a:pt x="177" y="226"/>
                    <a:pt x="177" y="211"/>
                  </a:cubicBezTo>
                  <a:cubicBezTo>
                    <a:pt x="177" y="197"/>
                    <a:pt x="167" y="187"/>
                    <a:pt x="152" y="1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49"/>
            <p:cNvSpPr/>
            <p:nvPr/>
          </p:nvSpPr>
          <p:spPr>
            <a:xfrm>
              <a:off x="7614503" y="343980"/>
              <a:ext cx="77099" cy="57309"/>
            </a:xfrm>
            <a:custGeom>
              <a:rect b="b" l="l" r="r" t="t"/>
              <a:pathLst>
                <a:path extrusionOk="0" h="197" w="265">
                  <a:moveTo>
                    <a:pt x="0" y="143"/>
                  </a:moveTo>
                  <a:lnTo>
                    <a:pt x="0" y="192"/>
                  </a:lnTo>
                  <a:lnTo>
                    <a:pt x="30" y="192"/>
                  </a:lnTo>
                  <a:lnTo>
                    <a:pt x="30" y="143"/>
                  </a:lnTo>
                  <a:close/>
                  <a:moveTo>
                    <a:pt x="59" y="109"/>
                  </a:moveTo>
                  <a:lnTo>
                    <a:pt x="59" y="192"/>
                  </a:lnTo>
                  <a:lnTo>
                    <a:pt x="88" y="192"/>
                  </a:lnTo>
                  <a:lnTo>
                    <a:pt x="88" y="109"/>
                  </a:lnTo>
                  <a:close/>
                  <a:moveTo>
                    <a:pt x="118" y="70"/>
                  </a:moveTo>
                  <a:lnTo>
                    <a:pt x="118" y="192"/>
                  </a:lnTo>
                  <a:lnTo>
                    <a:pt x="147" y="192"/>
                  </a:lnTo>
                  <a:lnTo>
                    <a:pt x="147" y="70"/>
                  </a:lnTo>
                  <a:close/>
                  <a:moveTo>
                    <a:pt x="177" y="35"/>
                  </a:moveTo>
                  <a:lnTo>
                    <a:pt x="177" y="192"/>
                  </a:lnTo>
                  <a:lnTo>
                    <a:pt x="206" y="192"/>
                  </a:lnTo>
                  <a:lnTo>
                    <a:pt x="206" y="35"/>
                  </a:lnTo>
                  <a:close/>
                  <a:moveTo>
                    <a:pt x="235" y="1"/>
                  </a:moveTo>
                  <a:lnTo>
                    <a:pt x="235" y="197"/>
                  </a:lnTo>
                  <a:lnTo>
                    <a:pt x="265" y="197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49"/>
            <p:cNvSpPr/>
            <p:nvPr/>
          </p:nvSpPr>
          <p:spPr>
            <a:xfrm>
              <a:off x="7823979" y="345434"/>
              <a:ext cx="115503" cy="55854"/>
            </a:xfrm>
            <a:custGeom>
              <a:rect b="b" l="l" r="r" t="t"/>
              <a:pathLst>
                <a:path extrusionOk="0" h="192" w="397">
                  <a:moveTo>
                    <a:pt x="44" y="20"/>
                  </a:moveTo>
                  <a:cubicBezTo>
                    <a:pt x="30" y="20"/>
                    <a:pt x="20" y="35"/>
                    <a:pt x="20" y="50"/>
                  </a:cubicBezTo>
                  <a:lnTo>
                    <a:pt x="20" y="148"/>
                  </a:lnTo>
                  <a:cubicBezTo>
                    <a:pt x="20" y="162"/>
                    <a:pt x="30" y="172"/>
                    <a:pt x="44" y="172"/>
                  </a:cubicBezTo>
                  <a:lnTo>
                    <a:pt x="274" y="172"/>
                  </a:lnTo>
                  <a:lnTo>
                    <a:pt x="274" y="20"/>
                  </a:lnTo>
                  <a:close/>
                  <a:moveTo>
                    <a:pt x="338" y="11"/>
                  </a:moveTo>
                  <a:cubicBezTo>
                    <a:pt x="358" y="11"/>
                    <a:pt x="372" y="25"/>
                    <a:pt x="372" y="45"/>
                  </a:cubicBezTo>
                  <a:lnTo>
                    <a:pt x="372" y="153"/>
                  </a:lnTo>
                  <a:cubicBezTo>
                    <a:pt x="372" y="172"/>
                    <a:pt x="358" y="187"/>
                    <a:pt x="338" y="187"/>
                  </a:cubicBezTo>
                  <a:lnTo>
                    <a:pt x="39" y="187"/>
                  </a:lnTo>
                  <a:cubicBezTo>
                    <a:pt x="25" y="187"/>
                    <a:pt x="5" y="172"/>
                    <a:pt x="5" y="153"/>
                  </a:cubicBezTo>
                  <a:lnTo>
                    <a:pt x="5" y="45"/>
                  </a:lnTo>
                  <a:cubicBezTo>
                    <a:pt x="5" y="25"/>
                    <a:pt x="25" y="11"/>
                    <a:pt x="39" y="11"/>
                  </a:cubicBezTo>
                  <a:close/>
                  <a:moveTo>
                    <a:pt x="39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153"/>
                  </a:lnTo>
                  <a:cubicBezTo>
                    <a:pt x="0" y="172"/>
                    <a:pt x="20" y="192"/>
                    <a:pt x="39" y="192"/>
                  </a:cubicBezTo>
                  <a:lnTo>
                    <a:pt x="338" y="192"/>
                  </a:lnTo>
                  <a:cubicBezTo>
                    <a:pt x="363" y="192"/>
                    <a:pt x="377" y="172"/>
                    <a:pt x="377" y="153"/>
                  </a:cubicBezTo>
                  <a:lnTo>
                    <a:pt x="377" y="123"/>
                  </a:lnTo>
                  <a:lnTo>
                    <a:pt x="397" y="123"/>
                  </a:lnTo>
                  <a:lnTo>
                    <a:pt x="397" y="74"/>
                  </a:lnTo>
                  <a:lnTo>
                    <a:pt x="377" y="74"/>
                  </a:lnTo>
                  <a:lnTo>
                    <a:pt x="377" y="45"/>
                  </a:lnTo>
                  <a:cubicBezTo>
                    <a:pt x="377" y="20"/>
                    <a:pt x="363" y="1"/>
                    <a:pt x="3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49"/>
            <p:cNvSpPr/>
            <p:nvPr/>
          </p:nvSpPr>
          <p:spPr>
            <a:xfrm>
              <a:off x="8064585" y="611905"/>
              <a:ext cx="67498" cy="33163"/>
            </a:xfrm>
            <a:custGeom>
              <a:rect b="b" l="l" r="r" t="t"/>
              <a:pathLst>
                <a:path extrusionOk="0" h="114" w="232">
                  <a:moveTo>
                    <a:pt x="1" y="1"/>
                  </a:moveTo>
                  <a:lnTo>
                    <a:pt x="1" y="113"/>
                  </a:lnTo>
                  <a:lnTo>
                    <a:pt x="231" y="11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49"/>
            <p:cNvSpPr/>
            <p:nvPr/>
          </p:nvSpPr>
          <p:spPr>
            <a:xfrm>
              <a:off x="5837742" y="611905"/>
              <a:ext cx="65752" cy="33163"/>
            </a:xfrm>
            <a:custGeom>
              <a:rect b="b" l="l" r="r" t="t"/>
              <a:pathLst>
                <a:path extrusionOk="0" h="114" w="226">
                  <a:moveTo>
                    <a:pt x="0" y="1"/>
                  </a:moveTo>
                  <a:lnTo>
                    <a:pt x="0" y="113"/>
                  </a:lnTo>
                  <a:lnTo>
                    <a:pt x="226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49"/>
            <p:cNvSpPr/>
            <p:nvPr/>
          </p:nvSpPr>
          <p:spPr>
            <a:xfrm>
              <a:off x="8131792" y="1301644"/>
              <a:ext cx="24439" cy="354907"/>
            </a:xfrm>
            <a:custGeom>
              <a:rect b="b" l="l" r="r" t="t"/>
              <a:pathLst>
                <a:path extrusionOk="0" h="1220" w="84">
                  <a:moveTo>
                    <a:pt x="0" y="0"/>
                  </a:moveTo>
                  <a:lnTo>
                    <a:pt x="0" y="1219"/>
                  </a:lnTo>
                  <a:lnTo>
                    <a:pt x="39" y="1219"/>
                  </a:lnTo>
                  <a:cubicBezTo>
                    <a:pt x="64" y="1219"/>
                    <a:pt x="83" y="1200"/>
                    <a:pt x="83" y="1175"/>
                  </a:cubicBezTo>
                  <a:lnTo>
                    <a:pt x="83" y="44"/>
                  </a:lnTo>
                  <a:cubicBezTo>
                    <a:pt x="83" y="20"/>
                    <a:pt x="64" y="0"/>
                    <a:pt x="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49"/>
            <p:cNvSpPr/>
            <p:nvPr/>
          </p:nvSpPr>
          <p:spPr>
            <a:xfrm>
              <a:off x="5812139" y="1620769"/>
              <a:ext cx="25894" cy="356362"/>
            </a:xfrm>
            <a:custGeom>
              <a:rect b="b" l="l" r="r" t="t"/>
              <a:pathLst>
                <a:path extrusionOk="0" h="1225" w="89">
                  <a:moveTo>
                    <a:pt x="44" y="0"/>
                  </a:moveTo>
                  <a:cubicBezTo>
                    <a:pt x="20" y="0"/>
                    <a:pt x="0" y="20"/>
                    <a:pt x="0" y="49"/>
                  </a:cubicBezTo>
                  <a:lnTo>
                    <a:pt x="0" y="1180"/>
                  </a:lnTo>
                  <a:cubicBezTo>
                    <a:pt x="0" y="1205"/>
                    <a:pt x="20" y="1224"/>
                    <a:pt x="44" y="1224"/>
                  </a:cubicBezTo>
                  <a:lnTo>
                    <a:pt x="88" y="1224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49"/>
            <p:cNvSpPr/>
            <p:nvPr/>
          </p:nvSpPr>
          <p:spPr>
            <a:xfrm>
              <a:off x="5812139" y="1177427"/>
              <a:ext cx="25894" cy="356653"/>
            </a:xfrm>
            <a:custGeom>
              <a:rect b="b" l="l" r="r" t="t"/>
              <a:pathLst>
                <a:path extrusionOk="0" h="1226" w="89">
                  <a:moveTo>
                    <a:pt x="44" y="1"/>
                  </a:moveTo>
                  <a:cubicBezTo>
                    <a:pt x="20" y="1"/>
                    <a:pt x="0" y="21"/>
                    <a:pt x="0" y="45"/>
                  </a:cubicBezTo>
                  <a:lnTo>
                    <a:pt x="0" y="1181"/>
                  </a:lnTo>
                  <a:cubicBezTo>
                    <a:pt x="0" y="1206"/>
                    <a:pt x="20" y="1225"/>
                    <a:pt x="44" y="1225"/>
                  </a:cubicBezTo>
                  <a:lnTo>
                    <a:pt x="88" y="1225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49"/>
            <p:cNvSpPr/>
            <p:nvPr/>
          </p:nvSpPr>
          <p:spPr>
            <a:xfrm>
              <a:off x="5812139" y="859757"/>
              <a:ext cx="25894" cy="111418"/>
            </a:xfrm>
            <a:custGeom>
              <a:rect b="b" l="l" r="r" t="t"/>
              <a:pathLst>
                <a:path extrusionOk="0" h="383" w="89">
                  <a:moveTo>
                    <a:pt x="44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339"/>
                  </a:lnTo>
                  <a:cubicBezTo>
                    <a:pt x="0" y="363"/>
                    <a:pt x="20" y="383"/>
                    <a:pt x="44" y="383"/>
                  </a:cubicBezTo>
                  <a:lnTo>
                    <a:pt x="88" y="383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49"/>
            <p:cNvSpPr/>
            <p:nvPr/>
          </p:nvSpPr>
          <p:spPr>
            <a:xfrm>
              <a:off x="8064585" y="4496962"/>
              <a:ext cx="67498" cy="34618"/>
            </a:xfrm>
            <a:custGeom>
              <a:rect b="b" l="l" r="r" t="t"/>
              <a:pathLst>
                <a:path extrusionOk="0" h="119" w="232">
                  <a:moveTo>
                    <a:pt x="1" y="1"/>
                  </a:moveTo>
                  <a:lnTo>
                    <a:pt x="1" y="118"/>
                  </a:lnTo>
                  <a:lnTo>
                    <a:pt x="231" y="118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49"/>
            <p:cNvSpPr/>
            <p:nvPr/>
          </p:nvSpPr>
          <p:spPr>
            <a:xfrm>
              <a:off x="5837742" y="4496962"/>
              <a:ext cx="65752" cy="34618"/>
            </a:xfrm>
            <a:custGeom>
              <a:rect b="b" l="l" r="r" t="t"/>
              <a:pathLst>
                <a:path extrusionOk="0" h="119" w="226">
                  <a:moveTo>
                    <a:pt x="0" y="1"/>
                  </a:moveTo>
                  <a:lnTo>
                    <a:pt x="0" y="118"/>
                  </a:lnTo>
                  <a:lnTo>
                    <a:pt x="226" y="11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49"/>
            <p:cNvSpPr/>
            <p:nvPr/>
          </p:nvSpPr>
          <p:spPr>
            <a:xfrm>
              <a:off x="6649976" y="3637490"/>
              <a:ext cx="4598" cy="4470"/>
            </a:xfrm>
            <a:custGeom>
              <a:rect b="b" l="l" r="r" t="t"/>
              <a:pathLst>
                <a:path extrusionOk="0" h="35" w="36">
                  <a:moveTo>
                    <a:pt x="1" y="0"/>
                  </a:moveTo>
                  <a:lnTo>
                    <a:pt x="27" y="34"/>
                  </a:lnTo>
                  <a:lnTo>
                    <a:pt x="35" y="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0" name="Google Shape;580;p49"/>
          <p:cNvSpPr txBox="1"/>
          <p:nvPr>
            <p:ph idx="4294967295" type="body"/>
          </p:nvPr>
        </p:nvSpPr>
        <p:spPr>
          <a:xfrm>
            <a:off x="2537100" y="355300"/>
            <a:ext cx="4069800" cy="5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50" u="sng">
                <a:latin typeface="Permanent Marker"/>
                <a:ea typeface="Permanent Marker"/>
                <a:cs typeface="Permanent Marker"/>
                <a:sym typeface="Permanent Marker"/>
              </a:rPr>
              <a:t>Interface</a:t>
            </a:r>
            <a:endParaRPr b="1" sz="2550" u="sng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581" name="Google Shape;581;p49"/>
          <p:cNvSpPr txBox="1"/>
          <p:nvPr>
            <p:ph idx="4294967295" type="body"/>
          </p:nvPr>
        </p:nvSpPr>
        <p:spPr>
          <a:xfrm>
            <a:off x="2058100" y="3535525"/>
            <a:ext cx="4679100" cy="8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Want to simplify conditions into as few states as possible?</a:t>
            </a:r>
            <a:endParaRPr b="1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82" name="Google Shape;582;p49"/>
          <p:cNvSpPr txBox="1"/>
          <p:nvPr/>
        </p:nvSpPr>
        <p:spPr>
          <a:xfrm>
            <a:off x="3050050" y="793675"/>
            <a:ext cx="3000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1950" u="sng">
                <a:solidFill>
                  <a:schemeClr val="lt1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Binary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83" name="Google Shape;58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9550" y="1232243"/>
            <a:ext cx="5560300" cy="228952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9"/>
          <p:cNvSpPr txBox="1"/>
          <p:nvPr/>
        </p:nvSpPr>
        <p:spPr>
          <a:xfrm>
            <a:off x="4782975" y="3905400"/>
            <a:ext cx="16317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Extra Condensed"/>
              <a:buChar char="➢"/>
            </a:pPr>
            <a:r>
              <a:rPr b="1" lang="en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On/Off</a:t>
            </a:r>
            <a:endParaRPr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17500" lvl="1" marL="914400" rtl="0" algn="l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Fira Sans Extra Condensed"/>
              <a:buChar char="➢"/>
            </a:pPr>
            <a:r>
              <a:rPr b="1" lang="en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1/0</a:t>
            </a:r>
            <a:endParaRPr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85" name="Google Shape;585;p49"/>
          <p:cNvSpPr txBox="1"/>
          <p:nvPr/>
        </p:nvSpPr>
        <p:spPr>
          <a:xfrm>
            <a:off x="2286700" y="3905400"/>
            <a:ext cx="24066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ra Sans Extra Condensed"/>
              <a:buChar char="➢"/>
            </a:pPr>
            <a:r>
              <a:rPr b="1" lang="en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Yes/No</a:t>
            </a:r>
            <a:endParaRPr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-317500" lvl="1" marL="914400" rtl="0" algn="l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Fira Sans Extra Condensed"/>
              <a:buChar char="➢"/>
            </a:pPr>
            <a:r>
              <a:rPr b="1" lang="en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True/False</a:t>
            </a:r>
            <a:endParaRPr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50"/>
          <p:cNvSpPr/>
          <p:nvPr/>
        </p:nvSpPr>
        <p:spPr>
          <a:xfrm>
            <a:off x="769875" y="737600"/>
            <a:ext cx="7604400" cy="37710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1" name="Google Shape;591;p50"/>
          <p:cNvSpPr txBox="1"/>
          <p:nvPr/>
        </p:nvSpPr>
        <p:spPr>
          <a:xfrm>
            <a:off x="860525" y="847100"/>
            <a:ext cx="7246200" cy="35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What Happens When You Need Multiple Devices To Be IN a Certain State For Something To Occur?</a:t>
            </a:r>
            <a:endParaRPr b="1" sz="3400">
              <a:solidFill>
                <a:srgbClr val="FFFF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1"/>
          <p:cNvSpPr/>
          <p:nvPr/>
        </p:nvSpPr>
        <p:spPr>
          <a:xfrm>
            <a:off x="769875" y="661400"/>
            <a:ext cx="7604400" cy="37710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7" name="Google Shape;597;p51"/>
          <p:cNvSpPr txBox="1"/>
          <p:nvPr/>
        </p:nvSpPr>
        <p:spPr>
          <a:xfrm>
            <a:off x="860525" y="770900"/>
            <a:ext cx="7246200" cy="35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chemeClr val="lt2"/>
                </a:solidFill>
                <a:latin typeface="Quicksand"/>
                <a:ea typeface="Quicksand"/>
                <a:cs typeface="Quicksand"/>
                <a:sym typeface="Quicksand"/>
              </a:rPr>
              <a:t>How do we create a system to compliment this simplicity and add some functionality back in to a stripped system like this?</a:t>
            </a:r>
            <a:endParaRPr b="1" sz="3400">
              <a:solidFill>
                <a:srgbClr val="FFFF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2" name="Google Shape;602;p52"/>
          <p:cNvGrpSpPr/>
          <p:nvPr/>
        </p:nvGrpSpPr>
        <p:grpSpPr>
          <a:xfrm rot="5400000">
            <a:off x="2052808" y="-1979822"/>
            <a:ext cx="5073787" cy="9108601"/>
            <a:chOff x="5812139" y="178733"/>
            <a:chExt cx="2344092" cy="4767403"/>
          </a:xfrm>
        </p:grpSpPr>
        <p:sp>
          <p:nvSpPr>
            <p:cNvPr id="603" name="Google Shape;603;p52"/>
            <p:cNvSpPr/>
            <p:nvPr/>
          </p:nvSpPr>
          <p:spPr>
            <a:xfrm>
              <a:off x="5863740" y="224518"/>
              <a:ext cx="2268349" cy="4713868"/>
            </a:xfrm>
            <a:custGeom>
              <a:rect b="b" l="l" r="r" t="t"/>
              <a:pathLst>
                <a:path extrusionOk="0" h="16452" w="7886">
                  <a:moveTo>
                    <a:pt x="994" y="1"/>
                  </a:moveTo>
                  <a:cubicBezTo>
                    <a:pt x="446" y="1"/>
                    <a:pt x="0" y="447"/>
                    <a:pt x="0" y="995"/>
                  </a:cubicBezTo>
                  <a:lnTo>
                    <a:pt x="0" y="2342"/>
                  </a:lnTo>
                  <a:lnTo>
                    <a:pt x="0" y="2724"/>
                  </a:lnTo>
                  <a:lnTo>
                    <a:pt x="0" y="3434"/>
                  </a:lnTo>
                  <a:lnTo>
                    <a:pt x="0" y="4658"/>
                  </a:lnTo>
                  <a:lnTo>
                    <a:pt x="0" y="4957"/>
                  </a:lnTo>
                  <a:lnTo>
                    <a:pt x="0" y="6181"/>
                  </a:lnTo>
                  <a:lnTo>
                    <a:pt x="0" y="15457"/>
                  </a:lnTo>
                  <a:cubicBezTo>
                    <a:pt x="0" y="16006"/>
                    <a:pt x="446" y="16451"/>
                    <a:pt x="994" y="16451"/>
                  </a:cubicBezTo>
                  <a:lnTo>
                    <a:pt x="6886" y="16451"/>
                  </a:lnTo>
                  <a:cubicBezTo>
                    <a:pt x="7439" y="16451"/>
                    <a:pt x="7885" y="16006"/>
                    <a:pt x="7885" y="15457"/>
                  </a:cubicBezTo>
                  <a:lnTo>
                    <a:pt x="7885" y="5079"/>
                  </a:lnTo>
                  <a:lnTo>
                    <a:pt x="7885" y="3860"/>
                  </a:lnTo>
                  <a:lnTo>
                    <a:pt x="7885" y="995"/>
                  </a:lnTo>
                  <a:cubicBezTo>
                    <a:pt x="7885" y="447"/>
                    <a:pt x="7439" y="1"/>
                    <a:pt x="6886" y="1"/>
                  </a:cubicBezTo>
                  <a:lnTo>
                    <a:pt x="5946" y="1"/>
                  </a:lnTo>
                  <a:lnTo>
                    <a:pt x="5946" y="265"/>
                  </a:lnTo>
                  <a:lnTo>
                    <a:pt x="6866" y="265"/>
                  </a:lnTo>
                  <a:cubicBezTo>
                    <a:pt x="7302" y="265"/>
                    <a:pt x="7655" y="618"/>
                    <a:pt x="7655" y="1054"/>
                  </a:cubicBezTo>
                  <a:lnTo>
                    <a:pt x="7655" y="15398"/>
                  </a:lnTo>
                  <a:cubicBezTo>
                    <a:pt x="7655" y="15834"/>
                    <a:pt x="7302" y="16187"/>
                    <a:pt x="6866" y="16187"/>
                  </a:cubicBezTo>
                  <a:lnTo>
                    <a:pt x="1014" y="16187"/>
                  </a:lnTo>
                  <a:cubicBezTo>
                    <a:pt x="578" y="16187"/>
                    <a:pt x="226" y="15834"/>
                    <a:pt x="226" y="15398"/>
                  </a:cubicBezTo>
                  <a:lnTo>
                    <a:pt x="226" y="1054"/>
                  </a:lnTo>
                  <a:cubicBezTo>
                    <a:pt x="226" y="618"/>
                    <a:pt x="578" y="265"/>
                    <a:pt x="1014" y="265"/>
                  </a:cubicBezTo>
                  <a:lnTo>
                    <a:pt x="1935" y="265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52"/>
            <p:cNvSpPr/>
            <p:nvPr/>
          </p:nvSpPr>
          <p:spPr>
            <a:xfrm>
              <a:off x="5903203" y="255835"/>
              <a:ext cx="2161684" cy="4631829"/>
            </a:xfrm>
            <a:custGeom>
              <a:rect b="b" l="l" r="r" t="t"/>
              <a:pathLst>
                <a:path extrusionOk="0" h="15922" w="7430">
                  <a:moveTo>
                    <a:pt x="789" y="0"/>
                  </a:moveTo>
                  <a:cubicBezTo>
                    <a:pt x="353" y="0"/>
                    <a:pt x="1" y="353"/>
                    <a:pt x="1" y="789"/>
                  </a:cubicBezTo>
                  <a:lnTo>
                    <a:pt x="1" y="15133"/>
                  </a:lnTo>
                  <a:cubicBezTo>
                    <a:pt x="1" y="15569"/>
                    <a:pt x="353" y="15922"/>
                    <a:pt x="789" y="15922"/>
                  </a:cubicBezTo>
                  <a:lnTo>
                    <a:pt x="6641" y="15922"/>
                  </a:lnTo>
                  <a:cubicBezTo>
                    <a:pt x="7077" y="15922"/>
                    <a:pt x="7430" y="15569"/>
                    <a:pt x="7430" y="15133"/>
                  </a:cubicBezTo>
                  <a:lnTo>
                    <a:pt x="7430" y="789"/>
                  </a:lnTo>
                  <a:cubicBezTo>
                    <a:pt x="7430" y="353"/>
                    <a:pt x="7077" y="0"/>
                    <a:pt x="6641" y="0"/>
                  </a:cubicBezTo>
                  <a:lnTo>
                    <a:pt x="5721" y="0"/>
                  </a:lnTo>
                  <a:lnTo>
                    <a:pt x="5721" y="265"/>
                  </a:lnTo>
                  <a:cubicBezTo>
                    <a:pt x="5721" y="485"/>
                    <a:pt x="5544" y="666"/>
                    <a:pt x="5324" y="666"/>
                  </a:cubicBezTo>
                  <a:lnTo>
                    <a:pt x="2111" y="666"/>
                  </a:lnTo>
                  <a:cubicBezTo>
                    <a:pt x="1891" y="666"/>
                    <a:pt x="1710" y="485"/>
                    <a:pt x="1710" y="265"/>
                  </a:cubicBezTo>
                  <a:lnTo>
                    <a:pt x="17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52"/>
            <p:cNvSpPr/>
            <p:nvPr/>
          </p:nvSpPr>
          <p:spPr>
            <a:xfrm>
              <a:off x="6395153" y="178733"/>
              <a:ext cx="1177783" cy="271144"/>
            </a:xfrm>
            <a:custGeom>
              <a:rect b="b" l="l" r="r" t="t"/>
              <a:pathLst>
                <a:path extrusionOk="0" h="932" w="4012">
                  <a:moveTo>
                    <a:pt x="2503" y="471"/>
                  </a:moveTo>
                  <a:cubicBezTo>
                    <a:pt x="2547" y="471"/>
                    <a:pt x="2582" y="505"/>
                    <a:pt x="2582" y="549"/>
                  </a:cubicBezTo>
                  <a:cubicBezTo>
                    <a:pt x="2582" y="589"/>
                    <a:pt x="2547" y="623"/>
                    <a:pt x="2503" y="623"/>
                  </a:cubicBezTo>
                  <a:lnTo>
                    <a:pt x="1509" y="623"/>
                  </a:lnTo>
                  <a:cubicBezTo>
                    <a:pt x="1470" y="623"/>
                    <a:pt x="1431" y="589"/>
                    <a:pt x="1431" y="549"/>
                  </a:cubicBezTo>
                  <a:cubicBezTo>
                    <a:pt x="1431" y="505"/>
                    <a:pt x="1470" y="471"/>
                    <a:pt x="1509" y="471"/>
                  </a:cubicBezTo>
                  <a:close/>
                  <a:moveTo>
                    <a:pt x="2924" y="461"/>
                  </a:moveTo>
                  <a:cubicBezTo>
                    <a:pt x="2973" y="461"/>
                    <a:pt x="3013" y="500"/>
                    <a:pt x="3013" y="549"/>
                  </a:cubicBezTo>
                  <a:cubicBezTo>
                    <a:pt x="3013" y="593"/>
                    <a:pt x="2973" y="633"/>
                    <a:pt x="2924" y="633"/>
                  </a:cubicBezTo>
                  <a:cubicBezTo>
                    <a:pt x="2876" y="633"/>
                    <a:pt x="2836" y="593"/>
                    <a:pt x="2836" y="549"/>
                  </a:cubicBezTo>
                  <a:cubicBezTo>
                    <a:pt x="2836" y="500"/>
                    <a:pt x="2876" y="461"/>
                    <a:pt x="2924" y="461"/>
                  </a:cubicBezTo>
                  <a:close/>
                  <a:moveTo>
                    <a:pt x="1" y="1"/>
                  </a:moveTo>
                  <a:lnTo>
                    <a:pt x="1" y="265"/>
                  </a:lnTo>
                  <a:lnTo>
                    <a:pt x="1" y="530"/>
                  </a:lnTo>
                  <a:cubicBezTo>
                    <a:pt x="1" y="750"/>
                    <a:pt x="182" y="931"/>
                    <a:pt x="402" y="931"/>
                  </a:cubicBezTo>
                  <a:lnTo>
                    <a:pt x="3615" y="931"/>
                  </a:lnTo>
                  <a:cubicBezTo>
                    <a:pt x="3835" y="931"/>
                    <a:pt x="4012" y="750"/>
                    <a:pt x="4012" y="530"/>
                  </a:cubicBezTo>
                  <a:lnTo>
                    <a:pt x="4012" y="265"/>
                  </a:lnTo>
                  <a:lnTo>
                    <a:pt x="40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52"/>
            <p:cNvSpPr/>
            <p:nvPr/>
          </p:nvSpPr>
          <p:spPr>
            <a:xfrm>
              <a:off x="5854616" y="197363"/>
              <a:ext cx="2260313" cy="4748774"/>
            </a:xfrm>
            <a:custGeom>
              <a:rect b="b" l="l" r="r" t="t"/>
              <a:pathLst>
                <a:path extrusionOk="0" h="16324" w="7769">
                  <a:moveTo>
                    <a:pt x="6755" y="16324"/>
                  </a:moveTo>
                  <a:lnTo>
                    <a:pt x="1010" y="16324"/>
                  </a:lnTo>
                  <a:cubicBezTo>
                    <a:pt x="452" y="16324"/>
                    <a:pt x="1" y="15863"/>
                    <a:pt x="1" y="15300"/>
                  </a:cubicBezTo>
                  <a:lnTo>
                    <a:pt x="1" y="1024"/>
                  </a:lnTo>
                  <a:cubicBezTo>
                    <a:pt x="1" y="461"/>
                    <a:pt x="452" y="1"/>
                    <a:pt x="1010" y="1"/>
                  </a:cubicBezTo>
                  <a:lnTo>
                    <a:pt x="6755" y="1"/>
                  </a:lnTo>
                  <a:cubicBezTo>
                    <a:pt x="7313" y="1"/>
                    <a:pt x="7768" y="461"/>
                    <a:pt x="7768" y="1024"/>
                  </a:cubicBezTo>
                  <a:lnTo>
                    <a:pt x="7768" y="15300"/>
                  </a:lnTo>
                  <a:cubicBezTo>
                    <a:pt x="7768" y="15863"/>
                    <a:pt x="7313" y="16324"/>
                    <a:pt x="6755" y="16324"/>
                  </a:cubicBezTo>
                  <a:close/>
                  <a:moveTo>
                    <a:pt x="1010" y="79"/>
                  </a:moveTo>
                  <a:cubicBezTo>
                    <a:pt x="496" y="79"/>
                    <a:pt x="79" y="500"/>
                    <a:pt x="79" y="1024"/>
                  </a:cubicBezTo>
                  <a:lnTo>
                    <a:pt x="79" y="15300"/>
                  </a:lnTo>
                  <a:cubicBezTo>
                    <a:pt x="79" y="15819"/>
                    <a:pt x="496" y="16245"/>
                    <a:pt x="1010" y="16245"/>
                  </a:cubicBezTo>
                  <a:lnTo>
                    <a:pt x="6755" y="16245"/>
                  </a:lnTo>
                  <a:cubicBezTo>
                    <a:pt x="7269" y="16245"/>
                    <a:pt x="7685" y="15819"/>
                    <a:pt x="7685" y="15300"/>
                  </a:cubicBezTo>
                  <a:lnTo>
                    <a:pt x="7685" y="1024"/>
                  </a:lnTo>
                  <a:cubicBezTo>
                    <a:pt x="7685" y="500"/>
                    <a:pt x="7269" y="79"/>
                    <a:pt x="6755" y="79"/>
                  </a:cubicBezTo>
                  <a:lnTo>
                    <a:pt x="1010" y="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52"/>
            <p:cNvSpPr/>
            <p:nvPr/>
          </p:nvSpPr>
          <p:spPr>
            <a:xfrm>
              <a:off x="7228085" y="312853"/>
              <a:ext cx="51496" cy="50036"/>
            </a:xfrm>
            <a:custGeom>
              <a:rect b="b" l="l" r="r" t="t"/>
              <a:pathLst>
                <a:path extrusionOk="0" h="172" w="177">
                  <a:moveTo>
                    <a:pt x="88" y="0"/>
                  </a:moveTo>
                  <a:cubicBezTo>
                    <a:pt x="40" y="0"/>
                    <a:pt x="0" y="39"/>
                    <a:pt x="0" y="88"/>
                  </a:cubicBezTo>
                  <a:cubicBezTo>
                    <a:pt x="0" y="132"/>
                    <a:pt x="40" y="172"/>
                    <a:pt x="88" y="172"/>
                  </a:cubicBezTo>
                  <a:cubicBezTo>
                    <a:pt x="137" y="172"/>
                    <a:pt x="177" y="132"/>
                    <a:pt x="177" y="88"/>
                  </a:cubicBezTo>
                  <a:cubicBezTo>
                    <a:pt x="177" y="39"/>
                    <a:pt x="137" y="0"/>
                    <a:pt x="88" y="0"/>
                  </a:cubicBezTo>
                  <a:close/>
                </a:path>
              </a:pathLst>
            </a:custGeom>
            <a:solidFill>
              <a:srgbClr val="7C242A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52"/>
            <p:cNvSpPr/>
            <p:nvPr/>
          </p:nvSpPr>
          <p:spPr>
            <a:xfrm>
              <a:off x="6816459" y="315471"/>
              <a:ext cx="335163" cy="44509"/>
            </a:xfrm>
            <a:custGeom>
              <a:rect b="b" l="l" r="r" t="t"/>
              <a:pathLst>
                <a:path extrusionOk="0" h="153" w="1152">
                  <a:moveTo>
                    <a:pt x="79" y="1"/>
                  </a:moveTo>
                  <a:cubicBezTo>
                    <a:pt x="40" y="1"/>
                    <a:pt x="1" y="35"/>
                    <a:pt x="1" y="79"/>
                  </a:cubicBezTo>
                  <a:cubicBezTo>
                    <a:pt x="1" y="119"/>
                    <a:pt x="40" y="153"/>
                    <a:pt x="79" y="153"/>
                  </a:cubicBezTo>
                  <a:lnTo>
                    <a:pt x="1073" y="153"/>
                  </a:lnTo>
                  <a:cubicBezTo>
                    <a:pt x="1117" y="153"/>
                    <a:pt x="1152" y="119"/>
                    <a:pt x="1152" y="79"/>
                  </a:cubicBezTo>
                  <a:cubicBezTo>
                    <a:pt x="1152" y="35"/>
                    <a:pt x="1117" y="1"/>
                    <a:pt x="1073" y="1"/>
                  </a:cubicBezTo>
                  <a:close/>
                </a:path>
              </a:pathLst>
            </a:custGeom>
            <a:solidFill>
              <a:srgbClr val="7C242A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52"/>
            <p:cNvSpPr/>
            <p:nvPr/>
          </p:nvSpPr>
          <p:spPr>
            <a:xfrm>
              <a:off x="7712841" y="334089"/>
              <a:ext cx="88446" cy="68654"/>
            </a:xfrm>
            <a:custGeom>
              <a:rect b="b" l="l" r="r" t="t"/>
              <a:pathLst>
                <a:path extrusionOk="0" h="236" w="304">
                  <a:moveTo>
                    <a:pt x="152" y="1"/>
                  </a:moveTo>
                  <a:cubicBezTo>
                    <a:pt x="93" y="1"/>
                    <a:pt x="39" y="25"/>
                    <a:pt x="0" y="59"/>
                  </a:cubicBezTo>
                  <a:lnTo>
                    <a:pt x="25" y="84"/>
                  </a:lnTo>
                  <a:cubicBezTo>
                    <a:pt x="54" y="50"/>
                    <a:pt x="103" y="30"/>
                    <a:pt x="152" y="30"/>
                  </a:cubicBezTo>
                  <a:cubicBezTo>
                    <a:pt x="201" y="30"/>
                    <a:pt x="245" y="50"/>
                    <a:pt x="279" y="84"/>
                  </a:cubicBezTo>
                  <a:lnTo>
                    <a:pt x="304" y="59"/>
                  </a:lnTo>
                  <a:cubicBezTo>
                    <a:pt x="265" y="25"/>
                    <a:pt x="211" y="1"/>
                    <a:pt x="152" y="1"/>
                  </a:cubicBezTo>
                  <a:close/>
                  <a:moveTo>
                    <a:pt x="152" y="59"/>
                  </a:moveTo>
                  <a:cubicBezTo>
                    <a:pt x="108" y="59"/>
                    <a:pt x="74" y="79"/>
                    <a:pt x="44" y="104"/>
                  </a:cubicBezTo>
                  <a:lnTo>
                    <a:pt x="69" y="128"/>
                  </a:lnTo>
                  <a:cubicBezTo>
                    <a:pt x="88" y="104"/>
                    <a:pt x="118" y="94"/>
                    <a:pt x="152" y="94"/>
                  </a:cubicBezTo>
                  <a:cubicBezTo>
                    <a:pt x="186" y="94"/>
                    <a:pt x="216" y="104"/>
                    <a:pt x="235" y="128"/>
                  </a:cubicBezTo>
                  <a:lnTo>
                    <a:pt x="260" y="104"/>
                  </a:lnTo>
                  <a:cubicBezTo>
                    <a:pt x="230" y="79"/>
                    <a:pt x="191" y="59"/>
                    <a:pt x="152" y="59"/>
                  </a:cubicBezTo>
                  <a:close/>
                  <a:moveTo>
                    <a:pt x="152" y="128"/>
                  </a:moveTo>
                  <a:cubicBezTo>
                    <a:pt x="128" y="128"/>
                    <a:pt x="108" y="138"/>
                    <a:pt x="93" y="152"/>
                  </a:cubicBezTo>
                  <a:lnTo>
                    <a:pt x="118" y="177"/>
                  </a:lnTo>
                  <a:cubicBezTo>
                    <a:pt x="123" y="167"/>
                    <a:pt x="137" y="162"/>
                    <a:pt x="152" y="162"/>
                  </a:cubicBezTo>
                  <a:cubicBezTo>
                    <a:pt x="167" y="162"/>
                    <a:pt x="177" y="167"/>
                    <a:pt x="186" y="177"/>
                  </a:cubicBezTo>
                  <a:lnTo>
                    <a:pt x="211" y="152"/>
                  </a:lnTo>
                  <a:cubicBezTo>
                    <a:pt x="196" y="138"/>
                    <a:pt x="172" y="128"/>
                    <a:pt x="152" y="128"/>
                  </a:cubicBezTo>
                  <a:close/>
                  <a:moveTo>
                    <a:pt x="152" y="187"/>
                  </a:moveTo>
                  <a:cubicBezTo>
                    <a:pt x="137" y="187"/>
                    <a:pt x="128" y="197"/>
                    <a:pt x="128" y="211"/>
                  </a:cubicBezTo>
                  <a:cubicBezTo>
                    <a:pt x="128" y="226"/>
                    <a:pt x="137" y="236"/>
                    <a:pt x="152" y="236"/>
                  </a:cubicBezTo>
                  <a:cubicBezTo>
                    <a:pt x="167" y="236"/>
                    <a:pt x="177" y="226"/>
                    <a:pt x="177" y="211"/>
                  </a:cubicBezTo>
                  <a:cubicBezTo>
                    <a:pt x="177" y="197"/>
                    <a:pt x="167" y="187"/>
                    <a:pt x="152" y="1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52"/>
            <p:cNvSpPr/>
            <p:nvPr/>
          </p:nvSpPr>
          <p:spPr>
            <a:xfrm>
              <a:off x="7614503" y="343980"/>
              <a:ext cx="77099" cy="57309"/>
            </a:xfrm>
            <a:custGeom>
              <a:rect b="b" l="l" r="r" t="t"/>
              <a:pathLst>
                <a:path extrusionOk="0" h="197" w="265">
                  <a:moveTo>
                    <a:pt x="0" y="143"/>
                  </a:moveTo>
                  <a:lnTo>
                    <a:pt x="0" y="192"/>
                  </a:lnTo>
                  <a:lnTo>
                    <a:pt x="30" y="192"/>
                  </a:lnTo>
                  <a:lnTo>
                    <a:pt x="30" y="143"/>
                  </a:lnTo>
                  <a:close/>
                  <a:moveTo>
                    <a:pt x="59" y="109"/>
                  </a:moveTo>
                  <a:lnTo>
                    <a:pt x="59" y="192"/>
                  </a:lnTo>
                  <a:lnTo>
                    <a:pt x="88" y="192"/>
                  </a:lnTo>
                  <a:lnTo>
                    <a:pt x="88" y="109"/>
                  </a:lnTo>
                  <a:close/>
                  <a:moveTo>
                    <a:pt x="118" y="70"/>
                  </a:moveTo>
                  <a:lnTo>
                    <a:pt x="118" y="192"/>
                  </a:lnTo>
                  <a:lnTo>
                    <a:pt x="147" y="192"/>
                  </a:lnTo>
                  <a:lnTo>
                    <a:pt x="147" y="70"/>
                  </a:lnTo>
                  <a:close/>
                  <a:moveTo>
                    <a:pt x="177" y="35"/>
                  </a:moveTo>
                  <a:lnTo>
                    <a:pt x="177" y="192"/>
                  </a:lnTo>
                  <a:lnTo>
                    <a:pt x="206" y="192"/>
                  </a:lnTo>
                  <a:lnTo>
                    <a:pt x="206" y="35"/>
                  </a:lnTo>
                  <a:close/>
                  <a:moveTo>
                    <a:pt x="235" y="1"/>
                  </a:moveTo>
                  <a:lnTo>
                    <a:pt x="235" y="197"/>
                  </a:lnTo>
                  <a:lnTo>
                    <a:pt x="265" y="197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52"/>
            <p:cNvSpPr/>
            <p:nvPr/>
          </p:nvSpPr>
          <p:spPr>
            <a:xfrm>
              <a:off x="7823979" y="345434"/>
              <a:ext cx="115503" cy="55854"/>
            </a:xfrm>
            <a:custGeom>
              <a:rect b="b" l="l" r="r" t="t"/>
              <a:pathLst>
                <a:path extrusionOk="0" h="192" w="397">
                  <a:moveTo>
                    <a:pt x="44" y="20"/>
                  </a:moveTo>
                  <a:cubicBezTo>
                    <a:pt x="30" y="20"/>
                    <a:pt x="20" y="35"/>
                    <a:pt x="20" y="50"/>
                  </a:cubicBezTo>
                  <a:lnTo>
                    <a:pt x="20" y="148"/>
                  </a:lnTo>
                  <a:cubicBezTo>
                    <a:pt x="20" y="162"/>
                    <a:pt x="30" y="172"/>
                    <a:pt x="44" y="172"/>
                  </a:cubicBezTo>
                  <a:lnTo>
                    <a:pt x="274" y="172"/>
                  </a:lnTo>
                  <a:lnTo>
                    <a:pt x="274" y="20"/>
                  </a:lnTo>
                  <a:close/>
                  <a:moveTo>
                    <a:pt x="338" y="11"/>
                  </a:moveTo>
                  <a:cubicBezTo>
                    <a:pt x="358" y="11"/>
                    <a:pt x="372" y="25"/>
                    <a:pt x="372" y="45"/>
                  </a:cubicBezTo>
                  <a:lnTo>
                    <a:pt x="372" y="153"/>
                  </a:lnTo>
                  <a:cubicBezTo>
                    <a:pt x="372" y="172"/>
                    <a:pt x="358" y="187"/>
                    <a:pt x="338" y="187"/>
                  </a:cubicBezTo>
                  <a:lnTo>
                    <a:pt x="39" y="187"/>
                  </a:lnTo>
                  <a:cubicBezTo>
                    <a:pt x="25" y="187"/>
                    <a:pt x="5" y="172"/>
                    <a:pt x="5" y="153"/>
                  </a:cubicBezTo>
                  <a:lnTo>
                    <a:pt x="5" y="45"/>
                  </a:lnTo>
                  <a:cubicBezTo>
                    <a:pt x="5" y="25"/>
                    <a:pt x="25" y="11"/>
                    <a:pt x="39" y="11"/>
                  </a:cubicBezTo>
                  <a:close/>
                  <a:moveTo>
                    <a:pt x="39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153"/>
                  </a:lnTo>
                  <a:cubicBezTo>
                    <a:pt x="0" y="172"/>
                    <a:pt x="20" y="192"/>
                    <a:pt x="39" y="192"/>
                  </a:cubicBezTo>
                  <a:lnTo>
                    <a:pt x="338" y="192"/>
                  </a:lnTo>
                  <a:cubicBezTo>
                    <a:pt x="363" y="192"/>
                    <a:pt x="377" y="172"/>
                    <a:pt x="377" y="153"/>
                  </a:cubicBezTo>
                  <a:lnTo>
                    <a:pt x="377" y="123"/>
                  </a:lnTo>
                  <a:lnTo>
                    <a:pt x="397" y="123"/>
                  </a:lnTo>
                  <a:lnTo>
                    <a:pt x="397" y="74"/>
                  </a:lnTo>
                  <a:lnTo>
                    <a:pt x="377" y="74"/>
                  </a:lnTo>
                  <a:lnTo>
                    <a:pt x="377" y="45"/>
                  </a:lnTo>
                  <a:cubicBezTo>
                    <a:pt x="377" y="20"/>
                    <a:pt x="363" y="1"/>
                    <a:pt x="3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52"/>
            <p:cNvSpPr/>
            <p:nvPr/>
          </p:nvSpPr>
          <p:spPr>
            <a:xfrm>
              <a:off x="8064585" y="611905"/>
              <a:ext cx="67498" cy="33163"/>
            </a:xfrm>
            <a:custGeom>
              <a:rect b="b" l="l" r="r" t="t"/>
              <a:pathLst>
                <a:path extrusionOk="0" h="114" w="232">
                  <a:moveTo>
                    <a:pt x="1" y="1"/>
                  </a:moveTo>
                  <a:lnTo>
                    <a:pt x="1" y="113"/>
                  </a:lnTo>
                  <a:lnTo>
                    <a:pt x="231" y="11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52"/>
            <p:cNvSpPr/>
            <p:nvPr/>
          </p:nvSpPr>
          <p:spPr>
            <a:xfrm>
              <a:off x="5837742" y="611905"/>
              <a:ext cx="65752" cy="33163"/>
            </a:xfrm>
            <a:custGeom>
              <a:rect b="b" l="l" r="r" t="t"/>
              <a:pathLst>
                <a:path extrusionOk="0" h="114" w="226">
                  <a:moveTo>
                    <a:pt x="0" y="1"/>
                  </a:moveTo>
                  <a:lnTo>
                    <a:pt x="0" y="113"/>
                  </a:lnTo>
                  <a:lnTo>
                    <a:pt x="226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52"/>
            <p:cNvSpPr/>
            <p:nvPr/>
          </p:nvSpPr>
          <p:spPr>
            <a:xfrm>
              <a:off x="8131792" y="1301644"/>
              <a:ext cx="24439" cy="354907"/>
            </a:xfrm>
            <a:custGeom>
              <a:rect b="b" l="l" r="r" t="t"/>
              <a:pathLst>
                <a:path extrusionOk="0" h="1220" w="84">
                  <a:moveTo>
                    <a:pt x="0" y="0"/>
                  </a:moveTo>
                  <a:lnTo>
                    <a:pt x="0" y="1219"/>
                  </a:lnTo>
                  <a:lnTo>
                    <a:pt x="39" y="1219"/>
                  </a:lnTo>
                  <a:cubicBezTo>
                    <a:pt x="64" y="1219"/>
                    <a:pt x="83" y="1200"/>
                    <a:pt x="83" y="1175"/>
                  </a:cubicBezTo>
                  <a:lnTo>
                    <a:pt x="83" y="44"/>
                  </a:lnTo>
                  <a:cubicBezTo>
                    <a:pt x="83" y="20"/>
                    <a:pt x="64" y="0"/>
                    <a:pt x="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52"/>
            <p:cNvSpPr/>
            <p:nvPr/>
          </p:nvSpPr>
          <p:spPr>
            <a:xfrm>
              <a:off x="5812139" y="1620769"/>
              <a:ext cx="25894" cy="356362"/>
            </a:xfrm>
            <a:custGeom>
              <a:rect b="b" l="l" r="r" t="t"/>
              <a:pathLst>
                <a:path extrusionOk="0" h="1225" w="89">
                  <a:moveTo>
                    <a:pt x="44" y="0"/>
                  </a:moveTo>
                  <a:cubicBezTo>
                    <a:pt x="20" y="0"/>
                    <a:pt x="0" y="20"/>
                    <a:pt x="0" y="49"/>
                  </a:cubicBezTo>
                  <a:lnTo>
                    <a:pt x="0" y="1180"/>
                  </a:lnTo>
                  <a:cubicBezTo>
                    <a:pt x="0" y="1205"/>
                    <a:pt x="20" y="1224"/>
                    <a:pt x="44" y="1224"/>
                  </a:cubicBezTo>
                  <a:lnTo>
                    <a:pt x="88" y="1224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52"/>
            <p:cNvSpPr/>
            <p:nvPr/>
          </p:nvSpPr>
          <p:spPr>
            <a:xfrm>
              <a:off x="5812139" y="1177427"/>
              <a:ext cx="25894" cy="356653"/>
            </a:xfrm>
            <a:custGeom>
              <a:rect b="b" l="l" r="r" t="t"/>
              <a:pathLst>
                <a:path extrusionOk="0" h="1226" w="89">
                  <a:moveTo>
                    <a:pt x="44" y="1"/>
                  </a:moveTo>
                  <a:cubicBezTo>
                    <a:pt x="20" y="1"/>
                    <a:pt x="0" y="21"/>
                    <a:pt x="0" y="45"/>
                  </a:cubicBezTo>
                  <a:lnTo>
                    <a:pt x="0" y="1181"/>
                  </a:lnTo>
                  <a:cubicBezTo>
                    <a:pt x="0" y="1206"/>
                    <a:pt x="20" y="1225"/>
                    <a:pt x="44" y="1225"/>
                  </a:cubicBezTo>
                  <a:lnTo>
                    <a:pt x="88" y="1225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52"/>
            <p:cNvSpPr/>
            <p:nvPr/>
          </p:nvSpPr>
          <p:spPr>
            <a:xfrm>
              <a:off x="5812139" y="859757"/>
              <a:ext cx="25894" cy="111418"/>
            </a:xfrm>
            <a:custGeom>
              <a:rect b="b" l="l" r="r" t="t"/>
              <a:pathLst>
                <a:path extrusionOk="0" h="383" w="89">
                  <a:moveTo>
                    <a:pt x="44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339"/>
                  </a:lnTo>
                  <a:cubicBezTo>
                    <a:pt x="0" y="363"/>
                    <a:pt x="20" y="383"/>
                    <a:pt x="44" y="383"/>
                  </a:cubicBezTo>
                  <a:lnTo>
                    <a:pt x="88" y="383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52"/>
            <p:cNvSpPr/>
            <p:nvPr/>
          </p:nvSpPr>
          <p:spPr>
            <a:xfrm>
              <a:off x="8064585" y="4496962"/>
              <a:ext cx="67498" cy="34618"/>
            </a:xfrm>
            <a:custGeom>
              <a:rect b="b" l="l" r="r" t="t"/>
              <a:pathLst>
                <a:path extrusionOk="0" h="119" w="232">
                  <a:moveTo>
                    <a:pt x="1" y="1"/>
                  </a:moveTo>
                  <a:lnTo>
                    <a:pt x="1" y="118"/>
                  </a:lnTo>
                  <a:lnTo>
                    <a:pt x="231" y="118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52"/>
            <p:cNvSpPr/>
            <p:nvPr/>
          </p:nvSpPr>
          <p:spPr>
            <a:xfrm>
              <a:off x="5837742" y="4496962"/>
              <a:ext cx="65752" cy="34618"/>
            </a:xfrm>
            <a:custGeom>
              <a:rect b="b" l="l" r="r" t="t"/>
              <a:pathLst>
                <a:path extrusionOk="0" h="119" w="226">
                  <a:moveTo>
                    <a:pt x="0" y="1"/>
                  </a:moveTo>
                  <a:lnTo>
                    <a:pt x="0" y="118"/>
                  </a:lnTo>
                  <a:lnTo>
                    <a:pt x="226" y="11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52"/>
            <p:cNvSpPr/>
            <p:nvPr/>
          </p:nvSpPr>
          <p:spPr>
            <a:xfrm>
              <a:off x="6649976" y="3637490"/>
              <a:ext cx="4598" cy="4470"/>
            </a:xfrm>
            <a:custGeom>
              <a:rect b="b" l="l" r="r" t="t"/>
              <a:pathLst>
                <a:path extrusionOk="0" h="35" w="36">
                  <a:moveTo>
                    <a:pt x="1" y="0"/>
                  </a:moveTo>
                  <a:lnTo>
                    <a:pt x="27" y="34"/>
                  </a:lnTo>
                  <a:lnTo>
                    <a:pt x="35" y="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1" name="Google Shape;621;p52"/>
          <p:cNvSpPr txBox="1"/>
          <p:nvPr>
            <p:ph idx="4294967295" type="body"/>
          </p:nvPr>
        </p:nvSpPr>
        <p:spPr>
          <a:xfrm>
            <a:off x="549450" y="323625"/>
            <a:ext cx="8361900" cy="5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2550" u="sng">
                <a:latin typeface="Permanent Marker"/>
                <a:ea typeface="Permanent Marker"/>
                <a:cs typeface="Permanent Marker"/>
                <a:sym typeface="Permanent Marker"/>
              </a:rPr>
              <a:t>Implementation</a:t>
            </a:r>
            <a:endParaRPr b="1" sz="2550" u="sng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622" name="Google Shape;622;p52"/>
          <p:cNvSpPr txBox="1"/>
          <p:nvPr>
            <p:ph idx="4294967295" type="body"/>
          </p:nvPr>
        </p:nvSpPr>
        <p:spPr>
          <a:xfrm>
            <a:off x="379350" y="780825"/>
            <a:ext cx="8532000" cy="5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950" u="sng">
                <a:latin typeface="Permanent Marker"/>
                <a:ea typeface="Permanent Marker"/>
                <a:cs typeface="Permanent Marker"/>
                <a:sym typeface="Permanent Marker"/>
              </a:rPr>
              <a:t>Boolean Logic</a:t>
            </a:r>
            <a:endParaRPr b="1" sz="1950" u="sng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pic>
        <p:nvPicPr>
          <p:cNvPr id="623" name="Google Shape;62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0150" y="1171450"/>
            <a:ext cx="6367025" cy="2699825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52"/>
          <p:cNvSpPr txBox="1"/>
          <p:nvPr/>
        </p:nvSpPr>
        <p:spPr>
          <a:xfrm>
            <a:off x="2387400" y="3871275"/>
            <a:ext cx="4686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 system of rules used to make “decisions” given multiple inputs </a:t>
            </a:r>
            <a:endParaRPr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[How do you get an output?]</a:t>
            </a:r>
            <a:endParaRPr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9" name="Google Shape;629;p53"/>
          <p:cNvGrpSpPr/>
          <p:nvPr/>
        </p:nvGrpSpPr>
        <p:grpSpPr>
          <a:xfrm rot="5400000">
            <a:off x="1986634" y="-2035183"/>
            <a:ext cx="5073787" cy="9144173"/>
            <a:chOff x="5812139" y="178733"/>
            <a:chExt cx="2344092" cy="4786022"/>
          </a:xfrm>
        </p:grpSpPr>
        <p:sp>
          <p:nvSpPr>
            <p:cNvPr id="630" name="Google Shape;630;p53"/>
            <p:cNvSpPr/>
            <p:nvPr/>
          </p:nvSpPr>
          <p:spPr>
            <a:xfrm>
              <a:off x="5837742" y="178745"/>
              <a:ext cx="2294353" cy="4786010"/>
            </a:xfrm>
            <a:custGeom>
              <a:rect b="b" l="l" r="r" t="t"/>
              <a:pathLst>
                <a:path extrusionOk="0" h="16452" w="7886">
                  <a:moveTo>
                    <a:pt x="994" y="1"/>
                  </a:moveTo>
                  <a:cubicBezTo>
                    <a:pt x="446" y="1"/>
                    <a:pt x="0" y="447"/>
                    <a:pt x="0" y="995"/>
                  </a:cubicBezTo>
                  <a:lnTo>
                    <a:pt x="0" y="2342"/>
                  </a:lnTo>
                  <a:lnTo>
                    <a:pt x="0" y="2724"/>
                  </a:lnTo>
                  <a:lnTo>
                    <a:pt x="0" y="3434"/>
                  </a:lnTo>
                  <a:lnTo>
                    <a:pt x="0" y="4658"/>
                  </a:lnTo>
                  <a:lnTo>
                    <a:pt x="0" y="4957"/>
                  </a:lnTo>
                  <a:lnTo>
                    <a:pt x="0" y="6181"/>
                  </a:lnTo>
                  <a:lnTo>
                    <a:pt x="0" y="15457"/>
                  </a:lnTo>
                  <a:cubicBezTo>
                    <a:pt x="0" y="16006"/>
                    <a:pt x="446" y="16451"/>
                    <a:pt x="994" y="16451"/>
                  </a:cubicBezTo>
                  <a:lnTo>
                    <a:pt x="6886" y="16451"/>
                  </a:lnTo>
                  <a:cubicBezTo>
                    <a:pt x="7439" y="16451"/>
                    <a:pt x="7885" y="16006"/>
                    <a:pt x="7885" y="15457"/>
                  </a:cubicBezTo>
                  <a:lnTo>
                    <a:pt x="7885" y="5079"/>
                  </a:lnTo>
                  <a:lnTo>
                    <a:pt x="7885" y="3860"/>
                  </a:lnTo>
                  <a:lnTo>
                    <a:pt x="7885" y="995"/>
                  </a:lnTo>
                  <a:cubicBezTo>
                    <a:pt x="7885" y="447"/>
                    <a:pt x="7439" y="1"/>
                    <a:pt x="6886" y="1"/>
                  </a:cubicBezTo>
                  <a:lnTo>
                    <a:pt x="5946" y="1"/>
                  </a:lnTo>
                  <a:lnTo>
                    <a:pt x="5946" y="265"/>
                  </a:lnTo>
                  <a:lnTo>
                    <a:pt x="6866" y="265"/>
                  </a:lnTo>
                  <a:cubicBezTo>
                    <a:pt x="7302" y="265"/>
                    <a:pt x="7655" y="618"/>
                    <a:pt x="7655" y="1054"/>
                  </a:cubicBezTo>
                  <a:lnTo>
                    <a:pt x="7655" y="15398"/>
                  </a:lnTo>
                  <a:cubicBezTo>
                    <a:pt x="7655" y="15834"/>
                    <a:pt x="7302" y="16187"/>
                    <a:pt x="6866" y="16187"/>
                  </a:cubicBezTo>
                  <a:lnTo>
                    <a:pt x="1014" y="16187"/>
                  </a:lnTo>
                  <a:cubicBezTo>
                    <a:pt x="578" y="16187"/>
                    <a:pt x="226" y="15834"/>
                    <a:pt x="226" y="15398"/>
                  </a:cubicBezTo>
                  <a:lnTo>
                    <a:pt x="226" y="1054"/>
                  </a:lnTo>
                  <a:cubicBezTo>
                    <a:pt x="226" y="618"/>
                    <a:pt x="578" y="265"/>
                    <a:pt x="1014" y="265"/>
                  </a:cubicBezTo>
                  <a:lnTo>
                    <a:pt x="1935" y="265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53"/>
            <p:cNvSpPr/>
            <p:nvPr/>
          </p:nvSpPr>
          <p:spPr>
            <a:xfrm>
              <a:off x="5903203" y="255835"/>
              <a:ext cx="2161684" cy="4631829"/>
            </a:xfrm>
            <a:custGeom>
              <a:rect b="b" l="l" r="r" t="t"/>
              <a:pathLst>
                <a:path extrusionOk="0" h="15922" w="7430">
                  <a:moveTo>
                    <a:pt x="789" y="0"/>
                  </a:moveTo>
                  <a:cubicBezTo>
                    <a:pt x="353" y="0"/>
                    <a:pt x="1" y="353"/>
                    <a:pt x="1" y="789"/>
                  </a:cubicBezTo>
                  <a:lnTo>
                    <a:pt x="1" y="15133"/>
                  </a:lnTo>
                  <a:cubicBezTo>
                    <a:pt x="1" y="15569"/>
                    <a:pt x="353" y="15922"/>
                    <a:pt x="789" y="15922"/>
                  </a:cubicBezTo>
                  <a:lnTo>
                    <a:pt x="6641" y="15922"/>
                  </a:lnTo>
                  <a:cubicBezTo>
                    <a:pt x="7077" y="15922"/>
                    <a:pt x="7430" y="15569"/>
                    <a:pt x="7430" y="15133"/>
                  </a:cubicBezTo>
                  <a:lnTo>
                    <a:pt x="7430" y="789"/>
                  </a:lnTo>
                  <a:cubicBezTo>
                    <a:pt x="7430" y="353"/>
                    <a:pt x="7077" y="0"/>
                    <a:pt x="6641" y="0"/>
                  </a:cubicBezTo>
                  <a:lnTo>
                    <a:pt x="5721" y="0"/>
                  </a:lnTo>
                  <a:lnTo>
                    <a:pt x="5721" y="265"/>
                  </a:lnTo>
                  <a:cubicBezTo>
                    <a:pt x="5721" y="485"/>
                    <a:pt x="5544" y="666"/>
                    <a:pt x="5324" y="666"/>
                  </a:cubicBezTo>
                  <a:lnTo>
                    <a:pt x="2111" y="666"/>
                  </a:lnTo>
                  <a:cubicBezTo>
                    <a:pt x="1891" y="666"/>
                    <a:pt x="1710" y="485"/>
                    <a:pt x="1710" y="265"/>
                  </a:cubicBezTo>
                  <a:lnTo>
                    <a:pt x="17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53"/>
            <p:cNvSpPr/>
            <p:nvPr/>
          </p:nvSpPr>
          <p:spPr>
            <a:xfrm>
              <a:off x="6395153" y="178733"/>
              <a:ext cx="1177783" cy="271144"/>
            </a:xfrm>
            <a:custGeom>
              <a:rect b="b" l="l" r="r" t="t"/>
              <a:pathLst>
                <a:path extrusionOk="0" h="932" w="4012">
                  <a:moveTo>
                    <a:pt x="2503" y="471"/>
                  </a:moveTo>
                  <a:cubicBezTo>
                    <a:pt x="2547" y="471"/>
                    <a:pt x="2582" y="505"/>
                    <a:pt x="2582" y="549"/>
                  </a:cubicBezTo>
                  <a:cubicBezTo>
                    <a:pt x="2582" y="589"/>
                    <a:pt x="2547" y="623"/>
                    <a:pt x="2503" y="623"/>
                  </a:cubicBezTo>
                  <a:lnTo>
                    <a:pt x="1509" y="623"/>
                  </a:lnTo>
                  <a:cubicBezTo>
                    <a:pt x="1470" y="623"/>
                    <a:pt x="1431" y="589"/>
                    <a:pt x="1431" y="549"/>
                  </a:cubicBezTo>
                  <a:cubicBezTo>
                    <a:pt x="1431" y="505"/>
                    <a:pt x="1470" y="471"/>
                    <a:pt x="1509" y="471"/>
                  </a:cubicBezTo>
                  <a:close/>
                  <a:moveTo>
                    <a:pt x="2924" y="461"/>
                  </a:moveTo>
                  <a:cubicBezTo>
                    <a:pt x="2973" y="461"/>
                    <a:pt x="3013" y="500"/>
                    <a:pt x="3013" y="549"/>
                  </a:cubicBezTo>
                  <a:cubicBezTo>
                    <a:pt x="3013" y="593"/>
                    <a:pt x="2973" y="633"/>
                    <a:pt x="2924" y="633"/>
                  </a:cubicBezTo>
                  <a:cubicBezTo>
                    <a:pt x="2876" y="633"/>
                    <a:pt x="2836" y="593"/>
                    <a:pt x="2836" y="549"/>
                  </a:cubicBezTo>
                  <a:cubicBezTo>
                    <a:pt x="2836" y="500"/>
                    <a:pt x="2876" y="461"/>
                    <a:pt x="2924" y="461"/>
                  </a:cubicBezTo>
                  <a:close/>
                  <a:moveTo>
                    <a:pt x="1" y="1"/>
                  </a:moveTo>
                  <a:lnTo>
                    <a:pt x="1" y="265"/>
                  </a:lnTo>
                  <a:lnTo>
                    <a:pt x="1" y="530"/>
                  </a:lnTo>
                  <a:cubicBezTo>
                    <a:pt x="1" y="750"/>
                    <a:pt x="182" y="931"/>
                    <a:pt x="402" y="931"/>
                  </a:cubicBezTo>
                  <a:lnTo>
                    <a:pt x="3615" y="931"/>
                  </a:lnTo>
                  <a:cubicBezTo>
                    <a:pt x="3835" y="931"/>
                    <a:pt x="4012" y="750"/>
                    <a:pt x="4012" y="530"/>
                  </a:cubicBezTo>
                  <a:lnTo>
                    <a:pt x="4012" y="265"/>
                  </a:lnTo>
                  <a:lnTo>
                    <a:pt x="40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53"/>
            <p:cNvSpPr/>
            <p:nvPr/>
          </p:nvSpPr>
          <p:spPr>
            <a:xfrm>
              <a:off x="5854616" y="197363"/>
              <a:ext cx="2260313" cy="4748774"/>
            </a:xfrm>
            <a:custGeom>
              <a:rect b="b" l="l" r="r" t="t"/>
              <a:pathLst>
                <a:path extrusionOk="0" h="16324" w="7769">
                  <a:moveTo>
                    <a:pt x="6755" y="16324"/>
                  </a:moveTo>
                  <a:lnTo>
                    <a:pt x="1010" y="16324"/>
                  </a:lnTo>
                  <a:cubicBezTo>
                    <a:pt x="452" y="16324"/>
                    <a:pt x="1" y="15863"/>
                    <a:pt x="1" y="15300"/>
                  </a:cubicBezTo>
                  <a:lnTo>
                    <a:pt x="1" y="1024"/>
                  </a:lnTo>
                  <a:cubicBezTo>
                    <a:pt x="1" y="461"/>
                    <a:pt x="452" y="1"/>
                    <a:pt x="1010" y="1"/>
                  </a:cubicBezTo>
                  <a:lnTo>
                    <a:pt x="6755" y="1"/>
                  </a:lnTo>
                  <a:cubicBezTo>
                    <a:pt x="7313" y="1"/>
                    <a:pt x="7768" y="461"/>
                    <a:pt x="7768" y="1024"/>
                  </a:cubicBezTo>
                  <a:lnTo>
                    <a:pt x="7768" y="15300"/>
                  </a:lnTo>
                  <a:cubicBezTo>
                    <a:pt x="7768" y="15863"/>
                    <a:pt x="7313" y="16324"/>
                    <a:pt x="6755" y="16324"/>
                  </a:cubicBezTo>
                  <a:close/>
                  <a:moveTo>
                    <a:pt x="1010" y="79"/>
                  </a:moveTo>
                  <a:cubicBezTo>
                    <a:pt x="496" y="79"/>
                    <a:pt x="79" y="500"/>
                    <a:pt x="79" y="1024"/>
                  </a:cubicBezTo>
                  <a:lnTo>
                    <a:pt x="79" y="15300"/>
                  </a:lnTo>
                  <a:cubicBezTo>
                    <a:pt x="79" y="15819"/>
                    <a:pt x="496" y="16245"/>
                    <a:pt x="1010" y="16245"/>
                  </a:cubicBezTo>
                  <a:lnTo>
                    <a:pt x="6755" y="16245"/>
                  </a:lnTo>
                  <a:cubicBezTo>
                    <a:pt x="7269" y="16245"/>
                    <a:pt x="7685" y="15819"/>
                    <a:pt x="7685" y="15300"/>
                  </a:cubicBezTo>
                  <a:lnTo>
                    <a:pt x="7685" y="1024"/>
                  </a:lnTo>
                  <a:cubicBezTo>
                    <a:pt x="7685" y="500"/>
                    <a:pt x="7269" y="79"/>
                    <a:pt x="6755" y="79"/>
                  </a:cubicBezTo>
                  <a:lnTo>
                    <a:pt x="1010" y="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53"/>
            <p:cNvSpPr/>
            <p:nvPr/>
          </p:nvSpPr>
          <p:spPr>
            <a:xfrm>
              <a:off x="7228085" y="312853"/>
              <a:ext cx="51496" cy="50036"/>
            </a:xfrm>
            <a:custGeom>
              <a:rect b="b" l="l" r="r" t="t"/>
              <a:pathLst>
                <a:path extrusionOk="0" h="172" w="177">
                  <a:moveTo>
                    <a:pt x="88" y="0"/>
                  </a:moveTo>
                  <a:cubicBezTo>
                    <a:pt x="40" y="0"/>
                    <a:pt x="0" y="39"/>
                    <a:pt x="0" y="88"/>
                  </a:cubicBezTo>
                  <a:cubicBezTo>
                    <a:pt x="0" y="132"/>
                    <a:pt x="40" y="172"/>
                    <a:pt x="88" y="172"/>
                  </a:cubicBezTo>
                  <a:cubicBezTo>
                    <a:pt x="137" y="172"/>
                    <a:pt x="177" y="132"/>
                    <a:pt x="177" y="88"/>
                  </a:cubicBezTo>
                  <a:cubicBezTo>
                    <a:pt x="177" y="39"/>
                    <a:pt x="137" y="0"/>
                    <a:pt x="88" y="0"/>
                  </a:cubicBezTo>
                  <a:close/>
                </a:path>
              </a:pathLst>
            </a:custGeom>
            <a:solidFill>
              <a:srgbClr val="7C242A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53"/>
            <p:cNvSpPr/>
            <p:nvPr/>
          </p:nvSpPr>
          <p:spPr>
            <a:xfrm>
              <a:off x="6816459" y="315471"/>
              <a:ext cx="335163" cy="44509"/>
            </a:xfrm>
            <a:custGeom>
              <a:rect b="b" l="l" r="r" t="t"/>
              <a:pathLst>
                <a:path extrusionOk="0" h="153" w="1152">
                  <a:moveTo>
                    <a:pt x="79" y="1"/>
                  </a:moveTo>
                  <a:cubicBezTo>
                    <a:pt x="40" y="1"/>
                    <a:pt x="1" y="35"/>
                    <a:pt x="1" y="79"/>
                  </a:cubicBezTo>
                  <a:cubicBezTo>
                    <a:pt x="1" y="119"/>
                    <a:pt x="40" y="153"/>
                    <a:pt x="79" y="153"/>
                  </a:cubicBezTo>
                  <a:lnTo>
                    <a:pt x="1073" y="153"/>
                  </a:lnTo>
                  <a:cubicBezTo>
                    <a:pt x="1117" y="153"/>
                    <a:pt x="1152" y="119"/>
                    <a:pt x="1152" y="79"/>
                  </a:cubicBezTo>
                  <a:cubicBezTo>
                    <a:pt x="1152" y="35"/>
                    <a:pt x="1117" y="1"/>
                    <a:pt x="1073" y="1"/>
                  </a:cubicBezTo>
                  <a:close/>
                </a:path>
              </a:pathLst>
            </a:custGeom>
            <a:solidFill>
              <a:srgbClr val="7C242A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53"/>
            <p:cNvSpPr/>
            <p:nvPr/>
          </p:nvSpPr>
          <p:spPr>
            <a:xfrm>
              <a:off x="6934871" y="664559"/>
              <a:ext cx="98629" cy="121599"/>
            </a:xfrm>
            <a:custGeom>
              <a:rect b="b" l="l" r="r" t="t"/>
              <a:pathLst>
                <a:path extrusionOk="0" h="418" w="339">
                  <a:moveTo>
                    <a:pt x="172" y="65"/>
                  </a:moveTo>
                  <a:cubicBezTo>
                    <a:pt x="230" y="65"/>
                    <a:pt x="279" y="114"/>
                    <a:pt x="279" y="172"/>
                  </a:cubicBezTo>
                  <a:lnTo>
                    <a:pt x="279" y="353"/>
                  </a:lnTo>
                  <a:lnTo>
                    <a:pt x="64" y="353"/>
                  </a:lnTo>
                  <a:lnTo>
                    <a:pt x="64" y="172"/>
                  </a:lnTo>
                  <a:cubicBezTo>
                    <a:pt x="64" y="114"/>
                    <a:pt x="113" y="65"/>
                    <a:pt x="172" y="65"/>
                  </a:cubicBezTo>
                  <a:close/>
                  <a:moveTo>
                    <a:pt x="172" y="1"/>
                  </a:moveTo>
                  <a:cubicBezTo>
                    <a:pt x="79" y="1"/>
                    <a:pt x="0" y="79"/>
                    <a:pt x="0" y="172"/>
                  </a:cubicBezTo>
                  <a:lnTo>
                    <a:pt x="0" y="417"/>
                  </a:lnTo>
                  <a:lnTo>
                    <a:pt x="338" y="417"/>
                  </a:lnTo>
                  <a:lnTo>
                    <a:pt x="338" y="172"/>
                  </a:lnTo>
                  <a:cubicBezTo>
                    <a:pt x="338" y="79"/>
                    <a:pt x="265" y="1"/>
                    <a:pt x="1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53"/>
            <p:cNvSpPr/>
            <p:nvPr/>
          </p:nvSpPr>
          <p:spPr>
            <a:xfrm>
              <a:off x="6914796" y="735831"/>
              <a:ext cx="138487" cy="81454"/>
            </a:xfrm>
            <a:custGeom>
              <a:rect b="b" l="l" r="r" t="t"/>
              <a:pathLst>
                <a:path extrusionOk="0" h="280" w="476">
                  <a:moveTo>
                    <a:pt x="50" y="1"/>
                  </a:moveTo>
                  <a:cubicBezTo>
                    <a:pt x="20" y="1"/>
                    <a:pt x="1" y="25"/>
                    <a:pt x="1" y="50"/>
                  </a:cubicBezTo>
                  <a:lnTo>
                    <a:pt x="1" y="231"/>
                  </a:lnTo>
                  <a:cubicBezTo>
                    <a:pt x="1" y="260"/>
                    <a:pt x="20" y="280"/>
                    <a:pt x="50" y="280"/>
                  </a:cubicBezTo>
                  <a:lnTo>
                    <a:pt x="427" y="280"/>
                  </a:lnTo>
                  <a:cubicBezTo>
                    <a:pt x="456" y="280"/>
                    <a:pt x="476" y="260"/>
                    <a:pt x="476" y="231"/>
                  </a:cubicBezTo>
                  <a:lnTo>
                    <a:pt x="476" y="50"/>
                  </a:lnTo>
                  <a:cubicBezTo>
                    <a:pt x="476" y="25"/>
                    <a:pt x="456" y="1"/>
                    <a:pt x="4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53"/>
            <p:cNvSpPr/>
            <p:nvPr/>
          </p:nvSpPr>
          <p:spPr>
            <a:xfrm>
              <a:off x="7712841" y="334089"/>
              <a:ext cx="88446" cy="68654"/>
            </a:xfrm>
            <a:custGeom>
              <a:rect b="b" l="l" r="r" t="t"/>
              <a:pathLst>
                <a:path extrusionOk="0" h="236" w="304">
                  <a:moveTo>
                    <a:pt x="152" y="1"/>
                  </a:moveTo>
                  <a:cubicBezTo>
                    <a:pt x="93" y="1"/>
                    <a:pt x="39" y="25"/>
                    <a:pt x="0" y="59"/>
                  </a:cubicBezTo>
                  <a:lnTo>
                    <a:pt x="25" y="84"/>
                  </a:lnTo>
                  <a:cubicBezTo>
                    <a:pt x="54" y="50"/>
                    <a:pt x="103" y="30"/>
                    <a:pt x="152" y="30"/>
                  </a:cubicBezTo>
                  <a:cubicBezTo>
                    <a:pt x="201" y="30"/>
                    <a:pt x="245" y="50"/>
                    <a:pt x="279" y="84"/>
                  </a:cubicBezTo>
                  <a:lnTo>
                    <a:pt x="304" y="59"/>
                  </a:lnTo>
                  <a:cubicBezTo>
                    <a:pt x="265" y="25"/>
                    <a:pt x="211" y="1"/>
                    <a:pt x="152" y="1"/>
                  </a:cubicBezTo>
                  <a:close/>
                  <a:moveTo>
                    <a:pt x="152" y="59"/>
                  </a:moveTo>
                  <a:cubicBezTo>
                    <a:pt x="108" y="59"/>
                    <a:pt x="74" y="79"/>
                    <a:pt x="44" y="104"/>
                  </a:cubicBezTo>
                  <a:lnTo>
                    <a:pt x="69" y="128"/>
                  </a:lnTo>
                  <a:cubicBezTo>
                    <a:pt x="88" y="104"/>
                    <a:pt x="118" y="94"/>
                    <a:pt x="152" y="94"/>
                  </a:cubicBezTo>
                  <a:cubicBezTo>
                    <a:pt x="186" y="94"/>
                    <a:pt x="216" y="104"/>
                    <a:pt x="235" y="128"/>
                  </a:cubicBezTo>
                  <a:lnTo>
                    <a:pt x="260" y="104"/>
                  </a:lnTo>
                  <a:cubicBezTo>
                    <a:pt x="230" y="79"/>
                    <a:pt x="191" y="59"/>
                    <a:pt x="152" y="59"/>
                  </a:cubicBezTo>
                  <a:close/>
                  <a:moveTo>
                    <a:pt x="152" y="128"/>
                  </a:moveTo>
                  <a:cubicBezTo>
                    <a:pt x="128" y="128"/>
                    <a:pt x="108" y="138"/>
                    <a:pt x="93" y="152"/>
                  </a:cubicBezTo>
                  <a:lnTo>
                    <a:pt x="118" y="177"/>
                  </a:lnTo>
                  <a:cubicBezTo>
                    <a:pt x="123" y="167"/>
                    <a:pt x="137" y="162"/>
                    <a:pt x="152" y="162"/>
                  </a:cubicBezTo>
                  <a:cubicBezTo>
                    <a:pt x="167" y="162"/>
                    <a:pt x="177" y="167"/>
                    <a:pt x="186" y="177"/>
                  </a:cubicBezTo>
                  <a:lnTo>
                    <a:pt x="211" y="152"/>
                  </a:lnTo>
                  <a:cubicBezTo>
                    <a:pt x="196" y="138"/>
                    <a:pt x="172" y="128"/>
                    <a:pt x="152" y="128"/>
                  </a:cubicBezTo>
                  <a:close/>
                  <a:moveTo>
                    <a:pt x="152" y="187"/>
                  </a:moveTo>
                  <a:cubicBezTo>
                    <a:pt x="137" y="187"/>
                    <a:pt x="128" y="197"/>
                    <a:pt x="128" y="211"/>
                  </a:cubicBezTo>
                  <a:cubicBezTo>
                    <a:pt x="128" y="226"/>
                    <a:pt x="137" y="236"/>
                    <a:pt x="152" y="236"/>
                  </a:cubicBezTo>
                  <a:cubicBezTo>
                    <a:pt x="167" y="236"/>
                    <a:pt x="177" y="226"/>
                    <a:pt x="177" y="211"/>
                  </a:cubicBezTo>
                  <a:cubicBezTo>
                    <a:pt x="177" y="197"/>
                    <a:pt x="167" y="187"/>
                    <a:pt x="152" y="1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53"/>
            <p:cNvSpPr/>
            <p:nvPr/>
          </p:nvSpPr>
          <p:spPr>
            <a:xfrm>
              <a:off x="7614503" y="343980"/>
              <a:ext cx="77099" cy="57309"/>
            </a:xfrm>
            <a:custGeom>
              <a:rect b="b" l="l" r="r" t="t"/>
              <a:pathLst>
                <a:path extrusionOk="0" h="197" w="265">
                  <a:moveTo>
                    <a:pt x="0" y="143"/>
                  </a:moveTo>
                  <a:lnTo>
                    <a:pt x="0" y="192"/>
                  </a:lnTo>
                  <a:lnTo>
                    <a:pt x="30" y="192"/>
                  </a:lnTo>
                  <a:lnTo>
                    <a:pt x="30" y="143"/>
                  </a:lnTo>
                  <a:close/>
                  <a:moveTo>
                    <a:pt x="59" y="109"/>
                  </a:moveTo>
                  <a:lnTo>
                    <a:pt x="59" y="192"/>
                  </a:lnTo>
                  <a:lnTo>
                    <a:pt x="88" y="192"/>
                  </a:lnTo>
                  <a:lnTo>
                    <a:pt x="88" y="109"/>
                  </a:lnTo>
                  <a:close/>
                  <a:moveTo>
                    <a:pt x="118" y="70"/>
                  </a:moveTo>
                  <a:lnTo>
                    <a:pt x="118" y="192"/>
                  </a:lnTo>
                  <a:lnTo>
                    <a:pt x="147" y="192"/>
                  </a:lnTo>
                  <a:lnTo>
                    <a:pt x="147" y="70"/>
                  </a:lnTo>
                  <a:close/>
                  <a:moveTo>
                    <a:pt x="177" y="35"/>
                  </a:moveTo>
                  <a:lnTo>
                    <a:pt x="177" y="192"/>
                  </a:lnTo>
                  <a:lnTo>
                    <a:pt x="206" y="192"/>
                  </a:lnTo>
                  <a:lnTo>
                    <a:pt x="206" y="35"/>
                  </a:lnTo>
                  <a:close/>
                  <a:moveTo>
                    <a:pt x="235" y="1"/>
                  </a:moveTo>
                  <a:lnTo>
                    <a:pt x="235" y="197"/>
                  </a:lnTo>
                  <a:lnTo>
                    <a:pt x="265" y="197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53"/>
            <p:cNvSpPr/>
            <p:nvPr/>
          </p:nvSpPr>
          <p:spPr>
            <a:xfrm>
              <a:off x="7823979" y="345434"/>
              <a:ext cx="115503" cy="55854"/>
            </a:xfrm>
            <a:custGeom>
              <a:rect b="b" l="l" r="r" t="t"/>
              <a:pathLst>
                <a:path extrusionOk="0" h="192" w="397">
                  <a:moveTo>
                    <a:pt x="44" y="20"/>
                  </a:moveTo>
                  <a:cubicBezTo>
                    <a:pt x="30" y="20"/>
                    <a:pt x="20" y="35"/>
                    <a:pt x="20" y="50"/>
                  </a:cubicBezTo>
                  <a:lnTo>
                    <a:pt x="20" y="148"/>
                  </a:lnTo>
                  <a:cubicBezTo>
                    <a:pt x="20" y="162"/>
                    <a:pt x="30" y="172"/>
                    <a:pt x="44" y="172"/>
                  </a:cubicBezTo>
                  <a:lnTo>
                    <a:pt x="274" y="172"/>
                  </a:lnTo>
                  <a:lnTo>
                    <a:pt x="274" y="20"/>
                  </a:lnTo>
                  <a:close/>
                  <a:moveTo>
                    <a:pt x="338" y="11"/>
                  </a:moveTo>
                  <a:cubicBezTo>
                    <a:pt x="358" y="11"/>
                    <a:pt x="372" y="25"/>
                    <a:pt x="372" y="45"/>
                  </a:cubicBezTo>
                  <a:lnTo>
                    <a:pt x="372" y="153"/>
                  </a:lnTo>
                  <a:cubicBezTo>
                    <a:pt x="372" y="172"/>
                    <a:pt x="358" y="187"/>
                    <a:pt x="338" y="187"/>
                  </a:cubicBezTo>
                  <a:lnTo>
                    <a:pt x="39" y="187"/>
                  </a:lnTo>
                  <a:cubicBezTo>
                    <a:pt x="25" y="187"/>
                    <a:pt x="5" y="172"/>
                    <a:pt x="5" y="153"/>
                  </a:cubicBezTo>
                  <a:lnTo>
                    <a:pt x="5" y="45"/>
                  </a:lnTo>
                  <a:cubicBezTo>
                    <a:pt x="5" y="25"/>
                    <a:pt x="25" y="11"/>
                    <a:pt x="39" y="11"/>
                  </a:cubicBezTo>
                  <a:close/>
                  <a:moveTo>
                    <a:pt x="39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153"/>
                  </a:lnTo>
                  <a:cubicBezTo>
                    <a:pt x="0" y="172"/>
                    <a:pt x="20" y="192"/>
                    <a:pt x="39" y="192"/>
                  </a:cubicBezTo>
                  <a:lnTo>
                    <a:pt x="338" y="192"/>
                  </a:lnTo>
                  <a:cubicBezTo>
                    <a:pt x="363" y="192"/>
                    <a:pt x="377" y="172"/>
                    <a:pt x="377" y="153"/>
                  </a:cubicBezTo>
                  <a:lnTo>
                    <a:pt x="377" y="123"/>
                  </a:lnTo>
                  <a:lnTo>
                    <a:pt x="397" y="123"/>
                  </a:lnTo>
                  <a:lnTo>
                    <a:pt x="397" y="74"/>
                  </a:lnTo>
                  <a:lnTo>
                    <a:pt x="377" y="74"/>
                  </a:lnTo>
                  <a:lnTo>
                    <a:pt x="377" y="45"/>
                  </a:lnTo>
                  <a:cubicBezTo>
                    <a:pt x="377" y="20"/>
                    <a:pt x="363" y="1"/>
                    <a:pt x="3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53"/>
            <p:cNvSpPr/>
            <p:nvPr/>
          </p:nvSpPr>
          <p:spPr>
            <a:xfrm>
              <a:off x="8064585" y="611905"/>
              <a:ext cx="67498" cy="33163"/>
            </a:xfrm>
            <a:custGeom>
              <a:rect b="b" l="l" r="r" t="t"/>
              <a:pathLst>
                <a:path extrusionOk="0" h="114" w="232">
                  <a:moveTo>
                    <a:pt x="1" y="1"/>
                  </a:moveTo>
                  <a:lnTo>
                    <a:pt x="1" y="113"/>
                  </a:lnTo>
                  <a:lnTo>
                    <a:pt x="231" y="11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53"/>
            <p:cNvSpPr/>
            <p:nvPr/>
          </p:nvSpPr>
          <p:spPr>
            <a:xfrm>
              <a:off x="5837742" y="611905"/>
              <a:ext cx="65752" cy="33163"/>
            </a:xfrm>
            <a:custGeom>
              <a:rect b="b" l="l" r="r" t="t"/>
              <a:pathLst>
                <a:path extrusionOk="0" h="114" w="226">
                  <a:moveTo>
                    <a:pt x="0" y="1"/>
                  </a:moveTo>
                  <a:lnTo>
                    <a:pt x="0" y="113"/>
                  </a:lnTo>
                  <a:lnTo>
                    <a:pt x="226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53"/>
            <p:cNvSpPr/>
            <p:nvPr/>
          </p:nvSpPr>
          <p:spPr>
            <a:xfrm>
              <a:off x="8131792" y="1301644"/>
              <a:ext cx="24439" cy="354907"/>
            </a:xfrm>
            <a:custGeom>
              <a:rect b="b" l="l" r="r" t="t"/>
              <a:pathLst>
                <a:path extrusionOk="0" h="1220" w="84">
                  <a:moveTo>
                    <a:pt x="0" y="0"/>
                  </a:moveTo>
                  <a:lnTo>
                    <a:pt x="0" y="1219"/>
                  </a:lnTo>
                  <a:lnTo>
                    <a:pt x="39" y="1219"/>
                  </a:lnTo>
                  <a:cubicBezTo>
                    <a:pt x="64" y="1219"/>
                    <a:pt x="83" y="1200"/>
                    <a:pt x="83" y="1175"/>
                  </a:cubicBezTo>
                  <a:lnTo>
                    <a:pt x="83" y="44"/>
                  </a:lnTo>
                  <a:cubicBezTo>
                    <a:pt x="83" y="20"/>
                    <a:pt x="64" y="0"/>
                    <a:pt x="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53"/>
            <p:cNvSpPr/>
            <p:nvPr/>
          </p:nvSpPr>
          <p:spPr>
            <a:xfrm>
              <a:off x="5812139" y="1620769"/>
              <a:ext cx="25894" cy="356362"/>
            </a:xfrm>
            <a:custGeom>
              <a:rect b="b" l="l" r="r" t="t"/>
              <a:pathLst>
                <a:path extrusionOk="0" h="1225" w="89">
                  <a:moveTo>
                    <a:pt x="44" y="0"/>
                  </a:moveTo>
                  <a:cubicBezTo>
                    <a:pt x="20" y="0"/>
                    <a:pt x="0" y="20"/>
                    <a:pt x="0" y="49"/>
                  </a:cubicBezTo>
                  <a:lnTo>
                    <a:pt x="0" y="1180"/>
                  </a:lnTo>
                  <a:cubicBezTo>
                    <a:pt x="0" y="1205"/>
                    <a:pt x="20" y="1224"/>
                    <a:pt x="44" y="1224"/>
                  </a:cubicBezTo>
                  <a:lnTo>
                    <a:pt x="88" y="1224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53"/>
            <p:cNvSpPr/>
            <p:nvPr/>
          </p:nvSpPr>
          <p:spPr>
            <a:xfrm>
              <a:off x="5812139" y="1177427"/>
              <a:ext cx="25894" cy="356653"/>
            </a:xfrm>
            <a:custGeom>
              <a:rect b="b" l="l" r="r" t="t"/>
              <a:pathLst>
                <a:path extrusionOk="0" h="1226" w="89">
                  <a:moveTo>
                    <a:pt x="44" y="1"/>
                  </a:moveTo>
                  <a:cubicBezTo>
                    <a:pt x="20" y="1"/>
                    <a:pt x="0" y="21"/>
                    <a:pt x="0" y="45"/>
                  </a:cubicBezTo>
                  <a:lnTo>
                    <a:pt x="0" y="1181"/>
                  </a:lnTo>
                  <a:cubicBezTo>
                    <a:pt x="0" y="1206"/>
                    <a:pt x="20" y="1225"/>
                    <a:pt x="44" y="1225"/>
                  </a:cubicBezTo>
                  <a:lnTo>
                    <a:pt x="88" y="1225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53"/>
            <p:cNvSpPr/>
            <p:nvPr/>
          </p:nvSpPr>
          <p:spPr>
            <a:xfrm>
              <a:off x="5812139" y="859757"/>
              <a:ext cx="25894" cy="111418"/>
            </a:xfrm>
            <a:custGeom>
              <a:rect b="b" l="l" r="r" t="t"/>
              <a:pathLst>
                <a:path extrusionOk="0" h="383" w="89">
                  <a:moveTo>
                    <a:pt x="44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339"/>
                  </a:lnTo>
                  <a:cubicBezTo>
                    <a:pt x="0" y="363"/>
                    <a:pt x="20" y="383"/>
                    <a:pt x="44" y="383"/>
                  </a:cubicBezTo>
                  <a:lnTo>
                    <a:pt x="88" y="383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53"/>
            <p:cNvSpPr/>
            <p:nvPr/>
          </p:nvSpPr>
          <p:spPr>
            <a:xfrm>
              <a:off x="8064585" y="4496962"/>
              <a:ext cx="67498" cy="34618"/>
            </a:xfrm>
            <a:custGeom>
              <a:rect b="b" l="l" r="r" t="t"/>
              <a:pathLst>
                <a:path extrusionOk="0" h="119" w="232">
                  <a:moveTo>
                    <a:pt x="1" y="1"/>
                  </a:moveTo>
                  <a:lnTo>
                    <a:pt x="1" y="118"/>
                  </a:lnTo>
                  <a:lnTo>
                    <a:pt x="231" y="118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53"/>
            <p:cNvSpPr/>
            <p:nvPr/>
          </p:nvSpPr>
          <p:spPr>
            <a:xfrm>
              <a:off x="5837742" y="4496962"/>
              <a:ext cx="65752" cy="34618"/>
            </a:xfrm>
            <a:custGeom>
              <a:rect b="b" l="l" r="r" t="t"/>
              <a:pathLst>
                <a:path extrusionOk="0" h="119" w="226">
                  <a:moveTo>
                    <a:pt x="0" y="1"/>
                  </a:moveTo>
                  <a:lnTo>
                    <a:pt x="0" y="118"/>
                  </a:lnTo>
                  <a:lnTo>
                    <a:pt x="226" y="11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53"/>
            <p:cNvSpPr/>
            <p:nvPr/>
          </p:nvSpPr>
          <p:spPr>
            <a:xfrm>
              <a:off x="6649976" y="3637490"/>
              <a:ext cx="4598" cy="4470"/>
            </a:xfrm>
            <a:custGeom>
              <a:rect b="b" l="l" r="r" t="t"/>
              <a:pathLst>
                <a:path extrusionOk="0" h="35" w="36">
                  <a:moveTo>
                    <a:pt x="1" y="0"/>
                  </a:moveTo>
                  <a:lnTo>
                    <a:pt x="27" y="34"/>
                  </a:lnTo>
                  <a:lnTo>
                    <a:pt x="35" y="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0" name="Google Shape;650;p53"/>
          <p:cNvSpPr txBox="1"/>
          <p:nvPr>
            <p:ph idx="4294967295" type="body"/>
          </p:nvPr>
        </p:nvSpPr>
        <p:spPr>
          <a:xfrm>
            <a:off x="373750" y="323625"/>
            <a:ext cx="4069800" cy="5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50" u="sng">
                <a:latin typeface="Permanent Marker"/>
                <a:ea typeface="Permanent Marker"/>
                <a:cs typeface="Permanent Marker"/>
                <a:sym typeface="Permanent Marker"/>
              </a:rPr>
              <a:t>Interface</a:t>
            </a:r>
            <a:endParaRPr b="1" sz="2550" u="sng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651" name="Google Shape;651;p53"/>
          <p:cNvSpPr txBox="1"/>
          <p:nvPr/>
        </p:nvSpPr>
        <p:spPr>
          <a:xfrm>
            <a:off x="886700" y="762000"/>
            <a:ext cx="3000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1950" u="sng">
                <a:solidFill>
                  <a:schemeClr val="lt1"/>
                </a:solidFill>
                <a:latin typeface="Permanent Marker"/>
                <a:ea typeface="Permanent Marker"/>
                <a:cs typeface="Permanent Marker"/>
                <a:sym typeface="Permanent Marker"/>
              </a:rPr>
              <a:t>Boolean Algebra</a:t>
            </a:r>
            <a:endParaRPr u="sng">
              <a:solidFill>
                <a:schemeClr val="lt1"/>
              </a:solidFill>
            </a:endParaRPr>
          </a:p>
        </p:txBody>
      </p:sp>
      <p:pic>
        <p:nvPicPr>
          <p:cNvPr id="652" name="Google Shape;652;p53"/>
          <p:cNvPicPr preferRelativeResize="0"/>
          <p:nvPr/>
        </p:nvPicPr>
        <p:blipFill rotWithShape="1">
          <a:blip r:embed="rId3">
            <a:alphaModFix/>
          </a:blip>
          <a:srcRect b="11957" l="6141" r="63518" t="11789"/>
          <a:stretch/>
        </p:blipFill>
        <p:spPr>
          <a:xfrm>
            <a:off x="4981225" y="1250215"/>
            <a:ext cx="2475550" cy="311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3800" y="1872425"/>
            <a:ext cx="3669746" cy="16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8" name="Google Shape;658;p54"/>
          <p:cNvGrpSpPr/>
          <p:nvPr/>
        </p:nvGrpSpPr>
        <p:grpSpPr>
          <a:xfrm rot="5400000">
            <a:off x="1986634" y="-2035183"/>
            <a:ext cx="5073787" cy="9144173"/>
            <a:chOff x="5812139" y="178733"/>
            <a:chExt cx="2344092" cy="4786022"/>
          </a:xfrm>
        </p:grpSpPr>
        <p:sp>
          <p:nvSpPr>
            <p:cNvPr id="659" name="Google Shape;659;p54"/>
            <p:cNvSpPr/>
            <p:nvPr/>
          </p:nvSpPr>
          <p:spPr>
            <a:xfrm>
              <a:off x="5837742" y="178745"/>
              <a:ext cx="2294353" cy="4786010"/>
            </a:xfrm>
            <a:custGeom>
              <a:rect b="b" l="l" r="r" t="t"/>
              <a:pathLst>
                <a:path extrusionOk="0" h="16452" w="7886">
                  <a:moveTo>
                    <a:pt x="994" y="1"/>
                  </a:moveTo>
                  <a:cubicBezTo>
                    <a:pt x="446" y="1"/>
                    <a:pt x="0" y="447"/>
                    <a:pt x="0" y="995"/>
                  </a:cubicBezTo>
                  <a:lnTo>
                    <a:pt x="0" y="2342"/>
                  </a:lnTo>
                  <a:lnTo>
                    <a:pt x="0" y="2724"/>
                  </a:lnTo>
                  <a:lnTo>
                    <a:pt x="0" y="3434"/>
                  </a:lnTo>
                  <a:lnTo>
                    <a:pt x="0" y="4658"/>
                  </a:lnTo>
                  <a:lnTo>
                    <a:pt x="0" y="4957"/>
                  </a:lnTo>
                  <a:lnTo>
                    <a:pt x="0" y="6181"/>
                  </a:lnTo>
                  <a:lnTo>
                    <a:pt x="0" y="15457"/>
                  </a:lnTo>
                  <a:cubicBezTo>
                    <a:pt x="0" y="16006"/>
                    <a:pt x="446" y="16451"/>
                    <a:pt x="994" y="16451"/>
                  </a:cubicBezTo>
                  <a:lnTo>
                    <a:pt x="6886" y="16451"/>
                  </a:lnTo>
                  <a:cubicBezTo>
                    <a:pt x="7439" y="16451"/>
                    <a:pt x="7885" y="16006"/>
                    <a:pt x="7885" y="15457"/>
                  </a:cubicBezTo>
                  <a:lnTo>
                    <a:pt x="7885" y="5079"/>
                  </a:lnTo>
                  <a:lnTo>
                    <a:pt x="7885" y="3860"/>
                  </a:lnTo>
                  <a:lnTo>
                    <a:pt x="7885" y="995"/>
                  </a:lnTo>
                  <a:cubicBezTo>
                    <a:pt x="7885" y="447"/>
                    <a:pt x="7439" y="1"/>
                    <a:pt x="6886" y="1"/>
                  </a:cubicBezTo>
                  <a:lnTo>
                    <a:pt x="5946" y="1"/>
                  </a:lnTo>
                  <a:lnTo>
                    <a:pt x="5946" y="265"/>
                  </a:lnTo>
                  <a:lnTo>
                    <a:pt x="6866" y="265"/>
                  </a:lnTo>
                  <a:cubicBezTo>
                    <a:pt x="7302" y="265"/>
                    <a:pt x="7655" y="618"/>
                    <a:pt x="7655" y="1054"/>
                  </a:cubicBezTo>
                  <a:lnTo>
                    <a:pt x="7655" y="15398"/>
                  </a:lnTo>
                  <a:cubicBezTo>
                    <a:pt x="7655" y="15834"/>
                    <a:pt x="7302" y="16187"/>
                    <a:pt x="6866" y="16187"/>
                  </a:cubicBezTo>
                  <a:lnTo>
                    <a:pt x="1014" y="16187"/>
                  </a:lnTo>
                  <a:cubicBezTo>
                    <a:pt x="578" y="16187"/>
                    <a:pt x="226" y="15834"/>
                    <a:pt x="226" y="15398"/>
                  </a:cubicBezTo>
                  <a:lnTo>
                    <a:pt x="226" y="1054"/>
                  </a:lnTo>
                  <a:cubicBezTo>
                    <a:pt x="226" y="618"/>
                    <a:pt x="578" y="265"/>
                    <a:pt x="1014" y="265"/>
                  </a:cubicBezTo>
                  <a:lnTo>
                    <a:pt x="1935" y="265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54"/>
            <p:cNvSpPr/>
            <p:nvPr/>
          </p:nvSpPr>
          <p:spPr>
            <a:xfrm>
              <a:off x="5903203" y="255835"/>
              <a:ext cx="2161684" cy="4631829"/>
            </a:xfrm>
            <a:custGeom>
              <a:rect b="b" l="l" r="r" t="t"/>
              <a:pathLst>
                <a:path extrusionOk="0" h="15922" w="7430">
                  <a:moveTo>
                    <a:pt x="789" y="0"/>
                  </a:moveTo>
                  <a:cubicBezTo>
                    <a:pt x="353" y="0"/>
                    <a:pt x="1" y="353"/>
                    <a:pt x="1" y="789"/>
                  </a:cubicBezTo>
                  <a:lnTo>
                    <a:pt x="1" y="15133"/>
                  </a:lnTo>
                  <a:cubicBezTo>
                    <a:pt x="1" y="15569"/>
                    <a:pt x="353" y="15922"/>
                    <a:pt x="789" y="15922"/>
                  </a:cubicBezTo>
                  <a:lnTo>
                    <a:pt x="6641" y="15922"/>
                  </a:lnTo>
                  <a:cubicBezTo>
                    <a:pt x="7077" y="15922"/>
                    <a:pt x="7430" y="15569"/>
                    <a:pt x="7430" y="15133"/>
                  </a:cubicBezTo>
                  <a:lnTo>
                    <a:pt x="7430" y="789"/>
                  </a:lnTo>
                  <a:cubicBezTo>
                    <a:pt x="7430" y="353"/>
                    <a:pt x="7077" y="0"/>
                    <a:pt x="6641" y="0"/>
                  </a:cubicBezTo>
                  <a:lnTo>
                    <a:pt x="5721" y="0"/>
                  </a:lnTo>
                  <a:lnTo>
                    <a:pt x="5721" y="265"/>
                  </a:lnTo>
                  <a:cubicBezTo>
                    <a:pt x="5721" y="485"/>
                    <a:pt x="5544" y="666"/>
                    <a:pt x="5324" y="666"/>
                  </a:cubicBezTo>
                  <a:lnTo>
                    <a:pt x="2111" y="666"/>
                  </a:lnTo>
                  <a:cubicBezTo>
                    <a:pt x="1891" y="666"/>
                    <a:pt x="1710" y="485"/>
                    <a:pt x="1710" y="265"/>
                  </a:cubicBezTo>
                  <a:lnTo>
                    <a:pt x="17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54"/>
            <p:cNvSpPr/>
            <p:nvPr/>
          </p:nvSpPr>
          <p:spPr>
            <a:xfrm>
              <a:off x="6395153" y="178733"/>
              <a:ext cx="1177783" cy="271144"/>
            </a:xfrm>
            <a:custGeom>
              <a:rect b="b" l="l" r="r" t="t"/>
              <a:pathLst>
                <a:path extrusionOk="0" h="932" w="4012">
                  <a:moveTo>
                    <a:pt x="2503" y="471"/>
                  </a:moveTo>
                  <a:cubicBezTo>
                    <a:pt x="2547" y="471"/>
                    <a:pt x="2582" y="505"/>
                    <a:pt x="2582" y="549"/>
                  </a:cubicBezTo>
                  <a:cubicBezTo>
                    <a:pt x="2582" y="589"/>
                    <a:pt x="2547" y="623"/>
                    <a:pt x="2503" y="623"/>
                  </a:cubicBezTo>
                  <a:lnTo>
                    <a:pt x="1509" y="623"/>
                  </a:lnTo>
                  <a:cubicBezTo>
                    <a:pt x="1470" y="623"/>
                    <a:pt x="1431" y="589"/>
                    <a:pt x="1431" y="549"/>
                  </a:cubicBezTo>
                  <a:cubicBezTo>
                    <a:pt x="1431" y="505"/>
                    <a:pt x="1470" y="471"/>
                    <a:pt x="1509" y="471"/>
                  </a:cubicBezTo>
                  <a:close/>
                  <a:moveTo>
                    <a:pt x="2924" y="461"/>
                  </a:moveTo>
                  <a:cubicBezTo>
                    <a:pt x="2973" y="461"/>
                    <a:pt x="3013" y="500"/>
                    <a:pt x="3013" y="549"/>
                  </a:cubicBezTo>
                  <a:cubicBezTo>
                    <a:pt x="3013" y="593"/>
                    <a:pt x="2973" y="633"/>
                    <a:pt x="2924" y="633"/>
                  </a:cubicBezTo>
                  <a:cubicBezTo>
                    <a:pt x="2876" y="633"/>
                    <a:pt x="2836" y="593"/>
                    <a:pt x="2836" y="549"/>
                  </a:cubicBezTo>
                  <a:cubicBezTo>
                    <a:pt x="2836" y="500"/>
                    <a:pt x="2876" y="461"/>
                    <a:pt x="2924" y="461"/>
                  </a:cubicBezTo>
                  <a:close/>
                  <a:moveTo>
                    <a:pt x="1" y="1"/>
                  </a:moveTo>
                  <a:lnTo>
                    <a:pt x="1" y="265"/>
                  </a:lnTo>
                  <a:lnTo>
                    <a:pt x="1" y="530"/>
                  </a:lnTo>
                  <a:cubicBezTo>
                    <a:pt x="1" y="750"/>
                    <a:pt x="182" y="931"/>
                    <a:pt x="402" y="931"/>
                  </a:cubicBezTo>
                  <a:lnTo>
                    <a:pt x="3615" y="931"/>
                  </a:lnTo>
                  <a:cubicBezTo>
                    <a:pt x="3835" y="931"/>
                    <a:pt x="4012" y="750"/>
                    <a:pt x="4012" y="530"/>
                  </a:cubicBezTo>
                  <a:lnTo>
                    <a:pt x="4012" y="265"/>
                  </a:lnTo>
                  <a:lnTo>
                    <a:pt x="40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54"/>
            <p:cNvSpPr/>
            <p:nvPr/>
          </p:nvSpPr>
          <p:spPr>
            <a:xfrm>
              <a:off x="5854616" y="197363"/>
              <a:ext cx="2260313" cy="4748774"/>
            </a:xfrm>
            <a:custGeom>
              <a:rect b="b" l="l" r="r" t="t"/>
              <a:pathLst>
                <a:path extrusionOk="0" h="16324" w="7769">
                  <a:moveTo>
                    <a:pt x="6755" y="16324"/>
                  </a:moveTo>
                  <a:lnTo>
                    <a:pt x="1010" y="16324"/>
                  </a:lnTo>
                  <a:cubicBezTo>
                    <a:pt x="452" y="16324"/>
                    <a:pt x="1" y="15863"/>
                    <a:pt x="1" y="15300"/>
                  </a:cubicBezTo>
                  <a:lnTo>
                    <a:pt x="1" y="1024"/>
                  </a:lnTo>
                  <a:cubicBezTo>
                    <a:pt x="1" y="461"/>
                    <a:pt x="452" y="1"/>
                    <a:pt x="1010" y="1"/>
                  </a:cubicBezTo>
                  <a:lnTo>
                    <a:pt x="6755" y="1"/>
                  </a:lnTo>
                  <a:cubicBezTo>
                    <a:pt x="7313" y="1"/>
                    <a:pt x="7768" y="461"/>
                    <a:pt x="7768" y="1024"/>
                  </a:cubicBezTo>
                  <a:lnTo>
                    <a:pt x="7768" y="15300"/>
                  </a:lnTo>
                  <a:cubicBezTo>
                    <a:pt x="7768" y="15863"/>
                    <a:pt x="7313" y="16324"/>
                    <a:pt x="6755" y="16324"/>
                  </a:cubicBezTo>
                  <a:close/>
                  <a:moveTo>
                    <a:pt x="1010" y="79"/>
                  </a:moveTo>
                  <a:cubicBezTo>
                    <a:pt x="496" y="79"/>
                    <a:pt x="79" y="500"/>
                    <a:pt x="79" y="1024"/>
                  </a:cubicBezTo>
                  <a:lnTo>
                    <a:pt x="79" y="15300"/>
                  </a:lnTo>
                  <a:cubicBezTo>
                    <a:pt x="79" y="15819"/>
                    <a:pt x="496" y="16245"/>
                    <a:pt x="1010" y="16245"/>
                  </a:cubicBezTo>
                  <a:lnTo>
                    <a:pt x="6755" y="16245"/>
                  </a:lnTo>
                  <a:cubicBezTo>
                    <a:pt x="7269" y="16245"/>
                    <a:pt x="7685" y="15819"/>
                    <a:pt x="7685" y="15300"/>
                  </a:cubicBezTo>
                  <a:lnTo>
                    <a:pt x="7685" y="1024"/>
                  </a:lnTo>
                  <a:cubicBezTo>
                    <a:pt x="7685" y="500"/>
                    <a:pt x="7269" y="79"/>
                    <a:pt x="6755" y="79"/>
                  </a:cubicBezTo>
                  <a:lnTo>
                    <a:pt x="1010" y="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54"/>
            <p:cNvSpPr/>
            <p:nvPr/>
          </p:nvSpPr>
          <p:spPr>
            <a:xfrm>
              <a:off x="7228085" y="312853"/>
              <a:ext cx="51496" cy="50036"/>
            </a:xfrm>
            <a:custGeom>
              <a:rect b="b" l="l" r="r" t="t"/>
              <a:pathLst>
                <a:path extrusionOk="0" h="172" w="177">
                  <a:moveTo>
                    <a:pt x="88" y="0"/>
                  </a:moveTo>
                  <a:cubicBezTo>
                    <a:pt x="40" y="0"/>
                    <a:pt x="0" y="39"/>
                    <a:pt x="0" y="88"/>
                  </a:cubicBezTo>
                  <a:cubicBezTo>
                    <a:pt x="0" y="132"/>
                    <a:pt x="40" y="172"/>
                    <a:pt x="88" y="172"/>
                  </a:cubicBezTo>
                  <a:cubicBezTo>
                    <a:pt x="137" y="172"/>
                    <a:pt x="177" y="132"/>
                    <a:pt x="177" y="88"/>
                  </a:cubicBezTo>
                  <a:cubicBezTo>
                    <a:pt x="177" y="39"/>
                    <a:pt x="137" y="0"/>
                    <a:pt x="88" y="0"/>
                  </a:cubicBezTo>
                  <a:close/>
                </a:path>
              </a:pathLst>
            </a:custGeom>
            <a:solidFill>
              <a:srgbClr val="7C242A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54"/>
            <p:cNvSpPr/>
            <p:nvPr/>
          </p:nvSpPr>
          <p:spPr>
            <a:xfrm>
              <a:off x="6816459" y="315471"/>
              <a:ext cx="335163" cy="44509"/>
            </a:xfrm>
            <a:custGeom>
              <a:rect b="b" l="l" r="r" t="t"/>
              <a:pathLst>
                <a:path extrusionOk="0" h="153" w="1152">
                  <a:moveTo>
                    <a:pt x="79" y="1"/>
                  </a:moveTo>
                  <a:cubicBezTo>
                    <a:pt x="40" y="1"/>
                    <a:pt x="1" y="35"/>
                    <a:pt x="1" y="79"/>
                  </a:cubicBezTo>
                  <a:cubicBezTo>
                    <a:pt x="1" y="119"/>
                    <a:pt x="40" y="153"/>
                    <a:pt x="79" y="153"/>
                  </a:cubicBezTo>
                  <a:lnTo>
                    <a:pt x="1073" y="153"/>
                  </a:lnTo>
                  <a:cubicBezTo>
                    <a:pt x="1117" y="153"/>
                    <a:pt x="1152" y="119"/>
                    <a:pt x="1152" y="79"/>
                  </a:cubicBezTo>
                  <a:cubicBezTo>
                    <a:pt x="1152" y="35"/>
                    <a:pt x="1117" y="1"/>
                    <a:pt x="1073" y="1"/>
                  </a:cubicBezTo>
                  <a:close/>
                </a:path>
              </a:pathLst>
            </a:custGeom>
            <a:solidFill>
              <a:srgbClr val="7C242A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54"/>
            <p:cNvSpPr/>
            <p:nvPr/>
          </p:nvSpPr>
          <p:spPr>
            <a:xfrm>
              <a:off x="6934871" y="664559"/>
              <a:ext cx="98629" cy="121599"/>
            </a:xfrm>
            <a:custGeom>
              <a:rect b="b" l="l" r="r" t="t"/>
              <a:pathLst>
                <a:path extrusionOk="0" h="418" w="339">
                  <a:moveTo>
                    <a:pt x="172" y="65"/>
                  </a:moveTo>
                  <a:cubicBezTo>
                    <a:pt x="230" y="65"/>
                    <a:pt x="279" y="114"/>
                    <a:pt x="279" y="172"/>
                  </a:cubicBezTo>
                  <a:lnTo>
                    <a:pt x="279" y="353"/>
                  </a:lnTo>
                  <a:lnTo>
                    <a:pt x="64" y="353"/>
                  </a:lnTo>
                  <a:lnTo>
                    <a:pt x="64" y="172"/>
                  </a:lnTo>
                  <a:cubicBezTo>
                    <a:pt x="64" y="114"/>
                    <a:pt x="113" y="65"/>
                    <a:pt x="172" y="65"/>
                  </a:cubicBezTo>
                  <a:close/>
                  <a:moveTo>
                    <a:pt x="172" y="1"/>
                  </a:moveTo>
                  <a:cubicBezTo>
                    <a:pt x="79" y="1"/>
                    <a:pt x="0" y="79"/>
                    <a:pt x="0" y="172"/>
                  </a:cubicBezTo>
                  <a:lnTo>
                    <a:pt x="0" y="417"/>
                  </a:lnTo>
                  <a:lnTo>
                    <a:pt x="338" y="417"/>
                  </a:lnTo>
                  <a:lnTo>
                    <a:pt x="338" y="172"/>
                  </a:lnTo>
                  <a:cubicBezTo>
                    <a:pt x="338" y="79"/>
                    <a:pt x="265" y="1"/>
                    <a:pt x="1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54"/>
            <p:cNvSpPr/>
            <p:nvPr/>
          </p:nvSpPr>
          <p:spPr>
            <a:xfrm>
              <a:off x="6914796" y="735831"/>
              <a:ext cx="138487" cy="81454"/>
            </a:xfrm>
            <a:custGeom>
              <a:rect b="b" l="l" r="r" t="t"/>
              <a:pathLst>
                <a:path extrusionOk="0" h="280" w="476">
                  <a:moveTo>
                    <a:pt x="50" y="1"/>
                  </a:moveTo>
                  <a:cubicBezTo>
                    <a:pt x="20" y="1"/>
                    <a:pt x="1" y="25"/>
                    <a:pt x="1" y="50"/>
                  </a:cubicBezTo>
                  <a:lnTo>
                    <a:pt x="1" y="231"/>
                  </a:lnTo>
                  <a:cubicBezTo>
                    <a:pt x="1" y="260"/>
                    <a:pt x="20" y="280"/>
                    <a:pt x="50" y="280"/>
                  </a:cubicBezTo>
                  <a:lnTo>
                    <a:pt x="427" y="280"/>
                  </a:lnTo>
                  <a:cubicBezTo>
                    <a:pt x="456" y="280"/>
                    <a:pt x="476" y="260"/>
                    <a:pt x="476" y="231"/>
                  </a:cubicBezTo>
                  <a:lnTo>
                    <a:pt x="476" y="50"/>
                  </a:lnTo>
                  <a:cubicBezTo>
                    <a:pt x="476" y="25"/>
                    <a:pt x="456" y="1"/>
                    <a:pt x="4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54"/>
            <p:cNvSpPr/>
            <p:nvPr/>
          </p:nvSpPr>
          <p:spPr>
            <a:xfrm>
              <a:off x="7712841" y="334089"/>
              <a:ext cx="88446" cy="68654"/>
            </a:xfrm>
            <a:custGeom>
              <a:rect b="b" l="l" r="r" t="t"/>
              <a:pathLst>
                <a:path extrusionOk="0" h="236" w="304">
                  <a:moveTo>
                    <a:pt x="152" y="1"/>
                  </a:moveTo>
                  <a:cubicBezTo>
                    <a:pt x="93" y="1"/>
                    <a:pt x="39" y="25"/>
                    <a:pt x="0" y="59"/>
                  </a:cubicBezTo>
                  <a:lnTo>
                    <a:pt x="25" y="84"/>
                  </a:lnTo>
                  <a:cubicBezTo>
                    <a:pt x="54" y="50"/>
                    <a:pt x="103" y="30"/>
                    <a:pt x="152" y="30"/>
                  </a:cubicBezTo>
                  <a:cubicBezTo>
                    <a:pt x="201" y="30"/>
                    <a:pt x="245" y="50"/>
                    <a:pt x="279" y="84"/>
                  </a:cubicBezTo>
                  <a:lnTo>
                    <a:pt x="304" y="59"/>
                  </a:lnTo>
                  <a:cubicBezTo>
                    <a:pt x="265" y="25"/>
                    <a:pt x="211" y="1"/>
                    <a:pt x="152" y="1"/>
                  </a:cubicBezTo>
                  <a:close/>
                  <a:moveTo>
                    <a:pt x="152" y="59"/>
                  </a:moveTo>
                  <a:cubicBezTo>
                    <a:pt x="108" y="59"/>
                    <a:pt x="74" y="79"/>
                    <a:pt x="44" y="104"/>
                  </a:cubicBezTo>
                  <a:lnTo>
                    <a:pt x="69" y="128"/>
                  </a:lnTo>
                  <a:cubicBezTo>
                    <a:pt x="88" y="104"/>
                    <a:pt x="118" y="94"/>
                    <a:pt x="152" y="94"/>
                  </a:cubicBezTo>
                  <a:cubicBezTo>
                    <a:pt x="186" y="94"/>
                    <a:pt x="216" y="104"/>
                    <a:pt x="235" y="128"/>
                  </a:cubicBezTo>
                  <a:lnTo>
                    <a:pt x="260" y="104"/>
                  </a:lnTo>
                  <a:cubicBezTo>
                    <a:pt x="230" y="79"/>
                    <a:pt x="191" y="59"/>
                    <a:pt x="152" y="59"/>
                  </a:cubicBezTo>
                  <a:close/>
                  <a:moveTo>
                    <a:pt x="152" y="128"/>
                  </a:moveTo>
                  <a:cubicBezTo>
                    <a:pt x="128" y="128"/>
                    <a:pt x="108" y="138"/>
                    <a:pt x="93" y="152"/>
                  </a:cubicBezTo>
                  <a:lnTo>
                    <a:pt x="118" y="177"/>
                  </a:lnTo>
                  <a:cubicBezTo>
                    <a:pt x="123" y="167"/>
                    <a:pt x="137" y="162"/>
                    <a:pt x="152" y="162"/>
                  </a:cubicBezTo>
                  <a:cubicBezTo>
                    <a:pt x="167" y="162"/>
                    <a:pt x="177" y="167"/>
                    <a:pt x="186" y="177"/>
                  </a:cubicBezTo>
                  <a:lnTo>
                    <a:pt x="211" y="152"/>
                  </a:lnTo>
                  <a:cubicBezTo>
                    <a:pt x="196" y="138"/>
                    <a:pt x="172" y="128"/>
                    <a:pt x="152" y="128"/>
                  </a:cubicBezTo>
                  <a:close/>
                  <a:moveTo>
                    <a:pt x="152" y="187"/>
                  </a:moveTo>
                  <a:cubicBezTo>
                    <a:pt x="137" y="187"/>
                    <a:pt x="128" y="197"/>
                    <a:pt x="128" y="211"/>
                  </a:cubicBezTo>
                  <a:cubicBezTo>
                    <a:pt x="128" y="226"/>
                    <a:pt x="137" y="236"/>
                    <a:pt x="152" y="236"/>
                  </a:cubicBezTo>
                  <a:cubicBezTo>
                    <a:pt x="167" y="236"/>
                    <a:pt x="177" y="226"/>
                    <a:pt x="177" y="211"/>
                  </a:cubicBezTo>
                  <a:cubicBezTo>
                    <a:pt x="177" y="197"/>
                    <a:pt x="167" y="187"/>
                    <a:pt x="152" y="1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54"/>
            <p:cNvSpPr/>
            <p:nvPr/>
          </p:nvSpPr>
          <p:spPr>
            <a:xfrm>
              <a:off x="7614503" y="343980"/>
              <a:ext cx="77099" cy="57309"/>
            </a:xfrm>
            <a:custGeom>
              <a:rect b="b" l="l" r="r" t="t"/>
              <a:pathLst>
                <a:path extrusionOk="0" h="197" w="265">
                  <a:moveTo>
                    <a:pt x="0" y="143"/>
                  </a:moveTo>
                  <a:lnTo>
                    <a:pt x="0" y="192"/>
                  </a:lnTo>
                  <a:lnTo>
                    <a:pt x="30" y="192"/>
                  </a:lnTo>
                  <a:lnTo>
                    <a:pt x="30" y="143"/>
                  </a:lnTo>
                  <a:close/>
                  <a:moveTo>
                    <a:pt x="59" y="109"/>
                  </a:moveTo>
                  <a:lnTo>
                    <a:pt x="59" y="192"/>
                  </a:lnTo>
                  <a:lnTo>
                    <a:pt x="88" y="192"/>
                  </a:lnTo>
                  <a:lnTo>
                    <a:pt x="88" y="109"/>
                  </a:lnTo>
                  <a:close/>
                  <a:moveTo>
                    <a:pt x="118" y="70"/>
                  </a:moveTo>
                  <a:lnTo>
                    <a:pt x="118" y="192"/>
                  </a:lnTo>
                  <a:lnTo>
                    <a:pt x="147" y="192"/>
                  </a:lnTo>
                  <a:lnTo>
                    <a:pt x="147" y="70"/>
                  </a:lnTo>
                  <a:close/>
                  <a:moveTo>
                    <a:pt x="177" y="35"/>
                  </a:moveTo>
                  <a:lnTo>
                    <a:pt x="177" y="192"/>
                  </a:lnTo>
                  <a:lnTo>
                    <a:pt x="206" y="192"/>
                  </a:lnTo>
                  <a:lnTo>
                    <a:pt x="206" y="35"/>
                  </a:lnTo>
                  <a:close/>
                  <a:moveTo>
                    <a:pt x="235" y="1"/>
                  </a:moveTo>
                  <a:lnTo>
                    <a:pt x="235" y="197"/>
                  </a:lnTo>
                  <a:lnTo>
                    <a:pt x="265" y="197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54"/>
            <p:cNvSpPr/>
            <p:nvPr/>
          </p:nvSpPr>
          <p:spPr>
            <a:xfrm>
              <a:off x="7823979" y="345434"/>
              <a:ext cx="115503" cy="55854"/>
            </a:xfrm>
            <a:custGeom>
              <a:rect b="b" l="l" r="r" t="t"/>
              <a:pathLst>
                <a:path extrusionOk="0" h="192" w="397">
                  <a:moveTo>
                    <a:pt x="44" y="20"/>
                  </a:moveTo>
                  <a:cubicBezTo>
                    <a:pt x="30" y="20"/>
                    <a:pt x="20" y="35"/>
                    <a:pt x="20" y="50"/>
                  </a:cubicBezTo>
                  <a:lnTo>
                    <a:pt x="20" y="148"/>
                  </a:lnTo>
                  <a:cubicBezTo>
                    <a:pt x="20" y="162"/>
                    <a:pt x="30" y="172"/>
                    <a:pt x="44" y="172"/>
                  </a:cubicBezTo>
                  <a:lnTo>
                    <a:pt x="274" y="172"/>
                  </a:lnTo>
                  <a:lnTo>
                    <a:pt x="274" y="20"/>
                  </a:lnTo>
                  <a:close/>
                  <a:moveTo>
                    <a:pt x="338" y="11"/>
                  </a:moveTo>
                  <a:cubicBezTo>
                    <a:pt x="358" y="11"/>
                    <a:pt x="372" y="25"/>
                    <a:pt x="372" y="45"/>
                  </a:cubicBezTo>
                  <a:lnTo>
                    <a:pt x="372" y="153"/>
                  </a:lnTo>
                  <a:cubicBezTo>
                    <a:pt x="372" y="172"/>
                    <a:pt x="358" y="187"/>
                    <a:pt x="338" y="187"/>
                  </a:cubicBezTo>
                  <a:lnTo>
                    <a:pt x="39" y="187"/>
                  </a:lnTo>
                  <a:cubicBezTo>
                    <a:pt x="25" y="187"/>
                    <a:pt x="5" y="172"/>
                    <a:pt x="5" y="153"/>
                  </a:cubicBezTo>
                  <a:lnTo>
                    <a:pt x="5" y="45"/>
                  </a:lnTo>
                  <a:cubicBezTo>
                    <a:pt x="5" y="25"/>
                    <a:pt x="25" y="11"/>
                    <a:pt x="39" y="11"/>
                  </a:cubicBezTo>
                  <a:close/>
                  <a:moveTo>
                    <a:pt x="39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153"/>
                  </a:lnTo>
                  <a:cubicBezTo>
                    <a:pt x="0" y="172"/>
                    <a:pt x="20" y="192"/>
                    <a:pt x="39" y="192"/>
                  </a:cubicBezTo>
                  <a:lnTo>
                    <a:pt x="338" y="192"/>
                  </a:lnTo>
                  <a:cubicBezTo>
                    <a:pt x="363" y="192"/>
                    <a:pt x="377" y="172"/>
                    <a:pt x="377" y="153"/>
                  </a:cubicBezTo>
                  <a:lnTo>
                    <a:pt x="377" y="123"/>
                  </a:lnTo>
                  <a:lnTo>
                    <a:pt x="397" y="123"/>
                  </a:lnTo>
                  <a:lnTo>
                    <a:pt x="397" y="74"/>
                  </a:lnTo>
                  <a:lnTo>
                    <a:pt x="377" y="74"/>
                  </a:lnTo>
                  <a:lnTo>
                    <a:pt x="377" y="45"/>
                  </a:lnTo>
                  <a:cubicBezTo>
                    <a:pt x="377" y="20"/>
                    <a:pt x="363" y="1"/>
                    <a:pt x="3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54"/>
            <p:cNvSpPr/>
            <p:nvPr/>
          </p:nvSpPr>
          <p:spPr>
            <a:xfrm>
              <a:off x="8064585" y="611905"/>
              <a:ext cx="67498" cy="33163"/>
            </a:xfrm>
            <a:custGeom>
              <a:rect b="b" l="l" r="r" t="t"/>
              <a:pathLst>
                <a:path extrusionOk="0" h="114" w="232">
                  <a:moveTo>
                    <a:pt x="1" y="1"/>
                  </a:moveTo>
                  <a:lnTo>
                    <a:pt x="1" y="113"/>
                  </a:lnTo>
                  <a:lnTo>
                    <a:pt x="231" y="11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54"/>
            <p:cNvSpPr/>
            <p:nvPr/>
          </p:nvSpPr>
          <p:spPr>
            <a:xfrm>
              <a:off x="5837742" y="611905"/>
              <a:ext cx="65752" cy="33163"/>
            </a:xfrm>
            <a:custGeom>
              <a:rect b="b" l="l" r="r" t="t"/>
              <a:pathLst>
                <a:path extrusionOk="0" h="114" w="226">
                  <a:moveTo>
                    <a:pt x="0" y="1"/>
                  </a:moveTo>
                  <a:lnTo>
                    <a:pt x="0" y="113"/>
                  </a:lnTo>
                  <a:lnTo>
                    <a:pt x="226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54"/>
            <p:cNvSpPr/>
            <p:nvPr/>
          </p:nvSpPr>
          <p:spPr>
            <a:xfrm>
              <a:off x="8131792" y="1301644"/>
              <a:ext cx="24439" cy="354907"/>
            </a:xfrm>
            <a:custGeom>
              <a:rect b="b" l="l" r="r" t="t"/>
              <a:pathLst>
                <a:path extrusionOk="0" h="1220" w="84">
                  <a:moveTo>
                    <a:pt x="0" y="0"/>
                  </a:moveTo>
                  <a:lnTo>
                    <a:pt x="0" y="1219"/>
                  </a:lnTo>
                  <a:lnTo>
                    <a:pt x="39" y="1219"/>
                  </a:lnTo>
                  <a:cubicBezTo>
                    <a:pt x="64" y="1219"/>
                    <a:pt x="83" y="1200"/>
                    <a:pt x="83" y="1175"/>
                  </a:cubicBezTo>
                  <a:lnTo>
                    <a:pt x="83" y="44"/>
                  </a:lnTo>
                  <a:cubicBezTo>
                    <a:pt x="83" y="20"/>
                    <a:pt x="64" y="0"/>
                    <a:pt x="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54"/>
            <p:cNvSpPr/>
            <p:nvPr/>
          </p:nvSpPr>
          <p:spPr>
            <a:xfrm>
              <a:off x="5812139" y="1620769"/>
              <a:ext cx="25894" cy="356362"/>
            </a:xfrm>
            <a:custGeom>
              <a:rect b="b" l="l" r="r" t="t"/>
              <a:pathLst>
                <a:path extrusionOk="0" h="1225" w="89">
                  <a:moveTo>
                    <a:pt x="44" y="0"/>
                  </a:moveTo>
                  <a:cubicBezTo>
                    <a:pt x="20" y="0"/>
                    <a:pt x="0" y="20"/>
                    <a:pt x="0" y="49"/>
                  </a:cubicBezTo>
                  <a:lnTo>
                    <a:pt x="0" y="1180"/>
                  </a:lnTo>
                  <a:cubicBezTo>
                    <a:pt x="0" y="1205"/>
                    <a:pt x="20" y="1224"/>
                    <a:pt x="44" y="1224"/>
                  </a:cubicBezTo>
                  <a:lnTo>
                    <a:pt x="88" y="1224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54"/>
            <p:cNvSpPr/>
            <p:nvPr/>
          </p:nvSpPr>
          <p:spPr>
            <a:xfrm>
              <a:off x="5812139" y="1177427"/>
              <a:ext cx="25894" cy="356653"/>
            </a:xfrm>
            <a:custGeom>
              <a:rect b="b" l="l" r="r" t="t"/>
              <a:pathLst>
                <a:path extrusionOk="0" h="1226" w="89">
                  <a:moveTo>
                    <a:pt x="44" y="1"/>
                  </a:moveTo>
                  <a:cubicBezTo>
                    <a:pt x="20" y="1"/>
                    <a:pt x="0" y="21"/>
                    <a:pt x="0" y="45"/>
                  </a:cubicBezTo>
                  <a:lnTo>
                    <a:pt x="0" y="1181"/>
                  </a:lnTo>
                  <a:cubicBezTo>
                    <a:pt x="0" y="1206"/>
                    <a:pt x="20" y="1225"/>
                    <a:pt x="44" y="1225"/>
                  </a:cubicBezTo>
                  <a:lnTo>
                    <a:pt x="88" y="1225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54"/>
            <p:cNvSpPr/>
            <p:nvPr/>
          </p:nvSpPr>
          <p:spPr>
            <a:xfrm>
              <a:off x="5812139" y="859757"/>
              <a:ext cx="25894" cy="111418"/>
            </a:xfrm>
            <a:custGeom>
              <a:rect b="b" l="l" r="r" t="t"/>
              <a:pathLst>
                <a:path extrusionOk="0" h="383" w="89">
                  <a:moveTo>
                    <a:pt x="44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339"/>
                  </a:lnTo>
                  <a:cubicBezTo>
                    <a:pt x="0" y="363"/>
                    <a:pt x="20" y="383"/>
                    <a:pt x="44" y="383"/>
                  </a:cubicBezTo>
                  <a:lnTo>
                    <a:pt x="88" y="383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54"/>
            <p:cNvSpPr/>
            <p:nvPr/>
          </p:nvSpPr>
          <p:spPr>
            <a:xfrm>
              <a:off x="8064585" y="4496962"/>
              <a:ext cx="67498" cy="34618"/>
            </a:xfrm>
            <a:custGeom>
              <a:rect b="b" l="l" r="r" t="t"/>
              <a:pathLst>
                <a:path extrusionOk="0" h="119" w="232">
                  <a:moveTo>
                    <a:pt x="1" y="1"/>
                  </a:moveTo>
                  <a:lnTo>
                    <a:pt x="1" y="118"/>
                  </a:lnTo>
                  <a:lnTo>
                    <a:pt x="231" y="118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54"/>
            <p:cNvSpPr/>
            <p:nvPr/>
          </p:nvSpPr>
          <p:spPr>
            <a:xfrm>
              <a:off x="5837742" y="4496962"/>
              <a:ext cx="65752" cy="34618"/>
            </a:xfrm>
            <a:custGeom>
              <a:rect b="b" l="l" r="r" t="t"/>
              <a:pathLst>
                <a:path extrusionOk="0" h="119" w="226">
                  <a:moveTo>
                    <a:pt x="0" y="1"/>
                  </a:moveTo>
                  <a:lnTo>
                    <a:pt x="0" y="118"/>
                  </a:lnTo>
                  <a:lnTo>
                    <a:pt x="226" y="11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54"/>
            <p:cNvSpPr/>
            <p:nvPr/>
          </p:nvSpPr>
          <p:spPr>
            <a:xfrm>
              <a:off x="6649976" y="3637490"/>
              <a:ext cx="4598" cy="4470"/>
            </a:xfrm>
            <a:custGeom>
              <a:rect b="b" l="l" r="r" t="t"/>
              <a:pathLst>
                <a:path extrusionOk="0" h="35" w="36">
                  <a:moveTo>
                    <a:pt x="1" y="0"/>
                  </a:moveTo>
                  <a:lnTo>
                    <a:pt x="27" y="34"/>
                  </a:lnTo>
                  <a:lnTo>
                    <a:pt x="35" y="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79" name="Google Shape;679;p54"/>
          <p:cNvSpPr txBox="1"/>
          <p:nvPr>
            <p:ph idx="4294967295" type="body"/>
          </p:nvPr>
        </p:nvSpPr>
        <p:spPr>
          <a:xfrm>
            <a:off x="292600" y="323625"/>
            <a:ext cx="8590800" cy="5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2550" u="sng">
                <a:latin typeface="Permanent Marker"/>
                <a:ea typeface="Permanent Marker"/>
                <a:cs typeface="Permanent Marker"/>
                <a:sym typeface="Permanent Marker"/>
              </a:rPr>
              <a:t>Implementation</a:t>
            </a:r>
            <a:endParaRPr b="1" sz="2550" u="sng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680" name="Google Shape;680;p54"/>
          <p:cNvSpPr txBox="1"/>
          <p:nvPr>
            <p:ph idx="4294967295" type="body"/>
          </p:nvPr>
        </p:nvSpPr>
        <p:spPr>
          <a:xfrm>
            <a:off x="292600" y="780825"/>
            <a:ext cx="8618700" cy="5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950" u="sng">
                <a:latin typeface="Permanent Marker"/>
                <a:ea typeface="Permanent Marker"/>
                <a:cs typeface="Permanent Marker"/>
                <a:sym typeface="Permanent Marker"/>
              </a:rPr>
              <a:t>Logic Gates</a:t>
            </a:r>
            <a:endParaRPr b="1" sz="1950" u="sng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pic>
        <p:nvPicPr>
          <p:cNvPr id="681" name="Google Shape;681;p54"/>
          <p:cNvPicPr preferRelativeResize="0"/>
          <p:nvPr/>
        </p:nvPicPr>
        <p:blipFill rotWithShape="1">
          <a:blip r:embed="rId3">
            <a:alphaModFix/>
          </a:blip>
          <a:srcRect b="0" l="0" r="22750" t="0"/>
          <a:stretch/>
        </p:blipFill>
        <p:spPr>
          <a:xfrm>
            <a:off x="741128" y="1240360"/>
            <a:ext cx="3143250" cy="2402100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4"/>
          <p:cNvSpPr txBox="1"/>
          <p:nvPr/>
        </p:nvSpPr>
        <p:spPr>
          <a:xfrm>
            <a:off x="1879200" y="4074000"/>
            <a:ext cx="559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LOGIC GATES ARE THE PHYSICAL OR SYMBOLIC REALIZATIONS OF THOSE RULES!!!</a:t>
            </a:r>
            <a:endParaRPr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683" name="Google Shape;683;p54"/>
          <p:cNvGrpSpPr/>
          <p:nvPr/>
        </p:nvGrpSpPr>
        <p:grpSpPr>
          <a:xfrm>
            <a:off x="4160606" y="1225403"/>
            <a:ext cx="3583200" cy="2402100"/>
            <a:chOff x="4227775" y="1247813"/>
            <a:chExt cx="3583200" cy="2402100"/>
          </a:xfrm>
        </p:grpSpPr>
        <p:sp>
          <p:nvSpPr>
            <p:cNvPr id="684" name="Google Shape;684;p54"/>
            <p:cNvSpPr/>
            <p:nvPr/>
          </p:nvSpPr>
          <p:spPr>
            <a:xfrm>
              <a:off x="4227775" y="1247813"/>
              <a:ext cx="3583200" cy="2402100"/>
            </a:xfrm>
            <a:prstGeom prst="rect">
              <a:avLst/>
            </a:prstGeom>
            <a:solidFill>
              <a:schemeClr val="lt1"/>
            </a:solidFill>
            <a:ln cap="flat" cmpd="sng" w="82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8650" lIns="78650" spcFirstLastPara="1" rIns="78650" wrap="square" tIns="78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4">
                <a:latin typeface="Karla"/>
                <a:ea typeface="Karla"/>
                <a:cs typeface="Karla"/>
                <a:sym typeface="Karla"/>
              </a:endParaRPr>
            </a:p>
          </p:txBody>
        </p:sp>
        <p:pic>
          <p:nvPicPr>
            <p:cNvPr id="685" name="Google Shape;685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74498" y="1495680"/>
              <a:ext cx="3370390" cy="188492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0" name="Google Shape;690;p55"/>
          <p:cNvGrpSpPr/>
          <p:nvPr/>
        </p:nvGrpSpPr>
        <p:grpSpPr>
          <a:xfrm rot="5400000">
            <a:off x="1986634" y="-2035183"/>
            <a:ext cx="5073787" cy="9144173"/>
            <a:chOff x="5812139" y="178733"/>
            <a:chExt cx="2344092" cy="4786022"/>
          </a:xfrm>
        </p:grpSpPr>
        <p:sp>
          <p:nvSpPr>
            <p:cNvPr id="691" name="Google Shape;691;p55"/>
            <p:cNvSpPr/>
            <p:nvPr/>
          </p:nvSpPr>
          <p:spPr>
            <a:xfrm>
              <a:off x="5837742" y="178745"/>
              <a:ext cx="2294353" cy="4786010"/>
            </a:xfrm>
            <a:custGeom>
              <a:rect b="b" l="l" r="r" t="t"/>
              <a:pathLst>
                <a:path extrusionOk="0" h="16452" w="7886">
                  <a:moveTo>
                    <a:pt x="994" y="1"/>
                  </a:moveTo>
                  <a:cubicBezTo>
                    <a:pt x="446" y="1"/>
                    <a:pt x="0" y="447"/>
                    <a:pt x="0" y="995"/>
                  </a:cubicBezTo>
                  <a:lnTo>
                    <a:pt x="0" y="2342"/>
                  </a:lnTo>
                  <a:lnTo>
                    <a:pt x="0" y="2724"/>
                  </a:lnTo>
                  <a:lnTo>
                    <a:pt x="0" y="3434"/>
                  </a:lnTo>
                  <a:lnTo>
                    <a:pt x="0" y="4658"/>
                  </a:lnTo>
                  <a:lnTo>
                    <a:pt x="0" y="4957"/>
                  </a:lnTo>
                  <a:lnTo>
                    <a:pt x="0" y="6181"/>
                  </a:lnTo>
                  <a:lnTo>
                    <a:pt x="0" y="15457"/>
                  </a:lnTo>
                  <a:cubicBezTo>
                    <a:pt x="0" y="16006"/>
                    <a:pt x="446" y="16451"/>
                    <a:pt x="994" y="16451"/>
                  </a:cubicBezTo>
                  <a:lnTo>
                    <a:pt x="6886" y="16451"/>
                  </a:lnTo>
                  <a:cubicBezTo>
                    <a:pt x="7439" y="16451"/>
                    <a:pt x="7885" y="16006"/>
                    <a:pt x="7885" y="15457"/>
                  </a:cubicBezTo>
                  <a:lnTo>
                    <a:pt x="7885" y="5079"/>
                  </a:lnTo>
                  <a:lnTo>
                    <a:pt x="7885" y="3860"/>
                  </a:lnTo>
                  <a:lnTo>
                    <a:pt x="7885" y="995"/>
                  </a:lnTo>
                  <a:cubicBezTo>
                    <a:pt x="7885" y="447"/>
                    <a:pt x="7439" y="1"/>
                    <a:pt x="6886" y="1"/>
                  </a:cubicBezTo>
                  <a:lnTo>
                    <a:pt x="5946" y="1"/>
                  </a:lnTo>
                  <a:lnTo>
                    <a:pt x="5946" y="265"/>
                  </a:lnTo>
                  <a:lnTo>
                    <a:pt x="6866" y="265"/>
                  </a:lnTo>
                  <a:cubicBezTo>
                    <a:pt x="7302" y="265"/>
                    <a:pt x="7655" y="618"/>
                    <a:pt x="7655" y="1054"/>
                  </a:cubicBezTo>
                  <a:lnTo>
                    <a:pt x="7655" y="15398"/>
                  </a:lnTo>
                  <a:cubicBezTo>
                    <a:pt x="7655" y="15834"/>
                    <a:pt x="7302" y="16187"/>
                    <a:pt x="6866" y="16187"/>
                  </a:cubicBezTo>
                  <a:lnTo>
                    <a:pt x="1014" y="16187"/>
                  </a:lnTo>
                  <a:cubicBezTo>
                    <a:pt x="578" y="16187"/>
                    <a:pt x="226" y="15834"/>
                    <a:pt x="226" y="15398"/>
                  </a:cubicBezTo>
                  <a:lnTo>
                    <a:pt x="226" y="1054"/>
                  </a:lnTo>
                  <a:cubicBezTo>
                    <a:pt x="226" y="618"/>
                    <a:pt x="578" y="265"/>
                    <a:pt x="1014" y="265"/>
                  </a:cubicBezTo>
                  <a:lnTo>
                    <a:pt x="1935" y="265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55"/>
            <p:cNvSpPr/>
            <p:nvPr/>
          </p:nvSpPr>
          <p:spPr>
            <a:xfrm>
              <a:off x="5903203" y="255835"/>
              <a:ext cx="2161684" cy="4631829"/>
            </a:xfrm>
            <a:custGeom>
              <a:rect b="b" l="l" r="r" t="t"/>
              <a:pathLst>
                <a:path extrusionOk="0" h="15922" w="7430">
                  <a:moveTo>
                    <a:pt x="789" y="0"/>
                  </a:moveTo>
                  <a:cubicBezTo>
                    <a:pt x="353" y="0"/>
                    <a:pt x="1" y="353"/>
                    <a:pt x="1" y="789"/>
                  </a:cubicBezTo>
                  <a:lnTo>
                    <a:pt x="1" y="15133"/>
                  </a:lnTo>
                  <a:cubicBezTo>
                    <a:pt x="1" y="15569"/>
                    <a:pt x="353" y="15922"/>
                    <a:pt x="789" y="15922"/>
                  </a:cubicBezTo>
                  <a:lnTo>
                    <a:pt x="6641" y="15922"/>
                  </a:lnTo>
                  <a:cubicBezTo>
                    <a:pt x="7077" y="15922"/>
                    <a:pt x="7430" y="15569"/>
                    <a:pt x="7430" y="15133"/>
                  </a:cubicBezTo>
                  <a:lnTo>
                    <a:pt x="7430" y="789"/>
                  </a:lnTo>
                  <a:cubicBezTo>
                    <a:pt x="7430" y="353"/>
                    <a:pt x="7077" y="0"/>
                    <a:pt x="6641" y="0"/>
                  </a:cubicBezTo>
                  <a:lnTo>
                    <a:pt x="5721" y="0"/>
                  </a:lnTo>
                  <a:lnTo>
                    <a:pt x="5721" y="265"/>
                  </a:lnTo>
                  <a:cubicBezTo>
                    <a:pt x="5721" y="485"/>
                    <a:pt x="5544" y="666"/>
                    <a:pt x="5324" y="666"/>
                  </a:cubicBezTo>
                  <a:lnTo>
                    <a:pt x="2111" y="666"/>
                  </a:lnTo>
                  <a:cubicBezTo>
                    <a:pt x="1891" y="666"/>
                    <a:pt x="1710" y="485"/>
                    <a:pt x="1710" y="265"/>
                  </a:cubicBezTo>
                  <a:lnTo>
                    <a:pt x="17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55"/>
            <p:cNvSpPr/>
            <p:nvPr/>
          </p:nvSpPr>
          <p:spPr>
            <a:xfrm>
              <a:off x="6395153" y="178733"/>
              <a:ext cx="1177783" cy="271144"/>
            </a:xfrm>
            <a:custGeom>
              <a:rect b="b" l="l" r="r" t="t"/>
              <a:pathLst>
                <a:path extrusionOk="0" h="932" w="4012">
                  <a:moveTo>
                    <a:pt x="2503" y="471"/>
                  </a:moveTo>
                  <a:cubicBezTo>
                    <a:pt x="2547" y="471"/>
                    <a:pt x="2582" y="505"/>
                    <a:pt x="2582" y="549"/>
                  </a:cubicBezTo>
                  <a:cubicBezTo>
                    <a:pt x="2582" y="589"/>
                    <a:pt x="2547" y="623"/>
                    <a:pt x="2503" y="623"/>
                  </a:cubicBezTo>
                  <a:lnTo>
                    <a:pt x="1509" y="623"/>
                  </a:lnTo>
                  <a:cubicBezTo>
                    <a:pt x="1470" y="623"/>
                    <a:pt x="1431" y="589"/>
                    <a:pt x="1431" y="549"/>
                  </a:cubicBezTo>
                  <a:cubicBezTo>
                    <a:pt x="1431" y="505"/>
                    <a:pt x="1470" y="471"/>
                    <a:pt x="1509" y="471"/>
                  </a:cubicBezTo>
                  <a:close/>
                  <a:moveTo>
                    <a:pt x="2924" y="461"/>
                  </a:moveTo>
                  <a:cubicBezTo>
                    <a:pt x="2973" y="461"/>
                    <a:pt x="3013" y="500"/>
                    <a:pt x="3013" y="549"/>
                  </a:cubicBezTo>
                  <a:cubicBezTo>
                    <a:pt x="3013" y="593"/>
                    <a:pt x="2973" y="633"/>
                    <a:pt x="2924" y="633"/>
                  </a:cubicBezTo>
                  <a:cubicBezTo>
                    <a:pt x="2876" y="633"/>
                    <a:pt x="2836" y="593"/>
                    <a:pt x="2836" y="549"/>
                  </a:cubicBezTo>
                  <a:cubicBezTo>
                    <a:pt x="2836" y="500"/>
                    <a:pt x="2876" y="461"/>
                    <a:pt x="2924" y="461"/>
                  </a:cubicBezTo>
                  <a:close/>
                  <a:moveTo>
                    <a:pt x="1" y="1"/>
                  </a:moveTo>
                  <a:lnTo>
                    <a:pt x="1" y="265"/>
                  </a:lnTo>
                  <a:lnTo>
                    <a:pt x="1" y="530"/>
                  </a:lnTo>
                  <a:cubicBezTo>
                    <a:pt x="1" y="750"/>
                    <a:pt x="182" y="931"/>
                    <a:pt x="402" y="931"/>
                  </a:cubicBezTo>
                  <a:lnTo>
                    <a:pt x="3615" y="931"/>
                  </a:lnTo>
                  <a:cubicBezTo>
                    <a:pt x="3835" y="931"/>
                    <a:pt x="4012" y="750"/>
                    <a:pt x="4012" y="530"/>
                  </a:cubicBezTo>
                  <a:lnTo>
                    <a:pt x="4012" y="265"/>
                  </a:lnTo>
                  <a:lnTo>
                    <a:pt x="40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55"/>
            <p:cNvSpPr/>
            <p:nvPr/>
          </p:nvSpPr>
          <p:spPr>
            <a:xfrm>
              <a:off x="5854616" y="197363"/>
              <a:ext cx="2260313" cy="4748774"/>
            </a:xfrm>
            <a:custGeom>
              <a:rect b="b" l="l" r="r" t="t"/>
              <a:pathLst>
                <a:path extrusionOk="0" h="16324" w="7769">
                  <a:moveTo>
                    <a:pt x="6755" y="16324"/>
                  </a:moveTo>
                  <a:lnTo>
                    <a:pt x="1010" y="16324"/>
                  </a:lnTo>
                  <a:cubicBezTo>
                    <a:pt x="452" y="16324"/>
                    <a:pt x="1" y="15863"/>
                    <a:pt x="1" y="15300"/>
                  </a:cubicBezTo>
                  <a:lnTo>
                    <a:pt x="1" y="1024"/>
                  </a:lnTo>
                  <a:cubicBezTo>
                    <a:pt x="1" y="461"/>
                    <a:pt x="452" y="1"/>
                    <a:pt x="1010" y="1"/>
                  </a:cubicBezTo>
                  <a:lnTo>
                    <a:pt x="6755" y="1"/>
                  </a:lnTo>
                  <a:cubicBezTo>
                    <a:pt x="7313" y="1"/>
                    <a:pt x="7768" y="461"/>
                    <a:pt x="7768" y="1024"/>
                  </a:cubicBezTo>
                  <a:lnTo>
                    <a:pt x="7768" y="15300"/>
                  </a:lnTo>
                  <a:cubicBezTo>
                    <a:pt x="7768" y="15863"/>
                    <a:pt x="7313" y="16324"/>
                    <a:pt x="6755" y="16324"/>
                  </a:cubicBezTo>
                  <a:close/>
                  <a:moveTo>
                    <a:pt x="1010" y="79"/>
                  </a:moveTo>
                  <a:cubicBezTo>
                    <a:pt x="496" y="79"/>
                    <a:pt x="79" y="500"/>
                    <a:pt x="79" y="1024"/>
                  </a:cubicBezTo>
                  <a:lnTo>
                    <a:pt x="79" y="15300"/>
                  </a:lnTo>
                  <a:cubicBezTo>
                    <a:pt x="79" y="15819"/>
                    <a:pt x="496" y="16245"/>
                    <a:pt x="1010" y="16245"/>
                  </a:cubicBezTo>
                  <a:lnTo>
                    <a:pt x="6755" y="16245"/>
                  </a:lnTo>
                  <a:cubicBezTo>
                    <a:pt x="7269" y="16245"/>
                    <a:pt x="7685" y="15819"/>
                    <a:pt x="7685" y="15300"/>
                  </a:cubicBezTo>
                  <a:lnTo>
                    <a:pt x="7685" y="1024"/>
                  </a:lnTo>
                  <a:cubicBezTo>
                    <a:pt x="7685" y="500"/>
                    <a:pt x="7269" y="79"/>
                    <a:pt x="6755" y="79"/>
                  </a:cubicBezTo>
                  <a:lnTo>
                    <a:pt x="1010" y="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55"/>
            <p:cNvSpPr/>
            <p:nvPr/>
          </p:nvSpPr>
          <p:spPr>
            <a:xfrm>
              <a:off x="7228085" y="312853"/>
              <a:ext cx="51496" cy="50036"/>
            </a:xfrm>
            <a:custGeom>
              <a:rect b="b" l="l" r="r" t="t"/>
              <a:pathLst>
                <a:path extrusionOk="0" h="172" w="177">
                  <a:moveTo>
                    <a:pt x="88" y="0"/>
                  </a:moveTo>
                  <a:cubicBezTo>
                    <a:pt x="40" y="0"/>
                    <a:pt x="0" y="39"/>
                    <a:pt x="0" y="88"/>
                  </a:cubicBezTo>
                  <a:cubicBezTo>
                    <a:pt x="0" y="132"/>
                    <a:pt x="40" y="172"/>
                    <a:pt x="88" y="172"/>
                  </a:cubicBezTo>
                  <a:cubicBezTo>
                    <a:pt x="137" y="172"/>
                    <a:pt x="177" y="132"/>
                    <a:pt x="177" y="88"/>
                  </a:cubicBezTo>
                  <a:cubicBezTo>
                    <a:pt x="177" y="39"/>
                    <a:pt x="137" y="0"/>
                    <a:pt x="88" y="0"/>
                  </a:cubicBezTo>
                  <a:close/>
                </a:path>
              </a:pathLst>
            </a:custGeom>
            <a:solidFill>
              <a:srgbClr val="7C242A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55"/>
            <p:cNvSpPr/>
            <p:nvPr/>
          </p:nvSpPr>
          <p:spPr>
            <a:xfrm>
              <a:off x="6816459" y="315471"/>
              <a:ext cx="335163" cy="44509"/>
            </a:xfrm>
            <a:custGeom>
              <a:rect b="b" l="l" r="r" t="t"/>
              <a:pathLst>
                <a:path extrusionOk="0" h="153" w="1152">
                  <a:moveTo>
                    <a:pt x="79" y="1"/>
                  </a:moveTo>
                  <a:cubicBezTo>
                    <a:pt x="40" y="1"/>
                    <a:pt x="1" y="35"/>
                    <a:pt x="1" y="79"/>
                  </a:cubicBezTo>
                  <a:cubicBezTo>
                    <a:pt x="1" y="119"/>
                    <a:pt x="40" y="153"/>
                    <a:pt x="79" y="153"/>
                  </a:cubicBezTo>
                  <a:lnTo>
                    <a:pt x="1073" y="153"/>
                  </a:lnTo>
                  <a:cubicBezTo>
                    <a:pt x="1117" y="153"/>
                    <a:pt x="1152" y="119"/>
                    <a:pt x="1152" y="79"/>
                  </a:cubicBezTo>
                  <a:cubicBezTo>
                    <a:pt x="1152" y="35"/>
                    <a:pt x="1117" y="1"/>
                    <a:pt x="1073" y="1"/>
                  </a:cubicBezTo>
                  <a:close/>
                </a:path>
              </a:pathLst>
            </a:custGeom>
            <a:solidFill>
              <a:srgbClr val="7C242A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55"/>
            <p:cNvSpPr/>
            <p:nvPr/>
          </p:nvSpPr>
          <p:spPr>
            <a:xfrm>
              <a:off x="6934871" y="664559"/>
              <a:ext cx="98629" cy="121599"/>
            </a:xfrm>
            <a:custGeom>
              <a:rect b="b" l="l" r="r" t="t"/>
              <a:pathLst>
                <a:path extrusionOk="0" h="418" w="339">
                  <a:moveTo>
                    <a:pt x="172" y="65"/>
                  </a:moveTo>
                  <a:cubicBezTo>
                    <a:pt x="230" y="65"/>
                    <a:pt x="279" y="114"/>
                    <a:pt x="279" y="172"/>
                  </a:cubicBezTo>
                  <a:lnTo>
                    <a:pt x="279" y="353"/>
                  </a:lnTo>
                  <a:lnTo>
                    <a:pt x="64" y="353"/>
                  </a:lnTo>
                  <a:lnTo>
                    <a:pt x="64" y="172"/>
                  </a:lnTo>
                  <a:cubicBezTo>
                    <a:pt x="64" y="114"/>
                    <a:pt x="113" y="65"/>
                    <a:pt x="172" y="65"/>
                  </a:cubicBezTo>
                  <a:close/>
                  <a:moveTo>
                    <a:pt x="172" y="1"/>
                  </a:moveTo>
                  <a:cubicBezTo>
                    <a:pt x="79" y="1"/>
                    <a:pt x="0" y="79"/>
                    <a:pt x="0" y="172"/>
                  </a:cubicBezTo>
                  <a:lnTo>
                    <a:pt x="0" y="417"/>
                  </a:lnTo>
                  <a:lnTo>
                    <a:pt x="338" y="417"/>
                  </a:lnTo>
                  <a:lnTo>
                    <a:pt x="338" y="172"/>
                  </a:lnTo>
                  <a:cubicBezTo>
                    <a:pt x="338" y="79"/>
                    <a:pt x="265" y="1"/>
                    <a:pt x="1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55"/>
            <p:cNvSpPr/>
            <p:nvPr/>
          </p:nvSpPr>
          <p:spPr>
            <a:xfrm>
              <a:off x="6914796" y="735831"/>
              <a:ext cx="138487" cy="81454"/>
            </a:xfrm>
            <a:custGeom>
              <a:rect b="b" l="l" r="r" t="t"/>
              <a:pathLst>
                <a:path extrusionOk="0" h="280" w="476">
                  <a:moveTo>
                    <a:pt x="50" y="1"/>
                  </a:moveTo>
                  <a:cubicBezTo>
                    <a:pt x="20" y="1"/>
                    <a:pt x="1" y="25"/>
                    <a:pt x="1" y="50"/>
                  </a:cubicBezTo>
                  <a:lnTo>
                    <a:pt x="1" y="231"/>
                  </a:lnTo>
                  <a:cubicBezTo>
                    <a:pt x="1" y="260"/>
                    <a:pt x="20" y="280"/>
                    <a:pt x="50" y="280"/>
                  </a:cubicBezTo>
                  <a:lnTo>
                    <a:pt x="427" y="280"/>
                  </a:lnTo>
                  <a:cubicBezTo>
                    <a:pt x="456" y="280"/>
                    <a:pt x="476" y="260"/>
                    <a:pt x="476" y="231"/>
                  </a:cubicBezTo>
                  <a:lnTo>
                    <a:pt x="476" y="50"/>
                  </a:lnTo>
                  <a:cubicBezTo>
                    <a:pt x="476" y="25"/>
                    <a:pt x="456" y="1"/>
                    <a:pt x="4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55"/>
            <p:cNvSpPr/>
            <p:nvPr/>
          </p:nvSpPr>
          <p:spPr>
            <a:xfrm>
              <a:off x="7712841" y="334089"/>
              <a:ext cx="88446" cy="68654"/>
            </a:xfrm>
            <a:custGeom>
              <a:rect b="b" l="l" r="r" t="t"/>
              <a:pathLst>
                <a:path extrusionOk="0" h="236" w="304">
                  <a:moveTo>
                    <a:pt x="152" y="1"/>
                  </a:moveTo>
                  <a:cubicBezTo>
                    <a:pt x="93" y="1"/>
                    <a:pt x="39" y="25"/>
                    <a:pt x="0" y="59"/>
                  </a:cubicBezTo>
                  <a:lnTo>
                    <a:pt x="25" y="84"/>
                  </a:lnTo>
                  <a:cubicBezTo>
                    <a:pt x="54" y="50"/>
                    <a:pt x="103" y="30"/>
                    <a:pt x="152" y="30"/>
                  </a:cubicBezTo>
                  <a:cubicBezTo>
                    <a:pt x="201" y="30"/>
                    <a:pt x="245" y="50"/>
                    <a:pt x="279" y="84"/>
                  </a:cubicBezTo>
                  <a:lnTo>
                    <a:pt x="304" y="59"/>
                  </a:lnTo>
                  <a:cubicBezTo>
                    <a:pt x="265" y="25"/>
                    <a:pt x="211" y="1"/>
                    <a:pt x="152" y="1"/>
                  </a:cubicBezTo>
                  <a:close/>
                  <a:moveTo>
                    <a:pt x="152" y="59"/>
                  </a:moveTo>
                  <a:cubicBezTo>
                    <a:pt x="108" y="59"/>
                    <a:pt x="74" y="79"/>
                    <a:pt x="44" y="104"/>
                  </a:cubicBezTo>
                  <a:lnTo>
                    <a:pt x="69" y="128"/>
                  </a:lnTo>
                  <a:cubicBezTo>
                    <a:pt x="88" y="104"/>
                    <a:pt x="118" y="94"/>
                    <a:pt x="152" y="94"/>
                  </a:cubicBezTo>
                  <a:cubicBezTo>
                    <a:pt x="186" y="94"/>
                    <a:pt x="216" y="104"/>
                    <a:pt x="235" y="128"/>
                  </a:cubicBezTo>
                  <a:lnTo>
                    <a:pt x="260" y="104"/>
                  </a:lnTo>
                  <a:cubicBezTo>
                    <a:pt x="230" y="79"/>
                    <a:pt x="191" y="59"/>
                    <a:pt x="152" y="59"/>
                  </a:cubicBezTo>
                  <a:close/>
                  <a:moveTo>
                    <a:pt x="152" y="128"/>
                  </a:moveTo>
                  <a:cubicBezTo>
                    <a:pt x="128" y="128"/>
                    <a:pt x="108" y="138"/>
                    <a:pt x="93" y="152"/>
                  </a:cubicBezTo>
                  <a:lnTo>
                    <a:pt x="118" y="177"/>
                  </a:lnTo>
                  <a:cubicBezTo>
                    <a:pt x="123" y="167"/>
                    <a:pt x="137" y="162"/>
                    <a:pt x="152" y="162"/>
                  </a:cubicBezTo>
                  <a:cubicBezTo>
                    <a:pt x="167" y="162"/>
                    <a:pt x="177" y="167"/>
                    <a:pt x="186" y="177"/>
                  </a:cubicBezTo>
                  <a:lnTo>
                    <a:pt x="211" y="152"/>
                  </a:lnTo>
                  <a:cubicBezTo>
                    <a:pt x="196" y="138"/>
                    <a:pt x="172" y="128"/>
                    <a:pt x="152" y="128"/>
                  </a:cubicBezTo>
                  <a:close/>
                  <a:moveTo>
                    <a:pt x="152" y="187"/>
                  </a:moveTo>
                  <a:cubicBezTo>
                    <a:pt x="137" y="187"/>
                    <a:pt x="128" y="197"/>
                    <a:pt x="128" y="211"/>
                  </a:cubicBezTo>
                  <a:cubicBezTo>
                    <a:pt x="128" y="226"/>
                    <a:pt x="137" y="236"/>
                    <a:pt x="152" y="236"/>
                  </a:cubicBezTo>
                  <a:cubicBezTo>
                    <a:pt x="167" y="236"/>
                    <a:pt x="177" y="226"/>
                    <a:pt x="177" y="211"/>
                  </a:cubicBezTo>
                  <a:cubicBezTo>
                    <a:pt x="177" y="197"/>
                    <a:pt x="167" y="187"/>
                    <a:pt x="152" y="1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55"/>
            <p:cNvSpPr/>
            <p:nvPr/>
          </p:nvSpPr>
          <p:spPr>
            <a:xfrm>
              <a:off x="7614503" y="343980"/>
              <a:ext cx="77099" cy="57309"/>
            </a:xfrm>
            <a:custGeom>
              <a:rect b="b" l="l" r="r" t="t"/>
              <a:pathLst>
                <a:path extrusionOk="0" h="197" w="265">
                  <a:moveTo>
                    <a:pt x="0" y="143"/>
                  </a:moveTo>
                  <a:lnTo>
                    <a:pt x="0" y="192"/>
                  </a:lnTo>
                  <a:lnTo>
                    <a:pt x="30" y="192"/>
                  </a:lnTo>
                  <a:lnTo>
                    <a:pt x="30" y="143"/>
                  </a:lnTo>
                  <a:close/>
                  <a:moveTo>
                    <a:pt x="59" y="109"/>
                  </a:moveTo>
                  <a:lnTo>
                    <a:pt x="59" y="192"/>
                  </a:lnTo>
                  <a:lnTo>
                    <a:pt x="88" y="192"/>
                  </a:lnTo>
                  <a:lnTo>
                    <a:pt x="88" y="109"/>
                  </a:lnTo>
                  <a:close/>
                  <a:moveTo>
                    <a:pt x="118" y="70"/>
                  </a:moveTo>
                  <a:lnTo>
                    <a:pt x="118" y="192"/>
                  </a:lnTo>
                  <a:lnTo>
                    <a:pt x="147" y="192"/>
                  </a:lnTo>
                  <a:lnTo>
                    <a:pt x="147" y="70"/>
                  </a:lnTo>
                  <a:close/>
                  <a:moveTo>
                    <a:pt x="177" y="35"/>
                  </a:moveTo>
                  <a:lnTo>
                    <a:pt x="177" y="192"/>
                  </a:lnTo>
                  <a:lnTo>
                    <a:pt x="206" y="192"/>
                  </a:lnTo>
                  <a:lnTo>
                    <a:pt x="206" y="35"/>
                  </a:lnTo>
                  <a:close/>
                  <a:moveTo>
                    <a:pt x="235" y="1"/>
                  </a:moveTo>
                  <a:lnTo>
                    <a:pt x="235" y="197"/>
                  </a:lnTo>
                  <a:lnTo>
                    <a:pt x="265" y="197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55"/>
            <p:cNvSpPr/>
            <p:nvPr/>
          </p:nvSpPr>
          <p:spPr>
            <a:xfrm>
              <a:off x="7823979" y="345434"/>
              <a:ext cx="115503" cy="55854"/>
            </a:xfrm>
            <a:custGeom>
              <a:rect b="b" l="l" r="r" t="t"/>
              <a:pathLst>
                <a:path extrusionOk="0" h="192" w="397">
                  <a:moveTo>
                    <a:pt x="44" y="20"/>
                  </a:moveTo>
                  <a:cubicBezTo>
                    <a:pt x="30" y="20"/>
                    <a:pt x="20" y="35"/>
                    <a:pt x="20" y="50"/>
                  </a:cubicBezTo>
                  <a:lnTo>
                    <a:pt x="20" y="148"/>
                  </a:lnTo>
                  <a:cubicBezTo>
                    <a:pt x="20" y="162"/>
                    <a:pt x="30" y="172"/>
                    <a:pt x="44" y="172"/>
                  </a:cubicBezTo>
                  <a:lnTo>
                    <a:pt x="274" y="172"/>
                  </a:lnTo>
                  <a:lnTo>
                    <a:pt x="274" y="20"/>
                  </a:lnTo>
                  <a:close/>
                  <a:moveTo>
                    <a:pt x="338" y="11"/>
                  </a:moveTo>
                  <a:cubicBezTo>
                    <a:pt x="358" y="11"/>
                    <a:pt x="372" y="25"/>
                    <a:pt x="372" y="45"/>
                  </a:cubicBezTo>
                  <a:lnTo>
                    <a:pt x="372" y="153"/>
                  </a:lnTo>
                  <a:cubicBezTo>
                    <a:pt x="372" y="172"/>
                    <a:pt x="358" y="187"/>
                    <a:pt x="338" y="187"/>
                  </a:cubicBezTo>
                  <a:lnTo>
                    <a:pt x="39" y="187"/>
                  </a:lnTo>
                  <a:cubicBezTo>
                    <a:pt x="25" y="187"/>
                    <a:pt x="5" y="172"/>
                    <a:pt x="5" y="153"/>
                  </a:cubicBezTo>
                  <a:lnTo>
                    <a:pt x="5" y="45"/>
                  </a:lnTo>
                  <a:cubicBezTo>
                    <a:pt x="5" y="25"/>
                    <a:pt x="25" y="11"/>
                    <a:pt x="39" y="11"/>
                  </a:cubicBezTo>
                  <a:close/>
                  <a:moveTo>
                    <a:pt x="39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153"/>
                  </a:lnTo>
                  <a:cubicBezTo>
                    <a:pt x="0" y="172"/>
                    <a:pt x="20" y="192"/>
                    <a:pt x="39" y="192"/>
                  </a:cubicBezTo>
                  <a:lnTo>
                    <a:pt x="338" y="192"/>
                  </a:lnTo>
                  <a:cubicBezTo>
                    <a:pt x="363" y="192"/>
                    <a:pt x="377" y="172"/>
                    <a:pt x="377" y="153"/>
                  </a:cubicBezTo>
                  <a:lnTo>
                    <a:pt x="377" y="123"/>
                  </a:lnTo>
                  <a:lnTo>
                    <a:pt x="397" y="123"/>
                  </a:lnTo>
                  <a:lnTo>
                    <a:pt x="397" y="74"/>
                  </a:lnTo>
                  <a:lnTo>
                    <a:pt x="377" y="74"/>
                  </a:lnTo>
                  <a:lnTo>
                    <a:pt x="377" y="45"/>
                  </a:lnTo>
                  <a:cubicBezTo>
                    <a:pt x="377" y="20"/>
                    <a:pt x="363" y="1"/>
                    <a:pt x="3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55"/>
            <p:cNvSpPr/>
            <p:nvPr/>
          </p:nvSpPr>
          <p:spPr>
            <a:xfrm>
              <a:off x="8064585" y="611905"/>
              <a:ext cx="67498" cy="33163"/>
            </a:xfrm>
            <a:custGeom>
              <a:rect b="b" l="l" r="r" t="t"/>
              <a:pathLst>
                <a:path extrusionOk="0" h="114" w="232">
                  <a:moveTo>
                    <a:pt x="1" y="1"/>
                  </a:moveTo>
                  <a:lnTo>
                    <a:pt x="1" y="113"/>
                  </a:lnTo>
                  <a:lnTo>
                    <a:pt x="231" y="11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55"/>
            <p:cNvSpPr/>
            <p:nvPr/>
          </p:nvSpPr>
          <p:spPr>
            <a:xfrm>
              <a:off x="5837742" y="611905"/>
              <a:ext cx="65752" cy="33163"/>
            </a:xfrm>
            <a:custGeom>
              <a:rect b="b" l="l" r="r" t="t"/>
              <a:pathLst>
                <a:path extrusionOk="0" h="114" w="226">
                  <a:moveTo>
                    <a:pt x="0" y="1"/>
                  </a:moveTo>
                  <a:lnTo>
                    <a:pt x="0" y="113"/>
                  </a:lnTo>
                  <a:lnTo>
                    <a:pt x="226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55"/>
            <p:cNvSpPr/>
            <p:nvPr/>
          </p:nvSpPr>
          <p:spPr>
            <a:xfrm>
              <a:off x="8131792" y="1301644"/>
              <a:ext cx="24439" cy="354907"/>
            </a:xfrm>
            <a:custGeom>
              <a:rect b="b" l="l" r="r" t="t"/>
              <a:pathLst>
                <a:path extrusionOk="0" h="1220" w="84">
                  <a:moveTo>
                    <a:pt x="0" y="0"/>
                  </a:moveTo>
                  <a:lnTo>
                    <a:pt x="0" y="1219"/>
                  </a:lnTo>
                  <a:lnTo>
                    <a:pt x="39" y="1219"/>
                  </a:lnTo>
                  <a:cubicBezTo>
                    <a:pt x="64" y="1219"/>
                    <a:pt x="83" y="1200"/>
                    <a:pt x="83" y="1175"/>
                  </a:cubicBezTo>
                  <a:lnTo>
                    <a:pt x="83" y="44"/>
                  </a:lnTo>
                  <a:cubicBezTo>
                    <a:pt x="83" y="20"/>
                    <a:pt x="64" y="0"/>
                    <a:pt x="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55"/>
            <p:cNvSpPr/>
            <p:nvPr/>
          </p:nvSpPr>
          <p:spPr>
            <a:xfrm>
              <a:off x="5812139" y="1620769"/>
              <a:ext cx="25894" cy="356362"/>
            </a:xfrm>
            <a:custGeom>
              <a:rect b="b" l="l" r="r" t="t"/>
              <a:pathLst>
                <a:path extrusionOk="0" h="1225" w="89">
                  <a:moveTo>
                    <a:pt x="44" y="0"/>
                  </a:moveTo>
                  <a:cubicBezTo>
                    <a:pt x="20" y="0"/>
                    <a:pt x="0" y="20"/>
                    <a:pt x="0" y="49"/>
                  </a:cubicBezTo>
                  <a:lnTo>
                    <a:pt x="0" y="1180"/>
                  </a:lnTo>
                  <a:cubicBezTo>
                    <a:pt x="0" y="1205"/>
                    <a:pt x="20" y="1224"/>
                    <a:pt x="44" y="1224"/>
                  </a:cubicBezTo>
                  <a:lnTo>
                    <a:pt x="88" y="1224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55"/>
            <p:cNvSpPr/>
            <p:nvPr/>
          </p:nvSpPr>
          <p:spPr>
            <a:xfrm>
              <a:off x="5812139" y="1177427"/>
              <a:ext cx="25894" cy="356653"/>
            </a:xfrm>
            <a:custGeom>
              <a:rect b="b" l="l" r="r" t="t"/>
              <a:pathLst>
                <a:path extrusionOk="0" h="1226" w="89">
                  <a:moveTo>
                    <a:pt x="44" y="1"/>
                  </a:moveTo>
                  <a:cubicBezTo>
                    <a:pt x="20" y="1"/>
                    <a:pt x="0" y="21"/>
                    <a:pt x="0" y="45"/>
                  </a:cubicBezTo>
                  <a:lnTo>
                    <a:pt x="0" y="1181"/>
                  </a:lnTo>
                  <a:cubicBezTo>
                    <a:pt x="0" y="1206"/>
                    <a:pt x="20" y="1225"/>
                    <a:pt x="44" y="1225"/>
                  </a:cubicBezTo>
                  <a:lnTo>
                    <a:pt x="88" y="1225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55"/>
            <p:cNvSpPr/>
            <p:nvPr/>
          </p:nvSpPr>
          <p:spPr>
            <a:xfrm>
              <a:off x="5812139" y="859757"/>
              <a:ext cx="25894" cy="111418"/>
            </a:xfrm>
            <a:custGeom>
              <a:rect b="b" l="l" r="r" t="t"/>
              <a:pathLst>
                <a:path extrusionOk="0" h="383" w="89">
                  <a:moveTo>
                    <a:pt x="44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339"/>
                  </a:lnTo>
                  <a:cubicBezTo>
                    <a:pt x="0" y="363"/>
                    <a:pt x="20" y="383"/>
                    <a:pt x="44" y="383"/>
                  </a:cubicBezTo>
                  <a:lnTo>
                    <a:pt x="88" y="383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55"/>
            <p:cNvSpPr/>
            <p:nvPr/>
          </p:nvSpPr>
          <p:spPr>
            <a:xfrm>
              <a:off x="8064585" y="4496962"/>
              <a:ext cx="67498" cy="34618"/>
            </a:xfrm>
            <a:custGeom>
              <a:rect b="b" l="l" r="r" t="t"/>
              <a:pathLst>
                <a:path extrusionOk="0" h="119" w="232">
                  <a:moveTo>
                    <a:pt x="1" y="1"/>
                  </a:moveTo>
                  <a:lnTo>
                    <a:pt x="1" y="118"/>
                  </a:lnTo>
                  <a:lnTo>
                    <a:pt x="231" y="118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55"/>
            <p:cNvSpPr/>
            <p:nvPr/>
          </p:nvSpPr>
          <p:spPr>
            <a:xfrm>
              <a:off x="5837742" y="4496962"/>
              <a:ext cx="65752" cy="34618"/>
            </a:xfrm>
            <a:custGeom>
              <a:rect b="b" l="l" r="r" t="t"/>
              <a:pathLst>
                <a:path extrusionOk="0" h="119" w="226">
                  <a:moveTo>
                    <a:pt x="0" y="1"/>
                  </a:moveTo>
                  <a:lnTo>
                    <a:pt x="0" y="118"/>
                  </a:lnTo>
                  <a:lnTo>
                    <a:pt x="226" y="11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55"/>
            <p:cNvSpPr/>
            <p:nvPr/>
          </p:nvSpPr>
          <p:spPr>
            <a:xfrm>
              <a:off x="6649976" y="3637490"/>
              <a:ext cx="4598" cy="4470"/>
            </a:xfrm>
            <a:custGeom>
              <a:rect b="b" l="l" r="r" t="t"/>
              <a:pathLst>
                <a:path extrusionOk="0" h="35" w="36">
                  <a:moveTo>
                    <a:pt x="1" y="0"/>
                  </a:moveTo>
                  <a:lnTo>
                    <a:pt x="27" y="34"/>
                  </a:lnTo>
                  <a:lnTo>
                    <a:pt x="35" y="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1" name="Google Shape;711;p55"/>
          <p:cNvSpPr txBox="1"/>
          <p:nvPr>
            <p:ph idx="4294967295" type="body"/>
          </p:nvPr>
        </p:nvSpPr>
        <p:spPr>
          <a:xfrm>
            <a:off x="292600" y="323625"/>
            <a:ext cx="8590800" cy="5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2550" u="sng">
                <a:latin typeface="Permanent Marker"/>
                <a:ea typeface="Permanent Marker"/>
                <a:cs typeface="Permanent Marker"/>
                <a:sym typeface="Permanent Marker"/>
              </a:rPr>
              <a:t>INterface</a:t>
            </a:r>
            <a:endParaRPr b="1" sz="2550" u="sng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712" name="Google Shape;712;p55"/>
          <p:cNvSpPr txBox="1"/>
          <p:nvPr>
            <p:ph idx="4294967295" type="body"/>
          </p:nvPr>
        </p:nvSpPr>
        <p:spPr>
          <a:xfrm>
            <a:off x="292600" y="780825"/>
            <a:ext cx="8618700" cy="5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950" u="sng">
                <a:latin typeface="Permanent Marker"/>
                <a:ea typeface="Permanent Marker"/>
                <a:cs typeface="Permanent Marker"/>
                <a:sym typeface="Permanent Marker"/>
              </a:rPr>
              <a:t>Hardware Description Language (HDL)</a:t>
            </a:r>
            <a:endParaRPr b="1" sz="1950" u="sng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713" name="Google Shape;713;p55"/>
          <p:cNvSpPr txBox="1"/>
          <p:nvPr>
            <p:ph idx="4294967295" type="body"/>
          </p:nvPr>
        </p:nvSpPr>
        <p:spPr>
          <a:xfrm>
            <a:off x="159250" y="1321025"/>
            <a:ext cx="8618700" cy="24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242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50"/>
              <a:buFont typeface="Permanent Marker"/>
              <a:buChar char="❖"/>
            </a:pPr>
            <a:r>
              <a:rPr lang="en" sz="1950">
                <a:latin typeface="Permanent Marker"/>
                <a:ea typeface="Permanent Marker"/>
                <a:cs typeface="Permanent Marker"/>
                <a:sym typeface="Permanent Marker"/>
              </a:rPr>
              <a:t>A description of the relationships (COnnections/Relative Positions) of Logic Gates</a:t>
            </a:r>
            <a:endParaRPr sz="1950"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50"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-35242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50"/>
              <a:buFont typeface="Permanent Marker"/>
              <a:buChar char="❖"/>
            </a:pPr>
            <a:r>
              <a:rPr lang="en" sz="1950">
                <a:latin typeface="Permanent Marker"/>
                <a:ea typeface="Permanent Marker"/>
                <a:cs typeface="Permanent Marker"/>
                <a:sym typeface="Permanent Marker"/>
              </a:rPr>
              <a:t>Maps ot how logic operations are put tοgether to carry out "code” that describes the function of a circuit</a:t>
            </a:r>
            <a:endParaRPr sz="1950"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50"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-35242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50"/>
              <a:buFont typeface="Permanent Marker"/>
              <a:buChar char="❖"/>
            </a:pPr>
            <a:r>
              <a:rPr lang="en" sz="1950">
                <a:latin typeface="Permanent Marker"/>
                <a:ea typeface="Permanent Marker"/>
                <a:cs typeface="Permanent Marker"/>
                <a:sym typeface="Permanent Marker"/>
              </a:rPr>
              <a:t>“Schematic", "Floor Plans", electrical equivalent to CAD</a:t>
            </a:r>
            <a:endParaRPr sz="1950"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50"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-35242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50"/>
              <a:buFont typeface="Permanent Marker"/>
              <a:buChar char="❖"/>
            </a:pPr>
            <a:r>
              <a:rPr lang="en" sz="1950">
                <a:latin typeface="Permanent Marker"/>
                <a:ea typeface="Permanent Marker"/>
                <a:cs typeface="Permanent Marker"/>
                <a:sym typeface="Permanent Marker"/>
              </a:rPr>
              <a:t>Essentially, instead of doing Logic by hand and human brain, we tell a computer but that requires the computer to have an understanding of the layout we are looking for</a:t>
            </a:r>
            <a:endParaRPr sz="1950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8" name="Google Shape;718;p56"/>
          <p:cNvGrpSpPr/>
          <p:nvPr/>
        </p:nvGrpSpPr>
        <p:grpSpPr>
          <a:xfrm rot="5400000">
            <a:off x="1986634" y="-2035183"/>
            <a:ext cx="5073787" cy="9144173"/>
            <a:chOff x="5812139" y="178733"/>
            <a:chExt cx="2344092" cy="4786022"/>
          </a:xfrm>
        </p:grpSpPr>
        <p:sp>
          <p:nvSpPr>
            <p:cNvPr id="719" name="Google Shape;719;p56"/>
            <p:cNvSpPr/>
            <p:nvPr/>
          </p:nvSpPr>
          <p:spPr>
            <a:xfrm>
              <a:off x="5837742" y="178745"/>
              <a:ext cx="2294353" cy="4786010"/>
            </a:xfrm>
            <a:custGeom>
              <a:rect b="b" l="l" r="r" t="t"/>
              <a:pathLst>
                <a:path extrusionOk="0" h="16452" w="7886">
                  <a:moveTo>
                    <a:pt x="994" y="1"/>
                  </a:moveTo>
                  <a:cubicBezTo>
                    <a:pt x="446" y="1"/>
                    <a:pt x="0" y="447"/>
                    <a:pt x="0" y="995"/>
                  </a:cubicBezTo>
                  <a:lnTo>
                    <a:pt x="0" y="2342"/>
                  </a:lnTo>
                  <a:lnTo>
                    <a:pt x="0" y="2724"/>
                  </a:lnTo>
                  <a:lnTo>
                    <a:pt x="0" y="3434"/>
                  </a:lnTo>
                  <a:lnTo>
                    <a:pt x="0" y="4658"/>
                  </a:lnTo>
                  <a:lnTo>
                    <a:pt x="0" y="4957"/>
                  </a:lnTo>
                  <a:lnTo>
                    <a:pt x="0" y="6181"/>
                  </a:lnTo>
                  <a:lnTo>
                    <a:pt x="0" y="15457"/>
                  </a:lnTo>
                  <a:cubicBezTo>
                    <a:pt x="0" y="16006"/>
                    <a:pt x="446" y="16451"/>
                    <a:pt x="994" y="16451"/>
                  </a:cubicBezTo>
                  <a:lnTo>
                    <a:pt x="6886" y="16451"/>
                  </a:lnTo>
                  <a:cubicBezTo>
                    <a:pt x="7439" y="16451"/>
                    <a:pt x="7885" y="16006"/>
                    <a:pt x="7885" y="15457"/>
                  </a:cubicBezTo>
                  <a:lnTo>
                    <a:pt x="7885" y="5079"/>
                  </a:lnTo>
                  <a:lnTo>
                    <a:pt x="7885" y="3860"/>
                  </a:lnTo>
                  <a:lnTo>
                    <a:pt x="7885" y="995"/>
                  </a:lnTo>
                  <a:cubicBezTo>
                    <a:pt x="7885" y="447"/>
                    <a:pt x="7439" y="1"/>
                    <a:pt x="6886" y="1"/>
                  </a:cubicBezTo>
                  <a:lnTo>
                    <a:pt x="5946" y="1"/>
                  </a:lnTo>
                  <a:lnTo>
                    <a:pt x="5946" y="265"/>
                  </a:lnTo>
                  <a:lnTo>
                    <a:pt x="6866" y="265"/>
                  </a:lnTo>
                  <a:cubicBezTo>
                    <a:pt x="7302" y="265"/>
                    <a:pt x="7655" y="618"/>
                    <a:pt x="7655" y="1054"/>
                  </a:cubicBezTo>
                  <a:lnTo>
                    <a:pt x="7655" y="15398"/>
                  </a:lnTo>
                  <a:cubicBezTo>
                    <a:pt x="7655" y="15834"/>
                    <a:pt x="7302" y="16187"/>
                    <a:pt x="6866" y="16187"/>
                  </a:cubicBezTo>
                  <a:lnTo>
                    <a:pt x="1014" y="16187"/>
                  </a:lnTo>
                  <a:cubicBezTo>
                    <a:pt x="578" y="16187"/>
                    <a:pt x="226" y="15834"/>
                    <a:pt x="226" y="15398"/>
                  </a:cubicBezTo>
                  <a:lnTo>
                    <a:pt x="226" y="1054"/>
                  </a:lnTo>
                  <a:cubicBezTo>
                    <a:pt x="226" y="618"/>
                    <a:pt x="578" y="265"/>
                    <a:pt x="1014" y="265"/>
                  </a:cubicBezTo>
                  <a:lnTo>
                    <a:pt x="1935" y="265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56"/>
            <p:cNvSpPr/>
            <p:nvPr/>
          </p:nvSpPr>
          <p:spPr>
            <a:xfrm>
              <a:off x="5903203" y="255835"/>
              <a:ext cx="2161684" cy="4631829"/>
            </a:xfrm>
            <a:custGeom>
              <a:rect b="b" l="l" r="r" t="t"/>
              <a:pathLst>
                <a:path extrusionOk="0" h="15922" w="7430">
                  <a:moveTo>
                    <a:pt x="789" y="0"/>
                  </a:moveTo>
                  <a:cubicBezTo>
                    <a:pt x="353" y="0"/>
                    <a:pt x="1" y="353"/>
                    <a:pt x="1" y="789"/>
                  </a:cubicBezTo>
                  <a:lnTo>
                    <a:pt x="1" y="15133"/>
                  </a:lnTo>
                  <a:cubicBezTo>
                    <a:pt x="1" y="15569"/>
                    <a:pt x="353" y="15922"/>
                    <a:pt x="789" y="15922"/>
                  </a:cubicBezTo>
                  <a:lnTo>
                    <a:pt x="6641" y="15922"/>
                  </a:lnTo>
                  <a:cubicBezTo>
                    <a:pt x="7077" y="15922"/>
                    <a:pt x="7430" y="15569"/>
                    <a:pt x="7430" y="15133"/>
                  </a:cubicBezTo>
                  <a:lnTo>
                    <a:pt x="7430" y="789"/>
                  </a:lnTo>
                  <a:cubicBezTo>
                    <a:pt x="7430" y="353"/>
                    <a:pt x="7077" y="0"/>
                    <a:pt x="6641" y="0"/>
                  </a:cubicBezTo>
                  <a:lnTo>
                    <a:pt x="5721" y="0"/>
                  </a:lnTo>
                  <a:lnTo>
                    <a:pt x="5721" y="265"/>
                  </a:lnTo>
                  <a:cubicBezTo>
                    <a:pt x="5721" y="485"/>
                    <a:pt x="5544" y="666"/>
                    <a:pt x="5324" y="666"/>
                  </a:cubicBezTo>
                  <a:lnTo>
                    <a:pt x="2111" y="666"/>
                  </a:lnTo>
                  <a:cubicBezTo>
                    <a:pt x="1891" y="666"/>
                    <a:pt x="1710" y="485"/>
                    <a:pt x="1710" y="265"/>
                  </a:cubicBezTo>
                  <a:lnTo>
                    <a:pt x="17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56"/>
            <p:cNvSpPr/>
            <p:nvPr/>
          </p:nvSpPr>
          <p:spPr>
            <a:xfrm>
              <a:off x="6395153" y="178733"/>
              <a:ext cx="1177783" cy="271144"/>
            </a:xfrm>
            <a:custGeom>
              <a:rect b="b" l="l" r="r" t="t"/>
              <a:pathLst>
                <a:path extrusionOk="0" h="932" w="4012">
                  <a:moveTo>
                    <a:pt x="2503" y="471"/>
                  </a:moveTo>
                  <a:cubicBezTo>
                    <a:pt x="2547" y="471"/>
                    <a:pt x="2582" y="505"/>
                    <a:pt x="2582" y="549"/>
                  </a:cubicBezTo>
                  <a:cubicBezTo>
                    <a:pt x="2582" y="589"/>
                    <a:pt x="2547" y="623"/>
                    <a:pt x="2503" y="623"/>
                  </a:cubicBezTo>
                  <a:lnTo>
                    <a:pt x="1509" y="623"/>
                  </a:lnTo>
                  <a:cubicBezTo>
                    <a:pt x="1470" y="623"/>
                    <a:pt x="1431" y="589"/>
                    <a:pt x="1431" y="549"/>
                  </a:cubicBezTo>
                  <a:cubicBezTo>
                    <a:pt x="1431" y="505"/>
                    <a:pt x="1470" y="471"/>
                    <a:pt x="1509" y="471"/>
                  </a:cubicBezTo>
                  <a:close/>
                  <a:moveTo>
                    <a:pt x="2924" y="461"/>
                  </a:moveTo>
                  <a:cubicBezTo>
                    <a:pt x="2973" y="461"/>
                    <a:pt x="3013" y="500"/>
                    <a:pt x="3013" y="549"/>
                  </a:cubicBezTo>
                  <a:cubicBezTo>
                    <a:pt x="3013" y="593"/>
                    <a:pt x="2973" y="633"/>
                    <a:pt x="2924" y="633"/>
                  </a:cubicBezTo>
                  <a:cubicBezTo>
                    <a:pt x="2876" y="633"/>
                    <a:pt x="2836" y="593"/>
                    <a:pt x="2836" y="549"/>
                  </a:cubicBezTo>
                  <a:cubicBezTo>
                    <a:pt x="2836" y="500"/>
                    <a:pt x="2876" y="461"/>
                    <a:pt x="2924" y="461"/>
                  </a:cubicBezTo>
                  <a:close/>
                  <a:moveTo>
                    <a:pt x="1" y="1"/>
                  </a:moveTo>
                  <a:lnTo>
                    <a:pt x="1" y="265"/>
                  </a:lnTo>
                  <a:lnTo>
                    <a:pt x="1" y="530"/>
                  </a:lnTo>
                  <a:cubicBezTo>
                    <a:pt x="1" y="750"/>
                    <a:pt x="182" y="931"/>
                    <a:pt x="402" y="931"/>
                  </a:cubicBezTo>
                  <a:lnTo>
                    <a:pt x="3615" y="931"/>
                  </a:lnTo>
                  <a:cubicBezTo>
                    <a:pt x="3835" y="931"/>
                    <a:pt x="4012" y="750"/>
                    <a:pt x="4012" y="530"/>
                  </a:cubicBezTo>
                  <a:lnTo>
                    <a:pt x="4012" y="265"/>
                  </a:lnTo>
                  <a:lnTo>
                    <a:pt x="40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56"/>
            <p:cNvSpPr/>
            <p:nvPr/>
          </p:nvSpPr>
          <p:spPr>
            <a:xfrm>
              <a:off x="5854616" y="197363"/>
              <a:ext cx="2260313" cy="4748774"/>
            </a:xfrm>
            <a:custGeom>
              <a:rect b="b" l="l" r="r" t="t"/>
              <a:pathLst>
                <a:path extrusionOk="0" h="16324" w="7769">
                  <a:moveTo>
                    <a:pt x="6755" y="16324"/>
                  </a:moveTo>
                  <a:lnTo>
                    <a:pt x="1010" y="16324"/>
                  </a:lnTo>
                  <a:cubicBezTo>
                    <a:pt x="452" y="16324"/>
                    <a:pt x="1" y="15863"/>
                    <a:pt x="1" y="15300"/>
                  </a:cubicBezTo>
                  <a:lnTo>
                    <a:pt x="1" y="1024"/>
                  </a:lnTo>
                  <a:cubicBezTo>
                    <a:pt x="1" y="461"/>
                    <a:pt x="452" y="1"/>
                    <a:pt x="1010" y="1"/>
                  </a:cubicBezTo>
                  <a:lnTo>
                    <a:pt x="6755" y="1"/>
                  </a:lnTo>
                  <a:cubicBezTo>
                    <a:pt x="7313" y="1"/>
                    <a:pt x="7768" y="461"/>
                    <a:pt x="7768" y="1024"/>
                  </a:cubicBezTo>
                  <a:lnTo>
                    <a:pt x="7768" y="15300"/>
                  </a:lnTo>
                  <a:cubicBezTo>
                    <a:pt x="7768" y="15863"/>
                    <a:pt x="7313" y="16324"/>
                    <a:pt x="6755" y="16324"/>
                  </a:cubicBezTo>
                  <a:close/>
                  <a:moveTo>
                    <a:pt x="1010" y="79"/>
                  </a:moveTo>
                  <a:cubicBezTo>
                    <a:pt x="496" y="79"/>
                    <a:pt x="79" y="500"/>
                    <a:pt x="79" y="1024"/>
                  </a:cubicBezTo>
                  <a:lnTo>
                    <a:pt x="79" y="15300"/>
                  </a:lnTo>
                  <a:cubicBezTo>
                    <a:pt x="79" y="15819"/>
                    <a:pt x="496" y="16245"/>
                    <a:pt x="1010" y="16245"/>
                  </a:cubicBezTo>
                  <a:lnTo>
                    <a:pt x="6755" y="16245"/>
                  </a:lnTo>
                  <a:cubicBezTo>
                    <a:pt x="7269" y="16245"/>
                    <a:pt x="7685" y="15819"/>
                    <a:pt x="7685" y="15300"/>
                  </a:cubicBezTo>
                  <a:lnTo>
                    <a:pt x="7685" y="1024"/>
                  </a:lnTo>
                  <a:cubicBezTo>
                    <a:pt x="7685" y="500"/>
                    <a:pt x="7269" y="79"/>
                    <a:pt x="6755" y="79"/>
                  </a:cubicBezTo>
                  <a:lnTo>
                    <a:pt x="1010" y="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56"/>
            <p:cNvSpPr/>
            <p:nvPr/>
          </p:nvSpPr>
          <p:spPr>
            <a:xfrm>
              <a:off x="7228085" y="312853"/>
              <a:ext cx="51496" cy="50036"/>
            </a:xfrm>
            <a:custGeom>
              <a:rect b="b" l="l" r="r" t="t"/>
              <a:pathLst>
                <a:path extrusionOk="0" h="172" w="177">
                  <a:moveTo>
                    <a:pt x="88" y="0"/>
                  </a:moveTo>
                  <a:cubicBezTo>
                    <a:pt x="40" y="0"/>
                    <a:pt x="0" y="39"/>
                    <a:pt x="0" y="88"/>
                  </a:cubicBezTo>
                  <a:cubicBezTo>
                    <a:pt x="0" y="132"/>
                    <a:pt x="40" y="172"/>
                    <a:pt x="88" y="172"/>
                  </a:cubicBezTo>
                  <a:cubicBezTo>
                    <a:pt x="137" y="172"/>
                    <a:pt x="177" y="132"/>
                    <a:pt x="177" y="88"/>
                  </a:cubicBezTo>
                  <a:cubicBezTo>
                    <a:pt x="177" y="39"/>
                    <a:pt x="137" y="0"/>
                    <a:pt x="88" y="0"/>
                  </a:cubicBezTo>
                  <a:close/>
                </a:path>
              </a:pathLst>
            </a:custGeom>
            <a:solidFill>
              <a:srgbClr val="7C242A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56"/>
            <p:cNvSpPr/>
            <p:nvPr/>
          </p:nvSpPr>
          <p:spPr>
            <a:xfrm>
              <a:off x="6816459" y="315471"/>
              <a:ext cx="335163" cy="44509"/>
            </a:xfrm>
            <a:custGeom>
              <a:rect b="b" l="l" r="r" t="t"/>
              <a:pathLst>
                <a:path extrusionOk="0" h="153" w="1152">
                  <a:moveTo>
                    <a:pt x="79" y="1"/>
                  </a:moveTo>
                  <a:cubicBezTo>
                    <a:pt x="40" y="1"/>
                    <a:pt x="1" y="35"/>
                    <a:pt x="1" y="79"/>
                  </a:cubicBezTo>
                  <a:cubicBezTo>
                    <a:pt x="1" y="119"/>
                    <a:pt x="40" y="153"/>
                    <a:pt x="79" y="153"/>
                  </a:cubicBezTo>
                  <a:lnTo>
                    <a:pt x="1073" y="153"/>
                  </a:lnTo>
                  <a:cubicBezTo>
                    <a:pt x="1117" y="153"/>
                    <a:pt x="1152" y="119"/>
                    <a:pt x="1152" y="79"/>
                  </a:cubicBezTo>
                  <a:cubicBezTo>
                    <a:pt x="1152" y="35"/>
                    <a:pt x="1117" y="1"/>
                    <a:pt x="1073" y="1"/>
                  </a:cubicBezTo>
                  <a:close/>
                </a:path>
              </a:pathLst>
            </a:custGeom>
            <a:solidFill>
              <a:srgbClr val="7C242A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56"/>
            <p:cNvSpPr/>
            <p:nvPr/>
          </p:nvSpPr>
          <p:spPr>
            <a:xfrm>
              <a:off x="6934871" y="664559"/>
              <a:ext cx="98629" cy="121599"/>
            </a:xfrm>
            <a:custGeom>
              <a:rect b="b" l="l" r="r" t="t"/>
              <a:pathLst>
                <a:path extrusionOk="0" h="418" w="339">
                  <a:moveTo>
                    <a:pt x="172" y="65"/>
                  </a:moveTo>
                  <a:cubicBezTo>
                    <a:pt x="230" y="65"/>
                    <a:pt x="279" y="114"/>
                    <a:pt x="279" y="172"/>
                  </a:cubicBezTo>
                  <a:lnTo>
                    <a:pt x="279" y="353"/>
                  </a:lnTo>
                  <a:lnTo>
                    <a:pt x="64" y="353"/>
                  </a:lnTo>
                  <a:lnTo>
                    <a:pt x="64" y="172"/>
                  </a:lnTo>
                  <a:cubicBezTo>
                    <a:pt x="64" y="114"/>
                    <a:pt x="113" y="65"/>
                    <a:pt x="172" y="65"/>
                  </a:cubicBezTo>
                  <a:close/>
                  <a:moveTo>
                    <a:pt x="172" y="1"/>
                  </a:moveTo>
                  <a:cubicBezTo>
                    <a:pt x="79" y="1"/>
                    <a:pt x="0" y="79"/>
                    <a:pt x="0" y="172"/>
                  </a:cubicBezTo>
                  <a:lnTo>
                    <a:pt x="0" y="417"/>
                  </a:lnTo>
                  <a:lnTo>
                    <a:pt x="338" y="417"/>
                  </a:lnTo>
                  <a:lnTo>
                    <a:pt x="338" y="172"/>
                  </a:lnTo>
                  <a:cubicBezTo>
                    <a:pt x="338" y="79"/>
                    <a:pt x="265" y="1"/>
                    <a:pt x="1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56"/>
            <p:cNvSpPr/>
            <p:nvPr/>
          </p:nvSpPr>
          <p:spPr>
            <a:xfrm>
              <a:off x="6914796" y="735831"/>
              <a:ext cx="138487" cy="81454"/>
            </a:xfrm>
            <a:custGeom>
              <a:rect b="b" l="l" r="r" t="t"/>
              <a:pathLst>
                <a:path extrusionOk="0" h="280" w="476">
                  <a:moveTo>
                    <a:pt x="50" y="1"/>
                  </a:moveTo>
                  <a:cubicBezTo>
                    <a:pt x="20" y="1"/>
                    <a:pt x="1" y="25"/>
                    <a:pt x="1" y="50"/>
                  </a:cubicBezTo>
                  <a:lnTo>
                    <a:pt x="1" y="231"/>
                  </a:lnTo>
                  <a:cubicBezTo>
                    <a:pt x="1" y="260"/>
                    <a:pt x="20" y="280"/>
                    <a:pt x="50" y="280"/>
                  </a:cubicBezTo>
                  <a:lnTo>
                    <a:pt x="427" y="280"/>
                  </a:lnTo>
                  <a:cubicBezTo>
                    <a:pt x="456" y="280"/>
                    <a:pt x="476" y="260"/>
                    <a:pt x="476" y="231"/>
                  </a:cubicBezTo>
                  <a:lnTo>
                    <a:pt x="476" y="50"/>
                  </a:lnTo>
                  <a:cubicBezTo>
                    <a:pt x="476" y="25"/>
                    <a:pt x="456" y="1"/>
                    <a:pt x="4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56"/>
            <p:cNvSpPr/>
            <p:nvPr/>
          </p:nvSpPr>
          <p:spPr>
            <a:xfrm>
              <a:off x="7712841" y="334089"/>
              <a:ext cx="88446" cy="68654"/>
            </a:xfrm>
            <a:custGeom>
              <a:rect b="b" l="l" r="r" t="t"/>
              <a:pathLst>
                <a:path extrusionOk="0" h="236" w="304">
                  <a:moveTo>
                    <a:pt x="152" y="1"/>
                  </a:moveTo>
                  <a:cubicBezTo>
                    <a:pt x="93" y="1"/>
                    <a:pt x="39" y="25"/>
                    <a:pt x="0" y="59"/>
                  </a:cubicBezTo>
                  <a:lnTo>
                    <a:pt x="25" y="84"/>
                  </a:lnTo>
                  <a:cubicBezTo>
                    <a:pt x="54" y="50"/>
                    <a:pt x="103" y="30"/>
                    <a:pt x="152" y="30"/>
                  </a:cubicBezTo>
                  <a:cubicBezTo>
                    <a:pt x="201" y="30"/>
                    <a:pt x="245" y="50"/>
                    <a:pt x="279" y="84"/>
                  </a:cubicBezTo>
                  <a:lnTo>
                    <a:pt x="304" y="59"/>
                  </a:lnTo>
                  <a:cubicBezTo>
                    <a:pt x="265" y="25"/>
                    <a:pt x="211" y="1"/>
                    <a:pt x="152" y="1"/>
                  </a:cubicBezTo>
                  <a:close/>
                  <a:moveTo>
                    <a:pt x="152" y="59"/>
                  </a:moveTo>
                  <a:cubicBezTo>
                    <a:pt x="108" y="59"/>
                    <a:pt x="74" y="79"/>
                    <a:pt x="44" y="104"/>
                  </a:cubicBezTo>
                  <a:lnTo>
                    <a:pt x="69" y="128"/>
                  </a:lnTo>
                  <a:cubicBezTo>
                    <a:pt x="88" y="104"/>
                    <a:pt x="118" y="94"/>
                    <a:pt x="152" y="94"/>
                  </a:cubicBezTo>
                  <a:cubicBezTo>
                    <a:pt x="186" y="94"/>
                    <a:pt x="216" y="104"/>
                    <a:pt x="235" y="128"/>
                  </a:cubicBezTo>
                  <a:lnTo>
                    <a:pt x="260" y="104"/>
                  </a:lnTo>
                  <a:cubicBezTo>
                    <a:pt x="230" y="79"/>
                    <a:pt x="191" y="59"/>
                    <a:pt x="152" y="59"/>
                  </a:cubicBezTo>
                  <a:close/>
                  <a:moveTo>
                    <a:pt x="152" y="128"/>
                  </a:moveTo>
                  <a:cubicBezTo>
                    <a:pt x="128" y="128"/>
                    <a:pt x="108" y="138"/>
                    <a:pt x="93" y="152"/>
                  </a:cubicBezTo>
                  <a:lnTo>
                    <a:pt x="118" y="177"/>
                  </a:lnTo>
                  <a:cubicBezTo>
                    <a:pt x="123" y="167"/>
                    <a:pt x="137" y="162"/>
                    <a:pt x="152" y="162"/>
                  </a:cubicBezTo>
                  <a:cubicBezTo>
                    <a:pt x="167" y="162"/>
                    <a:pt x="177" y="167"/>
                    <a:pt x="186" y="177"/>
                  </a:cubicBezTo>
                  <a:lnTo>
                    <a:pt x="211" y="152"/>
                  </a:lnTo>
                  <a:cubicBezTo>
                    <a:pt x="196" y="138"/>
                    <a:pt x="172" y="128"/>
                    <a:pt x="152" y="128"/>
                  </a:cubicBezTo>
                  <a:close/>
                  <a:moveTo>
                    <a:pt x="152" y="187"/>
                  </a:moveTo>
                  <a:cubicBezTo>
                    <a:pt x="137" y="187"/>
                    <a:pt x="128" y="197"/>
                    <a:pt x="128" y="211"/>
                  </a:cubicBezTo>
                  <a:cubicBezTo>
                    <a:pt x="128" y="226"/>
                    <a:pt x="137" y="236"/>
                    <a:pt x="152" y="236"/>
                  </a:cubicBezTo>
                  <a:cubicBezTo>
                    <a:pt x="167" y="236"/>
                    <a:pt x="177" y="226"/>
                    <a:pt x="177" y="211"/>
                  </a:cubicBezTo>
                  <a:cubicBezTo>
                    <a:pt x="177" y="197"/>
                    <a:pt x="167" y="187"/>
                    <a:pt x="152" y="1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56"/>
            <p:cNvSpPr/>
            <p:nvPr/>
          </p:nvSpPr>
          <p:spPr>
            <a:xfrm>
              <a:off x="7614503" y="343980"/>
              <a:ext cx="77099" cy="57309"/>
            </a:xfrm>
            <a:custGeom>
              <a:rect b="b" l="l" r="r" t="t"/>
              <a:pathLst>
                <a:path extrusionOk="0" h="197" w="265">
                  <a:moveTo>
                    <a:pt x="0" y="143"/>
                  </a:moveTo>
                  <a:lnTo>
                    <a:pt x="0" y="192"/>
                  </a:lnTo>
                  <a:lnTo>
                    <a:pt x="30" y="192"/>
                  </a:lnTo>
                  <a:lnTo>
                    <a:pt x="30" y="143"/>
                  </a:lnTo>
                  <a:close/>
                  <a:moveTo>
                    <a:pt x="59" y="109"/>
                  </a:moveTo>
                  <a:lnTo>
                    <a:pt x="59" y="192"/>
                  </a:lnTo>
                  <a:lnTo>
                    <a:pt x="88" y="192"/>
                  </a:lnTo>
                  <a:lnTo>
                    <a:pt x="88" y="109"/>
                  </a:lnTo>
                  <a:close/>
                  <a:moveTo>
                    <a:pt x="118" y="70"/>
                  </a:moveTo>
                  <a:lnTo>
                    <a:pt x="118" y="192"/>
                  </a:lnTo>
                  <a:lnTo>
                    <a:pt x="147" y="192"/>
                  </a:lnTo>
                  <a:lnTo>
                    <a:pt x="147" y="70"/>
                  </a:lnTo>
                  <a:close/>
                  <a:moveTo>
                    <a:pt x="177" y="35"/>
                  </a:moveTo>
                  <a:lnTo>
                    <a:pt x="177" y="192"/>
                  </a:lnTo>
                  <a:lnTo>
                    <a:pt x="206" y="192"/>
                  </a:lnTo>
                  <a:lnTo>
                    <a:pt x="206" y="35"/>
                  </a:lnTo>
                  <a:close/>
                  <a:moveTo>
                    <a:pt x="235" y="1"/>
                  </a:moveTo>
                  <a:lnTo>
                    <a:pt x="235" y="197"/>
                  </a:lnTo>
                  <a:lnTo>
                    <a:pt x="265" y="197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56"/>
            <p:cNvSpPr/>
            <p:nvPr/>
          </p:nvSpPr>
          <p:spPr>
            <a:xfrm>
              <a:off x="7823979" y="345434"/>
              <a:ext cx="115503" cy="55854"/>
            </a:xfrm>
            <a:custGeom>
              <a:rect b="b" l="l" r="r" t="t"/>
              <a:pathLst>
                <a:path extrusionOk="0" h="192" w="397">
                  <a:moveTo>
                    <a:pt x="44" y="20"/>
                  </a:moveTo>
                  <a:cubicBezTo>
                    <a:pt x="30" y="20"/>
                    <a:pt x="20" y="35"/>
                    <a:pt x="20" y="50"/>
                  </a:cubicBezTo>
                  <a:lnTo>
                    <a:pt x="20" y="148"/>
                  </a:lnTo>
                  <a:cubicBezTo>
                    <a:pt x="20" y="162"/>
                    <a:pt x="30" y="172"/>
                    <a:pt x="44" y="172"/>
                  </a:cubicBezTo>
                  <a:lnTo>
                    <a:pt x="274" y="172"/>
                  </a:lnTo>
                  <a:lnTo>
                    <a:pt x="274" y="20"/>
                  </a:lnTo>
                  <a:close/>
                  <a:moveTo>
                    <a:pt x="338" y="11"/>
                  </a:moveTo>
                  <a:cubicBezTo>
                    <a:pt x="358" y="11"/>
                    <a:pt x="372" y="25"/>
                    <a:pt x="372" y="45"/>
                  </a:cubicBezTo>
                  <a:lnTo>
                    <a:pt x="372" y="153"/>
                  </a:lnTo>
                  <a:cubicBezTo>
                    <a:pt x="372" y="172"/>
                    <a:pt x="358" y="187"/>
                    <a:pt x="338" y="187"/>
                  </a:cubicBezTo>
                  <a:lnTo>
                    <a:pt x="39" y="187"/>
                  </a:lnTo>
                  <a:cubicBezTo>
                    <a:pt x="25" y="187"/>
                    <a:pt x="5" y="172"/>
                    <a:pt x="5" y="153"/>
                  </a:cubicBezTo>
                  <a:lnTo>
                    <a:pt x="5" y="45"/>
                  </a:lnTo>
                  <a:cubicBezTo>
                    <a:pt x="5" y="25"/>
                    <a:pt x="25" y="11"/>
                    <a:pt x="39" y="11"/>
                  </a:cubicBezTo>
                  <a:close/>
                  <a:moveTo>
                    <a:pt x="39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153"/>
                  </a:lnTo>
                  <a:cubicBezTo>
                    <a:pt x="0" y="172"/>
                    <a:pt x="20" y="192"/>
                    <a:pt x="39" y="192"/>
                  </a:cubicBezTo>
                  <a:lnTo>
                    <a:pt x="338" y="192"/>
                  </a:lnTo>
                  <a:cubicBezTo>
                    <a:pt x="363" y="192"/>
                    <a:pt x="377" y="172"/>
                    <a:pt x="377" y="153"/>
                  </a:cubicBezTo>
                  <a:lnTo>
                    <a:pt x="377" y="123"/>
                  </a:lnTo>
                  <a:lnTo>
                    <a:pt x="397" y="123"/>
                  </a:lnTo>
                  <a:lnTo>
                    <a:pt x="397" y="74"/>
                  </a:lnTo>
                  <a:lnTo>
                    <a:pt x="377" y="74"/>
                  </a:lnTo>
                  <a:lnTo>
                    <a:pt x="377" y="45"/>
                  </a:lnTo>
                  <a:cubicBezTo>
                    <a:pt x="377" y="20"/>
                    <a:pt x="363" y="1"/>
                    <a:pt x="3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56"/>
            <p:cNvSpPr/>
            <p:nvPr/>
          </p:nvSpPr>
          <p:spPr>
            <a:xfrm>
              <a:off x="8064585" y="611905"/>
              <a:ext cx="67498" cy="33163"/>
            </a:xfrm>
            <a:custGeom>
              <a:rect b="b" l="l" r="r" t="t"/>
              <a:pathLst>
                <a:path extrusionOk="0" h="114" w="232">
                  <a:moveTo>
                    <a:pt x="1" y="1"/>
                  </a:moveTo>
                  <a:lnTo>
                    <a:pt x="1" y="113"/>
                  </a:lnTo>
                  <a:lnTo>
                    <a:pt x="231" y="11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56"/>
            <p:cNvSpPr/>
            <p:nvPr/>
          </p:nvSpPr>
          <p:spPr>
            <a:xfrm>
              <a:off x="5837742" y="611905"/>
              <a:ext cx="65752" cy="33163"/>
            </a:xfrm>
            <a:custGeom>
              <a:rect b="b" l="l" r="r" t="t"/>
              <a:pathLst>
                <a:path extrusionOk="0" h="114" w="226">
                  <a:moveTo>
                    <a:pt x="0" y="1"/>
                  </a:moveTo>
                  <a:lnTo>
                    <a:pt x="0" y="113"/>
                  </a:lnTo>
                  <a:lnTo>
                    <a:pt x="226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56"/>
            <p:cNvSpPr/>
            <p:nvPr/>
          </p:nvSpPr>
          <p:spPr>
            <a:xfrm>
              <a:off x="8131792" y="1301644"/>
              <a:ext cx="24439" cy="354907"/>
            </a:xfrm>
            <a:custGeom>
              <a:rect b="b" l="l" r="r" t="t"/>
              <a:pathLst>
                <a:path extrusionOk="0" h="1220" w="84">
                  <a:moveTo>
                    <a:pt x="0" y="0"/>
                  </a:moveTo>
                  <a:lnTo>
                    <a:pt x="0" y="1219"/>
                  </a:lnTo>
                  <a:lnTo>
                    <a:pt x="39" y="1219"/>
                  </a:lnTo>
                  <a:cubicBezTo>
                    <a:pt x="64" y="1219"/>
                    <a:pt x="83" y="1200"/>
                    <a:pt x="83" y="1175"/>
                  </a:cubicBezTo>
                  <a:lnTo>
                    <a:pt x="83" y="44"/>
                  </a:lnTo>
                  <a:cubicBezTo>
                    <a:pt x="83" y="20"/>
                    <a:pt x="64" y="0"/>
                    <a:pt x="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56"/>
            <p:cNvSpPr/>
            <p:nvPr/>
          </p:nvSpPr>
          <p:spPr>
            <a:xfrm>
              <a:off x="5812139" y="1620769"/>
              <a:ext cx="25894" cy="356362"/>
            </a:xfrm>
            <a:custGeom>
              <a:rect b="b" l="l" r="r" t="t"/>
              <a:pathLst>
                <a:path extrusionOk="0" h="1225" w="89">
                  <a:moveTo>
                    <a:pt x="44" y="0"/>
                  </a:moveTo>
                  <a:cubicBezTo>
                    <a:pt x="20" y="0"/>
                    <a:pt x="0" y="20"/>
                    <a:pt x="0" y="49"/>
                  </a:cubicBezTo>
                  <a:lnTo>
                    <a:pt x="0" y="1180"/>
                  </a:lnTo>
                  <a:cubicBezTo>
                    <a:pt x="0" y="1205"/>
                    <a:pt x="20" y="1224"/>
                    <a:pt x="44" y="1224"/>
                  </a:cubicBezTo>
                  <a:lnTo>
                    <a:pt x="88" y="1224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56"/>
            <p:cNvSpPr/>
            <p:nvPr/>
          </p:nvSpPr>
          <p:spPr>
            <a:xfrm>
              <a:off x="5812139" y="1177427"/>
              <a:ext cx="25894" cy="356653"/>
            </a:xfrm>
            <a:custGeom>
              <a:rect b="b" l="l" r="r" t="t"/>
              <a:pathLst>
                <a:path extrusionOk="0" h="1226" w="89">
                  <a:moveTo>
                    <a:pt x="44" y="1"/>
                  </a:moveTo>
                  <a:cubicBezTo>
                    <a:pt x="20" y="1"/>
                    <a:pt x="0" y="21"/>
                    <a:pt x="0" y="45"/>
                  </a:cubicBezTo>
                  <a:lnTo>
                    <a:pt x="0" y="1181"/>
                  </a:lnTo>
                  <a:cubicBezTo>
                    <a:pt x="0" y="1206"/>
                    <a:pt x="20" y="1225"/>
                    <a:pt x="44" y="1225"/>
                  </a:cubicBezTo>
                  <a:lnTo>
                    <a:pt x="88" y="1225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56"/>
            <p:cNvSpPr/>
            <p:nvPr/>
          </p:nvSpPr>
          <p:spPr>
            <a:xfrm>
              <a:off x="5812139" y="859757"/>
              <a:ext cx="25894" cy="111418"/>
            </a:xfrm>
            <a:custGeom>
              <a:rect b="b" l="l" r="r" t="t"/>
              <a:pathLst>
                <a:path extrusionOk="0" h="383" w="89">
                  <a:moveTo>
                    <a:pt x="44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339"/>
                  </a:lnTo>
                  <a:cubicBezTo>
                    <a:pt x="0" y="363"/>
                    <a:pt x="20" y="383"/>
                    <a:pt x="44" y="383"/>
                  </a:cubicBezTo>
                  <a:lnTo>
                    <a:pt x="88" y="383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56"/>
            <p:cNvSpPr/>
            <p:nvPr/>
          </p:nvSpPr>
          <p:spPr>
            <a:xfrm>
              <a:off x="8064585" y="4496962"/>
              <a:ext cx="67498" cy="34618"/>
            </a:xfrm>
            <a:custGeom>
              <a:rect b="b" l="l" r="r" t="t"/>
              <a:pathLst>
                <a:path extrusionOk="0" h="119" w="232">
                  <a:moveTo>
                    <a:pt x="1" y="1"/>
                  </a:moveTo>
                  <a:lnTo>
                    <a:pt x="1" y="118"/>
                  </a:lnTo>
                  <a:lnTo>
                    <a:pt x="231" y="118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56"/>
            <p:cNvSpPr/>
            <p:nvPr/>
          </p:nvSpPr>
          <p:spPr>
            <a:xfrm>
              <a:off x="5837742" y="4496962"/>
              <a:ext cx="65752" cy="34618"/>
            </a:xfrm>
            <a:custGeom>
              <a:rect b="b" l="l" r="r" t="t"/>
              <a:pathLst>
                <a:path extrusionOk="0" h="119" w="226">
                  <a:moveTo>
                    <a:pt x="0" y="1"/>
                  </a:moveTo>
                  <a:lnTo>
                    <a:pt x="0" y="118"/>
                  </a:lnTo>
                  <a:lnTo>
                    <a:pt x="226" y="11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56"/>
            <p:cNvSpPr/>
            <p:nvPr/>
          </p:nvSpPr>
          <p:spPr>
            <a:xfrm>
              <a:off x="6649976" y="3637490"/>
              <a:ext cx="4598" cy="4470"/>
            </a:xfrm>
            <a:custGeom>
              <a:rect b="b" l="l" r="r" t="t"/>
              <a:pathLst>
                <a:path extrusionOk="0" h="35" w="36">
                  <a:moveTo>
                    <a:pt x="1" y="0"/>
                  </a:moveTo>
                  <a:lnTo>
                    <a:pt x="27" y="34"/>
                  </a:lnTo>
                  <a:lnTo>
                    <a:pt x="35" y="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9" name="Google Shape;739;p56"/>
          <p:cNvSpPr txBox="1"/>
          <p:nvPr>
            <p:ph idx="4294967295" type="body"/>
          </p:nvPr>
        </p:nvSpPr>
        <p:spPr>
          <a:xfrm>
            <a:off x="292600" y="323625"/>
            <a:ext cx="8590800" cy="5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2550" u="sng">
                <a:latin typeface="Permanent Marker"/>
                <a:ea typeface="Permanent Marker"/>
                <a:cs typeface="Permanent Marker"/>
                <a:sym typeface="Permanent Marker"/>
              </a:rPr>
              <a:t>InterFace</a:t>
            </a:r>
            <a:endParaRPr b="1" sz="2550" u="sng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740" name="Google Shape;740;p56"/>
          <p:cNvSpPr txBox="1"/>
          <p:nvPr>
            <p:ph idx="4294967295" type="body"/>
          </p:nvPr>
        </p:nvSpPr>
        <p:spPr>
          <a:xfrm>
            <a:off x="292600" y="780825"/>
            <a:ext cx="8618700" cy="5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950" u="sng">
                <a:latin typeface="Permanent Marker"/>
                <a:ea typeface="Permanent Marker"/>
                <a:cs typeface="Permanent Marker"/>
                <a:sym typeface="Permanent Marker"/>
              </a:rPr>
              <a:t>Hardware Description Language (HDL)</a:t>
            </a:r>
            <a:endParaRPr b="1" sz="1950" u="sng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741" name="Google Shape;741;p56"/>
          <p:cNvSpPr txBox="1"/>
          <p:nvPr>
            <p:ph idx="4294967295" type="body"/>
          </p:nvPr>
        </p:nvSpPr>
        <p:spPr>
          <a:xfrm>
            <a:off x="159250" y="1321025"/>
            <a:ext cx="8618700" cy="24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242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50"/>
              <a:buFont typeface="Permanent Marker"/>
              <a:buChar char="❖"/>
            </a:pPr>
            <a:r>
              <a:rPr lang="en" sz="1950">
                <a:latin typeface="Permanent Marker"/>
                <a:ea typeface="Permanent Marker"/>
                <a:cs typeface="Permanent Marker"/>
                <a:sym typeface="Permanent Marker"/>
              </a:rPr>
              <a:t>Ex: think of a simple physical circuit</a:t>
            </a:r>
            <a:endParaRPr sz="1950"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-352425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50"/>
              <a:buFont typeface="Permanent Marker"/>
              <a:buChar char="➢"/>
            </a:pPr>
            <a:r>
              <a:rPr lang="en" sz="1950">
                <a:latin typeface="Permanent Marker"/>
                <a:ea typeface="Permanent Marker"/>
                <a:cs typeface="Permanent Marker"/>
                <a:sym typeface="Permanent Marker"/>
              </a:rPr>
              <a:t>2 light bulbs </a:t>
            </a:r>
            <a:endParaRPr sz="1950"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-352425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50"/>
              <a:buFont typeface="Permanent Marker"/>
              <a:buChar char="➢"/>
            </a:pPr>
            <a:r>
              <a:rPr lang="en" sz="1950">
                <a:latin typeface="Permanent Marker"/>
                <a:ea typeface="Permanent Marker"/>
                <a:cs typeface="Permanent Marker"/>
                <a:sym typeface="Permanent Marker"/>
              </a:rPr>
              <a:t>Battery</a:t>
            </a:r>
            <a:endParaRPr sz="1950"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-352425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50"/>
              <a:buFont typeface="Permanent Marker"/>
              <a:buChar char="➢"/>
            </a:pPr>
            <a:r>
              <a:rPr lang="en" sz="1950">
                <a:latin typeface="Permanent Marker"/>
                <a:ea typeface="Permanent Marker"/>
                <a:cs typeface="Permanent Marker"/>
                <a:sym typeface="Permanent Marker"/>
              </a:rPr>
              <a:t>2 Switches</a:t>
            </a:r>
            <a:endParaRPr sz="1950"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50"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-35242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50"/>
              <a:buFont typeface="Permanent Marker"/>
              <a:buChar char="❖"/>
            </a:pPr>
            <a:r>
              <a:rPr lang="en" sz="1950">
                <a:latin typeface="Permanent Marker"/>
                <a:ea typeface="Permanent Marker"/>
                <a:cs typeface="Permanent Marker"/>
                <a:sym typeface="Permanent Marker"/>
              </a:rPr>
              <a:t>We want to layout the circuit so that battery the switches actually turn off it's L2 switch respective respective lightbulb-this requires a proper setup of logic"/ components" So we get our desired outcomes</a:t>
            </a:r>
            <a:endParaRPr sz="1950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6" name="Google Shape;746;p57"/>
          <p:cNvGrpSpPr/>
          <p:nvPr/>
        </p:nvGrpSpPr>
        <p:grpSpPr>
          <a:xfrm rot="5400000">
            <a:off x="1986634" y="-2035183"/>
            <a:ext cx="5073787" cy="9144173"/>
            <a:chOff x="5812139" y="178733"/>
            <a:chExt cx="2344092" cy="4786022"/>
          </a:xfrm>
        </p:grpSpPr>
        <p:sp>
          <p:nvSpPr>
            <p:cNvPr id="747" name="Google Shape;747;p57"/>
            <p:cNvSpPr/>
            <p:nvPr/>
          </p:nvSpPr>
          <p:spPr>
            <a:xfrm>
              <a:off x="5837742" y="178745"/>
              <a:ext cx="2294353" cy="4786010"/>
            </a:xfrm>
            <a:custGeom>
              <a:rect b="b" l="l" r="r" t="t"/>
              <a:pathLst>
                <a:path extrusionOk="0" h="16452" w="7886">
                  <a:moveTo>
                    <a:pt x="994" y="1"/>
                  </a:moveTo>
                  <a:cubicBezTo>
                    <a:pt x="446" y="1"/>
                    <a:pt x="0" y="447"/>
                    <a:pt x="0" y="995"/>
                  </a:cubicBezTo>
                  <a:lnTo>
                    <a:pt x="0" y="2342"/>
                  </a:lnTo>
                  <a:lnTo>
                    <a:pt x="0" y="2724"/>
                  </a:lnTo>
                  <a:lnTo>
                    <a:pt x="0" y="3434"/>
                  </a:lnTo>
                  <a:lnTo>
                    <a:pt x="0" y="4658"/>
                  </a:lnTo>
                  <a:lnTo>
                    <a:pt x="0" y="4957"/>
                  </a:lnTo>
                  <a:lnTo>
                    <a:pt x="0" y="6181"/>
                  </a:lnTo>
                  <a:lnTo>
                    <a:pt x="0" y="15457"/>
                  </a:lnTo>
                  <a:cubicBezTo>
                    <a:pt x="0" y="16006"/>
                    <a:pt x="446" y="16451"/>
                    <a:pt x="994" y="16451"/>
                  </a:cubicBezTo>
                  <a:lnTo>
                    <a:pt x="6886" y="16451"/>
                  </a:lnTo>
                  <a:cubicBezTo>
                    <a:pt x="7439" y="16451"/>
                    <a:pt x="7885" y="16006"/>
                    <a:pt x="7885" y="15457"/>
                  </a:cubicBezTo>
                  <a:lnTo>
                    <a:pt x="7885" y="5079"/>
                  </a:lnTo>
                  <a:lnTo>
                    <a:pt x="7885" y="3860"/>
                  </a:lnTo>
                  <a:lnTo>
                    <a:pt x="7885" y="995"/>
                  </a:lnTo>
                  <a:cubicBezTo>
                    <a:pt x="7885" y="447"/>
                    <a:pt x="7439" y="1"/>
                    <a:pt x="6886" y="1"/>
                  </a:cubicBezTo>
                  <a:lnTo>
                    <a:pt x="5946" y="1"/>
                  </a:lnTo>
                  <a:lnTo>
                    <a:pt x="5946" y="265"/>
                  </a:lnTo>
                  <a:lnTo>
                    <a:pt x="6866" y="265"/>
                  </a:lnTo>
                  <a:cubicBezTo>
                    <a:pt x="7302" y="265"/>
                    <a:pt x="7655" y="618"/>
                    <a:pt x="7655" y="1054"/>
                  </a:cubicBezTo>
                  <a:lnTo>
                    <a:pt x="7655" y="15398"/>
                  </a:lnTo>
                  <a:cubicBezTo>
                    <a:pt x="7655" y="15834"/>
                    <a:pt x="7302" y="16187"/>
                    <a:pt x="6866" y="16187"/>
                  </a:cubicBezTo>
                  <a:lnTo>
                    <a:pt x="1014" y="16187"/>
                  </a:lnTo>
                  <a:cubicBezTo>
                    <a:pt x="578" y="16187"/>
                    <a:pt x="226" y="15834"/>
                    <a:pt x="226" y="15398"/>
                  </a:cubicBezTo>
                  <a:lnTo>
                    <a:pt x="226" y="1054"/>
                  </a:lnTo>
                  <a:cubicBezTo>
                    <a:pt x="226" y="618"/>
                    <a:pt x="578" y="265"/>
                    <a:pt x="1014" y="265"/>
                  </a:cubicBezTo>
                  <a:lnTo>
                    <a:pt x="1935" y="265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57"/>
            <p:cNvSpPr/>
            <p:nvPr/>
          </p:nvSpPr>
          <p:spPr>
            <a:xfrm>
              <a:off x="5903203" y="255835"/>
              <a:ext cx="2161684" cy="4631829"/>
            </a:xfrm>
            <a:custGeom>
              <a:rect b="b" l="l" r="r" t="t"/>
              <a:pathLst>
                <a:path extrusionOk="0" h="15922" w="7430">
                  <a:moveTo>
                    <a:pt x="789" y="0"/>
                  </a:moveTo>
                  <a:cubicBezTo>
                    <a:pt x="353" y="0"/>
                    <a:pt x="1" y="353"/>
                    <a:pt x="1" y="789"/>
                  </a:cubicBezTo>
                  <a:lnTo>
                    <a:pt x="1" y="15133"/>
                  </a:lnTo>
                  <a:cubicBezTo>
                    <a:pt x="1" y="15569"/>
                    <a:pt x="353" y="15922"/>
                    <a:pt x="789" y="15922"/>
                  </a:cubicBezTo>
                  <a:lnTo>
                    <a:pt x="6641" y="15922"/>
                  </a:lnTo>
                  <a:cubicBezTo>
                    <a:pt x="7077" y="15922"/>
                    <a:pt x="7430" y="15569"/>
                    <a:pt x="7430" y="15133"/>
                  </a:cubicBezTo>
                  <a:lnTo>
                    <a:pt x="7430" y="789"/>
                  </a:lnTo>
                  <a:cubicBezTo>
                    <a:pt x="7430" y="353"/>
                    <a:pt x="7077" y="0"/>
                    <a:pt x="6641" y="0"/>
                  </a:cubicBezTo>
                  <a:lnTo>
                    <a:pt x="5721" y="0"/>
                  </a:lnTo>
                  <a:lnTo>
                    <a:pt x="5721" y="265"/>
                  </a:lnTo>
                  <a:cubicBezTo>
                    <a:pt x="5721" y="485"/>
                    <a:pt x="5544" y="666"/>
                    <a:pt x="5324" y="666"/>
                  </a:cubicBezTo>
                  <a:lnTo>
                    <a:pt x="2111" y="666"/>
                  </a:lnTo>
                  <a:cubicBezTo>
                    <a:pt x="1891" y="666"/>
                    <a:pt x="1710" y="485"/>
                    <a:pt x="1710" y="265"/>
                  </a:cubicBezTo>
                  <a:lnTo>
                    <a:pt x="17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57"/>
            <p:cNvSpPr/>
            <p:nvPr/>
          </p:nvSpPr>
          <p:spPr>
            <a:xfrm>
              <a:off x="6395153" y="178733"/>
              <a:ext cx="1177783" cy="271144"/>
            </a:xfrm>
            <a:custGeom>
              <a:rect b="b" l="l" r="r" t="t"/>
              <a:pathLst>
                <a:path extrusionOk="0" h="932" w="4012">
                  <a:moveTo>
                    <a:pt x="2503" y="471"/>
                  </a:moveTo>
                  <a:cubicBezTo>
                    <a:pt x="2547" y="471"/>
                    <a:pt x="2582" y="505"/>
                    <a:pt x="2582" y="549"/>
                  </a:cubicBezTo>
                  <a:cubicBezTo>
                    <a:pt x="2582" y="589"/>
                    <a:pt x="2547" y="623"/>
                    <a:pt x="2503" y="623"/>
                  </a:cubicBezTo>
                  <a:lnTo>
                    <a:pt x="1509" y="623"/>
                  </a:lnTo>
                  <a:cubicBezTo>
                    <a:pt x="1470" y="623"/>
                    <a:pt x="1431" y="589"/>
                    <a:pt x="1431" y="549"/>
                  </a:cubicBezTo>
                  <a:cubicBezTo>
                    <a:pt x="1431" y="505"/>
                    <a:pt x="1470" y="471"/>
                    <a:pt x="1509" y="471"/>
                  </a:cubicBezTo>
                  <a:close/>
                  <a:moveTo>
                    <a:pt x="2924" y="461"/>
                  </a:moveTo>
                  <a:cubicBezTo>
                    <a:pt x="2973" y="461"/>
                    <a:pt x="3013" y="500"/>
                    <a:pt x="3013" y="549"/>
                  </a:cubicBezTo>
                  <a:cubicBezTo>
                    <a:pt x="3013" y="593"/>
                    <a:pt x="2973" y="633"/>
                    <a:pt x="2924" y="633"/>
                  </a:cubicBezTo>
                  <a:cubicBezTo>
                    <a:pt x="2876" y="633"/>
                    <a:pt x="2836" y="593"/>
                    <a:pt x="2836" y="549"/>
                  </a:cubicBezTo>
                  <a:cubicBezTo>
                    <a:pt x="2836" y="500"/>
                    <a:pt x="2876" y="461"/>
                    <a:pt x="2924" y="461"/>
                  </a:cubicBezTo>
                  <a:close/>
                  <a:moveTo>
                    <a:pt x="1" y="1"/>
                  </a:moveTo>
                  <a:lnTo>
                    <a:pt x="1" y="265"/>
                  </a:lnTo>
                  <a:lnTo>
                    <a:pt x="1" y="530"/>
                  </a:lnTo>
                  <a:cubicBezTo>
                    <a:pt x="1" y="750"/>
                    <a:pt x="182" y="931"/>
                    <a:pt x="402" y="931"/>
                  </a:cubicBezTo>
                  <a:lnTo>
                    <a:pt x="3615" y="931"/>
                  </a:lnTo>
                  <a:cubicBezTo>
                    <a:pt x="3835" y="931"/>
                    <a:pt x="4012" y="750"/>
                    <a:pt x="4012" y="530"/>
                  </a:cubicBezTo>
                  <a:lnTo>
                    <a:pt x="4012" y="265"/>
                  </a:lnTo>
                  <a:lnTo>
                    <a:pt x="40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57"/>
            <p:cNvSpPr/>
            <p:nvPr/>
          </p:nvSpPr>
          <p:spPr>
            <a:xfrm>
              <a:off x="5854616" y="197363"/>
              <a:ext cx="2260313" cy="4748774"/>
            </a:xfrm>
            <a:custGeom>
              <a:rect b="b" l="l" r="r" t="t"/>
              <a:pathLst>
                <a:path extrusionOk="0" h="16324" w="7769">
                  <a:moveTo>
                    <a:pt x="6755" y="16324"/>
                  </a:moveTo>
                  <a:lnTo>
                    <a:pt x="1010" y="16324"/>
                  </a:lnTo>
                  <a:cubicBezTo>
                    <a:pt x="452" y="16324"/>
                    <a:pt x="1" y="15863"/>
                    <a:pt x="1" y="15300"/>
                  </a:cubicBezTo>
                  <a:lnTo>
                    <a:pt x="1" y="1024"/>
                  </a:lnTo>
                  <a:cubicBezTo>
                    <a:pt x="1" y="461"/>
                    <a:pt x="452" y="1"/>
                    <a:pt x="1010" y="1"/>
                  </a:cubicBezTo>
                  <a:lnTo>
                    <a:pt x="6755" y="1"/>
                  </a:lnTo>
                  <a:cubicBezTo>
                    <a:pt x="7313" y="1"/>
                    <a:pt x="7768" y="461"/>
                    <a:pt x="7768" y="1024"/>
                  </a:cubicBezTo>
                  <a:lnTo>
                    <a:pt x="7768" y="15300"/>
                  </a:lnTo>
                  <a:cubicBezTo>
                    <a:pt x="7768" y="15863"/>
                    <a:pt x="7313" y="16324"/>
                    <a:pt x="6755" y="16324"/>
                  </a:cubicBezTo>
                  <a:close/>
                  <a:moveTo>
                    <a:pt x="1010" y="79"/>
                  </a:moveTo>
                  <a:cubicBezTo>
                    <a:pt x="496" y="79"/>
                    <a:pt x="79" y="500"/>
                    <a:pt x="79" y="1024"/>
                  </a:cubicBezTo>
                  <a:lnTo>
                    <a:pt x="79" y="15300"/>
                  </a:lnTo>
                  <a:cubicBezTo>
                    <a:pt x="79" y="15819"/>
                    <a:pt x="496" y="16245"/>
                    <a:pt x="1010" y="16245"/>
                  </a:cubicBezTo>
                  <a:lnTo>
                    <a:pt x="6755" y="16245"/>
                  </a:lnTo>
                  <a:cubicBezTo>
                    <a:pt x="7269" y="16245"/>
                    <a:pt x="7685" y="15819"/>
                    <a:pt x="7685" y="15300"/>
                  </a:cubicBezTo>
                  <a:lnTo>
                    <a:pt x="7685" y="1024"/>
                  </a:lnTo>
                  <a:cubicBezTo>
                    <a:pt x="7685" y="500"/>
                    <a:pt x="7269" y="79"/>
                    <a:pt x="6755" y="79"/>
                  </a:cubicBezTo>
                  <a:lnTo>
                    <a:pt x="1010" y="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57"/>
            <p:cNvSpPr/>
            <p:nvPr/>
          </p:nvSpPr>
          <p:spPr>
            <a:xfrm>
              <a:off x="7228085" y="312853"/>
              <a:ext cx="51496" cy="50036"/>
            </a:xfrm>
            <a:custGeom>
              <a:rect b="b" l="l" r="r" t="t"/>
              <a:pathLst>
                <a:path extrusionOk="0" h="172" w="177">
                  <a:moveTo>
                    <a:pt x="88" y="0"/>
                  </a:moveTo>
                  <a:cubicBezTo>
                    <a:pt x="40" y="0"/>
                    <a:pt x="0" y="39"/>
                    <a:pt x="0" y="88"/>
                  </a:cubicBezTo>
                  <a:cubicBezTo>
                    <a:pt x="0" y="132"/>
                    <a:pt x="40" y="172"/>
                    <a:pt x="88" y="172"/>
                  </a:cubicBezTo>
                  <a:cubicBezTo>
                    <a:pt x="137" y="172"/>
                    <a:pt x="177" y="132"/>
                    <a:pt x="177" y="88"/>
                  </a:cubicBezTo>
                  <a:cubicBezTo>
                    <a:pt x="177" y="39"/>
                    <a:pt x="137" y="0"/>
                    <a:pt x="88" y="0"/>
                  </a:cubicBezTo>
                  <a:close/>
                </a:path>
              </a:pathLst>
            </a:custGeom>
            <a:solidFill>
              <a:srgbClr val="7C242A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57"/>
            <p:cNvSpPr/>
            <p:nvPr/>
          </p:nvSpPr>
          <p:spPr>
            <a:xfrm>
              <a:off x="6816459" y="315471"/>
              <a:ext cx="335163" cy="44509"/>
            </a:xfrm>
            <a:custGeom>
              <a:rect b="b" l="l" r="r" t="t"/>
              <a:pathLst>
                <a:path extrusionOk="0" h="153" w="1152">
                  <a:moveTo>
                    <a:pt x="79" y="1"/>
                  </a:moveTo>
                  <a:cubicBezTo>
                    <a:pt x="40" y="1"/>
                    <a:pt x="1" y="35"/>
                    <a:pt x="1" y="79"/>
                  </a:cubicBezTo>
                  <a:cubicBezTo>
                    <a:pt x="1" y="119"/>
                    <a:pt x="40" y="153"/>
                    <a:pt x="79" y="153"/>
                  </a:cubicBezTo>
                  <a:lnTo>
                    <a:pt x="1073" y="153"/>
                  </a:lnTo>
                  <a:cubicBezTo>
                    <a:pt x="1117" y="153"/>
                    <a:pt x="1152" y="119"/>
                    <a:pt x="1152" y="79"/>
                  </a:cubicBezTo>
                  <a:cubicBezTo>
                    <a:pt x="1152" y="35"/>
                    <a:pt x="1117" y="1"/>
                    <a:pt x="1073" y="1"/>
                  </a:cubicBezTo>
                  <a:close/>
                </a:path>
              </a:pathLst>
            </a:custGeom>
            <a:solidFill>
              <a:srgbClr val="7C242A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57"/>
            <p:cNvSpPr/>
            <p:nvPr/>
          </p:nvSpPr>
          <p:spPr>
            <a:xfrm>
              <a:off x="6934871" y="664559"/>
              <a:ext cx="98629" cy="121599"/>
            </a:xfrm>
            <a:custGeom>
              <a:rect b="b" l="l" r="r" t="t"/>
              <a:pathLst>
                <a:path extrusionOk="0" h="418" w="339">
                  <a:moveTo>
                    <a:pt x="172" y="65"/>
                  </a:moveTo>
                  <a:cubicBezTo>
                    <a:pt x="230" y="65"/>
                    <a:pt x="279" y="114"/>
                    <a:pt x="279" y="172"/>
                  </a:cubicBezTo>
                  <a:lnTo>
                    <a:pt x="279" y="353"/>
                  </a:lnTo>
                  <a:lnTo>
                    <a:pt x="64" y="353"/>
                  </a:lnTo>
                  <a:lnTo>
                    <a:pt x="64" y="172"/>
                  </a:lnTo>
                  <a:cubicBezTo>
                    <a:pt x="64" y="114"/>
                    <a:pt x="113" y="65"/>
                    <a:pt x="172" y="65"/>
                  </a:cubicBezTo>
                  <a:close/>
                  <a:moveTo>
                    <a:pt x="172" y="1"/>
                  </a:moveTo>
                  <a:cubicBezTo>
                    <a:pt x="79" y="1"/>
                    <a:pt x="0" y="79"/>
                    <a:pt x="0" y="172"/>
                  </a:cubicBezTo>
                  <a:lnTo>
                    <a:pt x="0" y="417"/>
                  </a:lnTo>
                  <a:lnTo>
                    <a:pt x="338" y="417"/>
                  </a:lnTo>
                  <a:lnTo>
                    <a:pt x="338" y="172"/>
                  </a:lnTo>
                  <a:cubicBezTo>
                    <a:pt x="338" y="79"/>
                    <a:pt x="265" y="1"/>
                    <a:pt x="1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57"/>
            <p:cNvSpPr/>
            <p:nvPr/>
          </p:nvSpPr>
          <p:spPr>
            <a:xfrm>
              <a:off x="6914796" y="735831"/>
              <a:ext cx="138487" cy="81454"/>
            </a:xfrm>
            <a:custGeom>
              <a:rect b="b" l="l" r="r" t="t"/>
              <a:pathLst>
                <a:path extrusionOk="0" h="280" w="476">
                  <a:moveTo>
                    <a:pt x="50" y="1"/>
                  </a:moveTo>
                  <a:cubicBezTo>
                    <a:pt x="20" y="1"/>
                    <a:pt x="1" y="25"/>
                    <a:pt x="1" y="50"/>
                  </a:cubicBezTo>
                  <a:lnTo>
                    <a:pt x="1" y="231"/>
                  </a:lnTo>
                  <a:cubicBezTo>
                    <a:pt x="1" y="260"/>
                    <a:pt x="20" y="280"/>
                    <a:pt x="50" y="280"/>
                  </a:cubicBezTo>
                  <a:lnTo>
                    <a:pt x="427" y="280"/>
                  </a:lnTo>
                  <a:cubicBezTo>
                    <a:pt x="456" y="280"/>
                    <a:pt x="476" y="260"/>
                    <a:pt x="476" y="231"/>
                  </a:cubicBezTo>
                  <a:lnTo>
                    <a:pt x="476" y="50"/>
                  </a:lnTo>
                  <a:cubicBezTo>
                    <a:pt x="476" y="25"/>
                    <a:pt x="456" y="1"/>
                    <a:pt x="4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57"/>
            <p:cNvSpPr/>
            <p:nvPr/>
          </p:nvSpPr>
          <p:spPr>
            <a:xfrm>
              <a:off x="7712841" y="334089"/>
              <a:ext cx="88446" cy="68654"/>
            </a:xfrm>
            <a:custGeom>
              <a:rect b="b" l="l" r="r" t="t"/>
              <a:pathLst>
                <a:path extrusionOk="0" h="236" w="304">
                  <a:moveTo>
                    <a:pt x="152" y="1"/>
                  </a:moveTo>
                  <a:cubicBezTo>
                    <a:pt x="93" y="1"/>
                    <a:pt x="39" y="25"/>
                    <a:pt x="0" y="59"/>
                  </a:cubicBezTo>
                  <a:lnTo>
                    <a:pt x="25" y="84"/>
                  </a:lnTo>
                  <a:cubicBezTo>
                    <a:pt x="54" y="50"/>
                    <a:pt x="103" y="30"/>
                    <a:pt x="152" y="30"/>
                  </a:cubicBezTo>
                  <a:cubicBezTo>
                    <a:pt x="201" y="30"/>
                    <a:pt x="245" y="50"/>
                    <a:pt x="279" y="84"/>
                  </a:cubicBezTo>
                  <a:lnTo>
                    <a:pt x="304" y="59"/>
                  </a:lnTo>
                  <a:cubicBezTo>
                    <a:pt x="265" y="25"/>
                    <a:pt x="211" y="1"/>
                    <a:pt x="152" y="1"/>
                  </a:cubicBezTo>
                  <a:close/>
                  <a:moveTo>
                    <a:pt x="152" y="59"/>
                  </a:moveTo>
                  <a:cubicBezTo>
                    <a:pt x="108" y="59"/>
                    <a:pt x="74" y="79"/>
                    <a:pt x="44" y="104"/>
                  </a:cubicBezTo>
                  <a:lnTo>
                    <a:pt x="69" y="128"/>
                  </a:lnTo>
                  <a:cubicBezTo>
                    <a:pt x="88" y="104"/>
                    <a:pt x="118" y="94"/>
                    <a:pt x="152" y="94"/>
                  </a:cubicBezTo>
                  <a:cubicBezTo>
                    <a:pt x="186" y="94"/>
                    <a:pt x="216" y="104"/>
                    <a:pt x="235" y="128"/>
                  </a:cubicBezTo>
                  <a:lnTo>
                    <a:pt x="260" y="104"/>
                  </a:lnTo>
                  <a:cubicBezTo>
                    <a:pt x="230" y="79"/>
                    <a:pt x="191" y="59"/>
                    <a:pt x="152" y="59"/>
                  </a:cubicBezTo>
                  <a:close/>
                  <a:moveTo>
                    <a:pt x="152" y="128"/>
                  </a:moveTo>
                  <a:cubicBezTo>
                    <a:pt x="128" y="128"/>
                    <a:pt x="108" y="138"/>
                    <a:pt x="93" y="152"/>
                  </a:cubicBezTo>
                  <a:lnTo>
                    <a:pt x="118" y="177"/>
                  </a:lnTo>
                  <a:cubicBezTo>
                    <a:pt x="123" y="167"/>
                    <a:pt x="137" y="162"/>
                    <a:pt x="152" y="162"/>
                  </a:cubicBezTo>
                  <a:cubicBezTo>
                    <a:pt x="167" y="162"/>
                    <a:pt x="177" y="167"/>
                    <a:pt x="186" y="177"/>
                  </a:cubicBezTo>
                  <a:lnTo>
                    <a:pt x="211" y="152"/>
                  </a:lnTo>
                  <a:cubicBezTo>
                    <a:pt x="196" y="138"/>
                    <a:pt x="172" y="128"/>
                    <a:pt x="152" y="128"/>
                  </a:cubicBezTo>
                  <a:close/>
                  <a:moveTo>
                    <a:pt x="152" y="187"/>
                  </a:moveTo>
                  <a:cubicBezTo>
                    <a:pt x="137" y="187"/>
                    <a:pt x="128" y="197"/>
                    <a:pt x="128" y="211"/>
                  </a:cubicBezTo>
                  <a:cubicBezTo>
                    <a:pt x="128" y="226"/>
                    <a:pt x="137" y="236"/>
                    <a:pt x="152" y="236"/>
                  </a:cubicBezTo>
                  <a:cubicBezTo>
                    <a:pt x="167" y="236"/>
                    <a:pt x="177" y="226"/>
                    <a:pt x="177" y="211"/>
                  </a:cubicBezTo>
                  <a:cubicBezTo>
                    <a:pt x="177" y="197"/>
                    <a:pt x="167" y="187"/>
                    <a:pt x="152" y="1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57"/>
            <p:cNvSpPr/>
            <p:nvPr/>
          </p:nvSpPr>
          <p:spPr>
            <a:xfrm>
              <a:off x="7614503" y="343980"/>
              <a:ext cx="77099" cy="57309"/>
            </a:xfrm>
            <a:custGeom>
              <a:rect b="b" l="l" r="r" t="t"/>
              <a:pathLst>
                <a:path extrusionOk="0" h="197" w="265">
                  <a:moveTo>
                    <a:pt x="0" y="143"/>
                  </a:moveTo>
                  <a:lnTo>
                    <a:pt x="0" y="192"/>
                  </a:lnTo>
                  <a:lnTo>
                    <a:pt x="30" y="192"/>
                  </a:lnTo>
                  <a:lnTo>
                    <a:pt x="30" y="143"/>
                  </a:lnTo>
                  <a:close/>
                  <a:moveTo>
                    <a:pt x="59" y="109"/>
                  </a:moveTo>
                  <a:lnTo>
                    <a:pt x="59" y="192"/>
                  </a:lnTo>
                  <a:lnTo>
                    <a:pt x="88" y="192"/>
                  </a:lnTo>
                  <a:lnTo>
                    <a:pt x="88" y="109"/>
                  </a:lnTo>
                  <a:close/>
                  <a:moveTo>
                    <a:pt x="118" y="70"/>
                  </a:moveTo>
                  <a:lnTo>
                    <a:pt x="118" y="192"/>
                  </a:lnTo>
                  <a:lnTo>
                    <a:pt x="147" y="192"/>
                  </a:lnTo>
                  <a:lnTo>
                    <a:pt x="147" y="70"/>
                  </a:lnTo>
                  <a:close/>
                  <a:moveTo>
                    <a:pt x="177" y="35"/>
                  </a:moveTo>
                  <a:lnTo>
                    <a:pt x="177" y="192"/>
                  </a:lnTo>
                  <a:lnTo>
                    <a:pt x="206" y="192"/>
                  </a:lnTo>
                  <a:lnTo>
                    <a:pt x="206" y="35"/>
                  </a:lnTo>
                  <a:close/>
                  <a:moveTo>
                    <a:pt x="235" y="1"/>
                  </a:moveTo>
                  <a:lnTo>
                    <a:pt x="235" y="197"/>
                  </a:lnTo>
                  <a:lnTo>
                    <a:pt x="265" y="197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57"/>
            <p:cNvSpPr/>
            <p:nvPr/>
          </p:nvSpPr>
          <p:spPr>
            <a:xfrm>
              <a:off x="7823979" y="345434"/>
              <a:ext cx="115503" cy="55854"/>
            </a:xfrm>
            <a:custGeom>
              <a:rect b="b" l="l" r="r" t="t"/>
              <a:pathLst>
                <a:path extrusionOk="0" h="192" w="397">
                  <a:moveTo>
                    <a:pt x="44" y="20"/>
                  </a:moveTo>
                  <a:cubicBezTo>
                    <a:pt x="30" y="20"/>
                    <a:pt x="20" y="35"/>
                    <a:pt x="20" y="50"/>
                  </a:cubicBezTo>
                  <a:lnTo>
                    <a:pt x="20" y="148"/>
                  </a:lnTo>
                  <a:cubicBezTo>
                    <a:pt x="20" y="162"/>
                    <a:pt x="30" y="172"/>
                    <a:pt x="44" y="172"/>
                  </a:cubicBezTo>
                  <a:lnTo>
                    <a:pt x="274" y="172"/>
                  </a:lnTo>
                  <a:lnTo>
                    <a:pt x="274" y="20"/>
                  </a:lnTo>
                  <a:close/>
                  <a:moveTo>
                    <a:pt x="338" y="11"/>
                  </a:moveTo>
                  <a:cubicBezTo>
                    <a:pt x="358" y="11"/>
                    <a:pt x="372" y="25"/>
                    <a:pt x="372" y="45"/>
                  </a:cubicBezTo>
                  <a:lnTo>
                    <a:pt x="372" y="153"/>
                  </a:lnTo>
                  <a:cubicBezTo>
                    <a:pt x="372" y="172"/>
                    <a:pt x="358" y="187"/>
                    <a:pt x="338" y="187"/>
                  </a:cubicBezTo>
                  <a:lnTo>
                    <a:pt x="39" y="187"/>
                  </a:lnTo>
                  <a:cubicBezTo>
                    <a:pt x="25" y="187"/>
                    <a:pt x="5" y="172"/>
                    <a:pt x="5" y="153"/>
                  </a:cubicBezTo>
                  <a:lnTo>
                    <a:pt x="5" y="45"/>
                  </a:lnTo>
                  <a:cubicBezTo>
                    <a:pt x="5" y="25"/>
                    <a:pt x="25" y="11"/>
                    <a:pt x="39" y="11"/>
                  </a:cubicBezTo>
                  <a:close/>
                  <a:moveTo>
                    <a:pt x="39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153"/>
                  </a:lnTo>
                  <a:cubicBezTo>
                    <a:pt x="0" y="172"/>
                    <a:pt x="20" y="192"/>
                    <a:pt x="39" y="192"/>
                  </a:cubicBezTo>
                  <a:lnTo>
                    <a:pt x="338" y="192"/>
                  </a:lnTo>
                  <a:cubicBezTo>
                    <a:pt x="363" y="192"/>
                    <a:pt x="377" y="172"/>
                    <a:pt x="377" y="153"/>
                  </a:cubicBezTo>
                  <a:lnTo>
                    <a:pt x="377" y="123"/>
                  </a:lnTo>
                  <a:lnTo>
                    <a:pt x="397" y="123"/>
                  </a:lnTo>
                  <a:lnTo>
                    <a:pt x="397" y="74"/>
                  </a:lnTo>
                  <a:lnTo>
                    <a:pt x="377" y="74"/>
                  </a:lnTo>
                  <a:lnTo>
                    <a:pt x="377" y="45"/>
                  </a:lnTo>
                  <a:cubicBezTo>
                    <a:pt x="377" y="20"/>
                    <a:pt x="363" y="1"/>
                    <a:pt x="3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57"/>
            <p:cNvSpPr/>
            <p:nvPr/>
          </p:nvSpPr>
          <p:spPr>
            <a:xfrm>
              <a:off x="8064585" y="611905"/>
              <a:ext cx="67498" cy="33163"/>
            </a:xfrm>
            <a:custGeom>
              <a:rect b="b" l="l" r="r" t="t"/>
              <a:pathLst>
                <a:path extrusionOk="0" h="114" w="232">
                  <a:moveTo>
                    <a:pt x="1" y="1"/>
                  </a:moveTo>
                  <a:lnTo>
                    <a:pt x="1" y="113"/>
                  </a:lnTo>
                  <a:lnTo>
                    <a:pt x="231" y="11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57"/>
            <p:cNvSpPr/>
            <p:nvPr/>
          </p:nvSpPr>
          <p:spPr>
            <a:xfrm>
              <a:off x="5837742" y="611905"/>
              <a:ext cx="65752" cy="33163"/>
            </a:xfrm>
            <a:custGeom>
              <a:rect b="b" l="l" r="r" t="t"/>
              <a:pathLst>
                <a:path extrusionOk="0" h="114" w="226">
                  <a:moveTo>
                    <a:pt x="0" y="1"/>
                  </a:moveTo>
                  <a:lnTo>
                    <a:pt x="0" y="113"/>
                  </a:lnTo>
                  <a:lnTo>
                    <a:pt x="226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57"/>
            <p:cNvSpPr/>
            <p:nvPr/>
          </p:nvSpPr>
          <p:spPr>
            <a:xfrm>
              <a:off x="8131792" y="1301644"/>
              <a:ext cx="24439" cy="354907"/>
            </a:xfrm>
            <a:custGeom>
              <a:rect b="b" l="l" r="r" t="t"/>
              <a:pathLst>
                <a:path extrusionOk="0" h="1220" w="84">
                  <a:moveTo>
                    <a:pt x="0" y="0"/>
                  </a:moveTo>
                  <a:lnTo>
                    <a:pt x="0" y="1219"/>
                  </a:lnTo>
                  <a:lnTo>
                    <a:pt x="39" y="1219"/>
                  </a:lnTo>
                  <a:cubicBezTo>
                    <a:pt x="64" y="1219"/>
                    <a:pt x="83" y="1200"/>
                    <a:pt x="83" y="1175"/>
                  </a:cubicBezTo>
                  <a:lnTo>
                    <a:pt x="83" y="44"/>
                  </a:lnTo>
                  <a:cubicBezTo>
                    <a:pt x="83" y="20"/>
                    <a:pt x="64" y="0"/>
                    <a:pt x="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57"/>
            <p:cNvSpPr/>
            <p:nvPr/>
          </p:nvSpPr>
          <p:spPr>
            <a:xfrm>
              <a:off x="5812139" y="1620769"/>
              <a:ext cx="25894" cy="356362"/>
            </a:xfrm>
            <a:custGeom>
              <a:rect b="b" l="l" r="r" t="t"/>
              <a:pathLst>
                <a:path extrusionOk="0" h="1225" w="89">
                  <a:moveTo>
                    <a:pt x="44" y="0"/>
                  </a:moveTo>
                  <a:cubicBezTo>
                    <a:pt x="20" y="0"/>
                    <a:pt x="0" y="20"/>
                    <a:pt x="0" y="49"/>
                  </a:cubicBezTo>
                  <a:lnTo>
                    <a:pt x="0" y="1180"/>
                  </a:lnTo>
                  <a:cubicBezTo>
                    <a:pt x="0" y="1205"/>
                    <a:pt x="20" y="1224"/>
                    <a:pt x="44" y="1224"/>
                  </a:cubicBezTo>
                  <a:lnTo>
                    <a:pt x="88" y="1224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57"/>
            <p:cNvSpPr/>
            <p:nvPr/>
          </p:nvSpPr>
          <p:spPr>
            <a:xfrm>
              <a:off x="5812139" y="1177427"/>
              <a:ext cx="25894" cy="356653"/>
            </a:xfrm>
            <a:custGeom>
              <a:rect b="b" l="l" r="r" t="t"/>
              <a:pathLst>
                <a:path extrusionOk="0" h="1226" w="89">
                  <a:moveTo>
                    <a:pt x="44" y="1"/>
                  </a:moveTo>
                  <a:cubicBezTo>
                    <a:pt x="20" y="1"/>
                    <a:pt x="0" y="21"/>
                    <a:pt x="0" y="45"/>
                  </a:cubicBezTo>
                  <a:lnTo>
                    <a:pt x="0" y="1181"/>
                  </a:lnTo>
                  <a:cubicBezTo>
                    <a:pt x="0" y="1206"/>
                    <a:pt x="20" y="1225"/>
                    <a:pt x="44" y="1225"/>
                  </a:cubicBezTo>
                  <a:lnTo>
                    <a:pt x="88" y="1225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57"/>
            <p:cNvSpPr/>
            <p:nvPr/>
          </p:nvSpPr>
          <p:spPr>
            <a:xfrm>
              <a:off x="5812139" y="859757"/>
              <a:ext cx="25894" cy="111418"/>
            </a:xfrm>
            <a:custGeom>
              <a:rect b="b" l="l" r="r" t="t"/>
              <a:pathLst>
                <a:path extrusionOk="0" h="383" w="89">
                  <a:moveTo>
                    <a:pt x="44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339"/>
                  </a:lnTo>
                  <a:cubicBezTo>
                    <a:pt x="0" y="363"/>
                    <a:pt x="20" y="383"/>
                    <a:pt x="44" y="383"/>
                  </a:cubicBezTo>
                  <a:lnTo>
                    <a:pt x="88" y="383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57"/>
            <p:cNvSpPr/>
            <p:nvPr/>
          </p:nvSpPr>
          <p:spPr>
            <a:xfrm>
              <a:off x="8064585" y="4496962"/>
              <a:ext cx="67498" cy="34618"/>
            </a:xfrm>
            <a:custGeom>
              <a:rect b="b" l="l" r="r" t="t"/>
              <a:pathLst>
                <a:path extrusionOk="0" h="119" w="232">
                  <a:moveTo>
                    <a:pt x="1" y="1"/>
                  </a:moveTo>
                  <a:lnTo>
                    <a:pt x="1" y="118"/>
                  </a:lnTo>
                  <a:lnTo>
                    <a:pt x="231" y="118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57"/>
            <p:cNvSpPr/>
            <p:nvPr/>
          </p:nvSpPr>
          <p:spPr>
            <a:xfrm>
              <a:off x="5837742" y="4496962"/>
              <a:ext cx="65752" cy="34618"/>
            </a:xfrm>
            <a:custGeom>
              <a:rect b="b" l="l" r="r" t="t"/>
              <a:pathLst>
                <a:path extrusionOk="0" h="119" w="226">
                  <a:moveTo>
                    <a:pt x="0" y="1"/>
                  </a:moveTo>
                  <a:lnTo>
                    <a:pt x="0" y="118"/>
                  </a:lnTo>
                  <a:lnTo>
                    <a:pt x="226" y="11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57"/>
            <p:cNvSpPr/>
            <p:nvPr/>
          </p:nvSpPr>
          <p:spPr>
            <a:xfrm>
              <a:off x="6649976" y="3637490"/>
              <a:ext cx="4598" cy="4470"/>
            </a:xfrm>
            <a:custGeom>
              <a:rect b="b" l="l" r="r" t="t"/>
              <a:pathLst>
                <a:path extrusionOk="0" h="35" w="36">
                  <a:moveTo>
                    <a:pt x="1" y="0"/>
                  </a:moveTo>
                  <a:lnTo>
                    <a:pt x="27" y="34"/>
                  </a:lnTo>
                  <a:lnTo>
                    <a:pt x="35" y="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7" name="Google Shape;767;p57"/>
          <p:cNvSpPr txBox="1"/>
          <p:nvPr>
            <p:ph idx="4294967295" type="body"/>
          </p:nvPr>
        </p:nvSpPr>
        <p:spPr>
          <a:xfrm>
            <a:off x="292600" y="323625"/>
            <a:ext cx="8590800" cy="5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2550" u="sng">
                <a:latin typeface="Permanent Marker"/>
                <a:ea typeface="Permanent Marker"/>
                <a:cs typeface="Permanent Marker"/>
                <a:sym typeface="Permanent Marker"/>
              </a:rPr>
              <a:t>Implementation</a:t>
            </a:r>
            <a:endParaRPr b="1" sz="2550" u="sng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768" name="Google Shape;768;p57"/>
          <p:cNvSpPr txBox="1"/>
          <p:nvPr>
            <p:ph idx="4294967295" type="body"/>
          </p:nvPr>
        </p:nvSpPr>
        <p:spPr>
          <a:xfrm>
            <a:off x="292600" y="780825"/>
            <a:ext cx="8618700" cy="5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950" u="sng">
                <a:latin typeface="Permanent Marker"/>
                <a:ea typeface="Permanent Marker"/>
                <a:cs typeface="Permanent Marker"/>
                <a:sym typeface="Permanent Marker"/>
              </a:rPr>
              <a:t>Chips / Modules</a:t>
            </a:r>
            <a:endParaRPr b="1" sz="1950" u="sng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769" name="Google Shape;769;p57"/>
          <p:cNvSpPr txBox="1"/>
          <p:nvPr>
            <p:ph idx="4294967295" type="body"/>
          </p:nvPr>
        </p:nvSpPr>
        <p:spPr>
          <a:xfrm>
            <a:off x="159250" y="1321025"/>
            <a:ext cx="8618700" cy="24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242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50"/>
              <a:buFont typeface="Permanent Marker"/>
              <a:buChar char="❖"/>
            </a:pPr>
            <a:r>
              <a:rPr lang="en" sz="1950">
                <a:latin typeface="Permanent Marker"/>
                <a:ea typeface="Permanent Marker"/>
                <a:cs typeface="Permanent Marker"/>
                <a:sym typeface="Permanent Marker"/>
              </a:rPr>
              <a:t>Ex: think of a simple physical circuit</a:t>
            </a:r>
            <a:endParaRPr sz="1950"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-352425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50"/>
              <a:buFont typeface="Permanent Marker"/>
              <a:buChar char="➢"/>
            </a:pPr>
            <a:r>
              <a:rPr lang="en" sz="1950">
                <a:latin typeface="Permanent Marker"/>
                <a:ea typeface="Permanent Marker"/>
                <a:cs typeface="Permanent Marker"/>
                <a:sym typeface="Permanent Marker"/>
              </a:rPr>
              <a:t>2 light bulbs </a:t>
            </a:r>
            <a:endParaRPr sz="1950"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-352425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50"/>
              <a:buFont typeface="Permanent Marker"/>
              <a:buChar char="➢"/>
            </a:pPr>
            <a:r>
              <a:rPr lang="en" sz="1950">
                <a:latin typeface="Permanent Marker"/>
                <a:ea typeface="Permanent Marker"/>
                <a:cs typeface="Permanent Marker"/>
                <a:sym typeface="Permanent Marker"/>
              </a:rPr>
              <a:t>Battery</a:t>
            </a:r>
            <a:endParaRPr sz="1950"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-352425" lvl="1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50"/>
              <a:buFont typeface="Permanent Marker"/>
              <a:buChar char="➢"/>
            </a:pPr>
            <a:r>
              <a:rPr lang="en" sz="1950">
                <a:latin typeface="Permanent Marker"/>
                <a:ea typeface="Permanent Marker"/>
                <a:cs typeface="Permanent Marker"/>
                <a:sym typeface="Permanent Marker"/>
              </a:rPr>
              <a:t>2 Switches</a:t>
            </a:r>
            <a:endParaRPr sz="1950"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50">
              <a:latin typeface="Permanent Marker"/>
              <a:ea typeface="Permanent Marker"/>
              <a:cs typeface="Permanent Marker"/>
              <a:sym typeface="Permanent Marker"/>
            </a:endParaRPr>
          </a:p>
          <a:p>
            <a:pPr indent="-352425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50"/>
              <a:buFont typeface="Permanent Marker"/>
              <a:buChar char="❖"/>
            </a:pPr>
            <a:r>
              <a:rPr lang="en" sz="1950">
                <a:latin typeface="Permanent Marker"/>
                <a:ea typeface="Permanent Marker"/>
                <a:cs typeface="Permanent Marker"/>
                <a:sym typeface="Permanent Marker"/>
              </a:rPr>
              <a:t>We want to layout the circuit so that battery the switches actually turn off it's L2 switch respective respective lightbulb-this requires a proper setup of logic"/ components" So we get our desired outcomes</a:t>
            </a:r>
            <a:endParaRPr sz="1950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oogle Shape;774;p58"/>
          <p:cNvGrpSpPr/>
          <p:nvPr/>
        </p:nvGrpSpPr>
        <p:grpSpPr>
          <a:xfrm rot="5400000">
            <a:off x="1986634" y="-2035183"/>
            <a:ext cx="5073787" cy="9144173"/>
            <a:chOff x="5812139" y="178733"/>
            <a:chExt cx="2344092" cy="4786022"/>
          </a:xfrm>
        </p:grpSpPr>
        <p:sp>
          <p:nvSpPr>
            <p:cNvPr id="775" name="Google Shape;775;p58"/>
            <p:cNvSpPr/>
            <p:nvPr/>
          </p:nvSpPr>
          <p:spPr>
            <a:xfrm>
              <a:off x="5837742" y="178745"/>
              <a:ext cx="2294353" cy="4786010"/>
            </a:xfrm>
            <a:custGeom>
              <a:rect b="b" l="l" r="r" t="t"/>
              <a:pathLst>
                <a:path extrusionOk="0" h="16452" w="7886">
                  <a:moveTo>
                    <a:pt x="994" y="1"/>
                  </a:moveTo>
                  <a:cubicBezTo>
                    <a:pt x="446" y="1"/>
                    <a:pt x="0" y="447"/>
                    <a:pt x="0" y="995"/>
                  </a:cubicBezTo>
                  <a:lnTo>
                    <a:pt x="0" y="2342"/>
                  </a:lnTo>
                  <a:lnTo>
                    <a:pt x="0" y="2724"/>
                  </a:lnTo>
                  <a:lnTo>
                    <a:pt x="0" y="3434"/>
                  </a:lnTo>
                  <a:lnTo>
                    <a:pt x="0" y="4658"/>
                  </a:lnTo>
                  <a:lnTo>
                    <a:pt x="0" y="4957"/>
                  </a:lnTo>
                  <a:lnTo>
                    <a:pt x="0" y="6181"/>
                  </a:lnTo>
                  <a:lnTo>
                    <a:pt x="0" y="15457"/>
                  </a:lnTo>
                  <a:cubicBezTo>
                    <a:pt x="0" y="16006"/>
                    <a:pt x="446" y="16451"/>
                    <a:pt x="994" y="16451"/>
                  </a:cubicBezTo>
                  <a:lnTo>
                    <a:pt x="6886" y="16451"/>
                  </a:lnTo>
                  <a:cubicBezTo>
                    <a:pt x="7439" y="16451"/>
                    <a:pt x="7885" y="16006"/>
                    <a:pt x="7885" y="15457"/>
                  </a:cubicBezTo>
                  <a:lnTo>
                    <a:pt x="7885" y="5079"/>
                  </a:lnTo>
                  <a:lnTo>
                    <a:pt x="7885" y="3860"/>
                  </a:lnTo>
                  <a:lnTo>
                    <a:pt x="7885" y="995"/>
                  </a:lnTo>
                  <a:cubicBezTo>
                    <a:pt x="7885" y="447"/>
                    <a:pt x="7439" y="1"/>
                    <a:pt x="6886" y="1"/>
                  </a:cubicBezTo>
                  <a:lnTo>
                    <a:pt x="5946" y="1"/>
                  </a:lnTo>
                  <a:lnTo>
                    <a:pt x="5946" y="265"/>
                  </a:lnTo>
                  <a:lnTo>
                    <a:pt x="6866" y="265"/>
                  </a:lnTo>
                  <a:cubicBezTo>
                    <a:pt x="7302" y="265"/>
                    <a:pt x="7655" y="618"/>
                    <a:pt x="7655" y="1054"/>
                  </a:cubicBezTo>
                  <a:lnTo>
                    <a:pt x="7655" y="15398"/>
                  </a:lnTo>
                  <a:cubicBezTo>
                    <a:pt x="7655" y="15834"/>
                    <a:pt x="7302" y="16187"/>
                    <a:pt x="6866" y="16187"/>
                  </a:cubicBezTo>
                  <a:lnTo>
                    <a:pt x="1014" y="16187"/>
                  </a:lnTo>
                  <a:cubicBezTo>
                    <a:pt x="578" y="16187"/>
                    <a:pt x="226" y="15834"/>
                    <a:pt x="226" y="15398"/>
                  </a:cubicBezTo>
                  <a:lnTo>
                    <a:pt x="226" y="1054"/>
                  </a:lnTo>
                  <a:cubicBezTo>
                    <a:pt x="226" y="618"/>
                    <a:pt x="578" y="265"/>
                    <a:pt x="1014" y="265"/>
                  </a:cubicBezTo>
                  <a:lnTo>
                    <a:pt x="1935" y="265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58"/>
            <p:cNvSpPr/>
            <p:nvPr/>
          </p:nvSpPr>
          <p:spPr>
            <a:xfrm>
              <a:off x="5903203" y="255835"/>
              <a:ext cx="2161684" cy="4631829"/>
            </a:xfrm>
            <a:custGeom>
              <a:rect b="b" l="l" r="r" t="t"/>
              <a:pathLst>
                <a:path extrusionOk="0" h="15922" w="7430">
                  <a:moveTo>
                    <a:pt x="789" y="0"/>
                  </a:moveTo>
                  <a:cubicBezTo>
                    <a:pt x="353" y="0"/>
                    <a:pt x="1" y="353"/>
                    <a:pt x="1" y="789"/>
                  </a:cubicBezTo>
                  <a:lnTo>
                    <a:pt x="1" y="15133"/>
                  </a:lnTo>
                  <a:cubicBezTo>
                    <a:pt x="1" y="15569"/>
                    <a:pt x="353" y="15922"/>
                    <a:pt x="789" y="15922"/>
                  </a:cubicBezTo>
                  <a:lnTo>
                    <a:pt x="6641" y="15922"/>
                  </a:lnTo>
                  <a:cubicBezTo>
                    <a:pt x="7077" y="15922"/>
                    <a:pt x="7430" y="15569"/>
                    <a:pt x="7430" y="15133"/>
                  </a:cubicBezTo>
                  <a:lnTo>
                    <a:pt x="7430" y="789"/>
                  </a:lnTo>
                  <a:cubicBezTo>
                    <a:pt x="7430" y="353"/>
                    <a:pt x="7077" y="0"/>
                    <a:pt x="6641" y="0"/>
                  </a:cubicBezTo>
                  <a:lnTo>
                    <a:pt x="5721" y="0"/>
                  </a:lnTo>
                  <a:lnTo>
                    <a:pt x="5721" y="265"/>
                  </a:lnTo>
                  <a:cubicBezTo>
                    <a:pt x="5721" y="485"/>
                    <a:pt x="5544" y="666"/>
                    <a:pt x="5324" y="666"/>
                  </a:cubicBezTo>
                  <a:lnTo>
                    <a:pt x="2111" y="666"/>
                  </a:lnTo>
                  <a:cubicBezTo>
                    <a:pt x="1891" y="666"/>
                    <a:pt x="1710" y="485"/>
                    <a:pt x="1710" y="265"/>
                  </a:cubicBezTo>
                  <a:lnTo>
                    <a:pt x="17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58"/>
            <p:cNvSpPr/>
            <p:nvPr/>
          </p:nvSpPr>
          <p:spPr>
            <a:xfrm>
              <a:off x="6395153" y="178733"/>
              <a:ext cx="1177783" cy="271144"/>
            </a:xfrm>
            <a:custGeom>
              <a:rect b="b" l="l" r="r" t="t"/>
              <a:pathLst>
                <a:path extrusionOk="0" h="932" w="4012">
                  <a:moveTo>
                    <a:pt x="2503" y="471"/>
                  </a:moveTo>
                  <a:cubicBezTo>
                    <a:pt x="2547" y="471"/>
                    <a:pt x="2582" y="505"/>
                    <a:pt x="2582" y="549"/>
                  </a:cubicBezTo>
                  <a:cubicBezTo>
                    <a:pt x="2582" y="589"/>
                    <a:pt x="2547" y="623"/>
                    <a:pt x="2503" y="623"/>
                  </a:cubicBezTo>
                  <a:lnTo>
                    <a:pt x="1509" y="623"/>
                  </a:lnTo>
                  <a:cubicBezTo>
                    <a:pt x="1470" y="623"/>
                    <a:pt x="1431" y="589"/>
                    <a:pt x="1431" y="549"/>
                  </a:cubicBezTo>
                  <a:cubicBezTo>
                    <a:pt x="1431" y="505"/>
                    <a:pt x="1470" y="471"/>
                    <a:pt x="1509" y="471"/>
                  </a:cubicBezTo>
                  <a:close/>
                  <a:moveTo>
                    <a:pt x="2924" y="461"/>
                  </a:moveTo>
                  <a:cubicBezTo>
                    <a:pt x="2973" y="461"/>
                    <a:pt x="3013" y="500"/>
                    <a:pt x="3013" y="549"/>
                  </a:cubicBezTo>
                  <a:cubicBezTo>
                    <a:pt x="3013" y="593"/>
                    <a:pt x="2973" y="633"/>
                    <a:pt x="2924" y="633"/>
                  </a:cubicBezTo>
                  <a:cubicBezTo>
                    <a:pt x="2876" y="633"/>
                    <a:pt x="2836" y="593"/>
                    <a:pt x="2836" y="549"/>
                  </a:cubicBezTo>
                  <a:cubicBezTo>
                    <a:pt x="2836" y="500"/>
                    <a:pt x="2876" y="461"/>
                    <a:pt x="2924" y="461"/>
                  </a:cubicBezTo>
                  <a:close/>
                  <a:moveTo>
                    <a:pt x="1" y="1"/>
                  </a:moveTo>
                  <a:lnTo>
                    <a:pt x="1" y="265"/>
                  </a:lnTo>
                  <a:lnTo>
                    <a:pt x="1" y="530"/>
                  </a:lnTo>
                  <a:cubicBezTo>
                    <a:pt x="1" y="750"/>
                    <a:pt x="182" y="931"/>
                    <a:pt x="402" y="931"/>
                  </a:cubicBezTo>
                  <a:lnTo>
                    <a:pt x="3615" y="931"/>
                  </a:lnTo>
                  <a:cubicBezTo>
                    <a:pt x="3835" y="931"/>
                    <a:pt x="4012" y="750"/>
                    <a:pt x="4012" y="530"/>
                  </a:cubicBezTo>
                  <a:lnTo>
                    <a:pt x="4012" y="265"/>
                  </a:lnTo>
                  <a:lnTo>
                    <a:pt x="40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58"/>
            <p:cNvSpPr/>
            <p:nvPr/>
          </p:nvSpPr>
          <p:spPr>
            <a:xfrm>
              <a:off x="5854616" y="197363"/>
              <a:ext cx="2260313" cy="4748774"/>
            </a:xfrm>
            <a:custGeom>
              <a:rect b="b" l="l" r="r" t="t"/>
              <a:pathLst>
                <a:path extrusionOk="0" h="16324" w="7769">
                  <a:moveTo>
                    <a:pt x="6755" y="16324"/>
                  </a:moveTo>
                  <a:lnTo>
                    <a:pt x="1010" y="16324"/>
                  </a:lnTo>
                  <a:cubicBezTo>
                    <a:pt x="452" y="16324"/>
                    <a:pt x="1" y="15863"/>
                    <a:pt x="1" y="15300"/>
                  </a:cubicBezTo>
                  <a:lnTo>
                    <a:pt x="1" y="1024"/>
                  </a:lnTo>
                  <a:cubicBezTo>
                    <a:pt x="1" y="461"/>
                    <a:pt x="452" y="1"/>
                    <a:pt x="1010" y="1"/>
                  </a:cubicBezTo>
                  <a:lnTo>
                    <a:pt x="6755" y="1"/>
                  </a:lnTo>
                  <a:cubicBezTo>
                    <a:pt x="7313" y="1"/>
                    <a:pt x="7768" y="461"/>
                    <a:pt x="7768" y="1024"/>
                  </a:cubicBezTo>
                  <a:lnTo>
                    <a:pt x="7768" y="15300"/>
                  </a:lnTo>
                  <a:cubicBezTo>
                    <a:pt x="7768" y="15863"/>
                    <a:pt x="7313" y="16324"/>
                    <a:pt x="6755" y="16324"/>
                  </a:cubicBezTo>
                  <a:close/>
                  <a:moveTo>
                    <a:pt x="1010" y="79"/>
                  </a:moveTo>
                  <a:cubicBezTo>
                    <a:pt x="496" y="79"/>
                    <a:pt x="79" y="500"/>
                    <a:pt x="79" y="1024"/>
                  </a:cubicBezTo>
                  <a:lnTo>
                    <a:pt x="79" y="15300"/>
                  </a:lnTo>
                  <a:cubicBezTo>
                    <a:pt x="79" y="15819"/>
                    <a:pt x="496" y="16245"/>
                    <a:pt x="1010" y="16245"/>
                  </a:cubicBezTo>
                  <a:lnTo>
                    <a:pt x="6755" y="16245"/>
                  </a:lnTo>
                  <a:cubicBezTo>
                    <a:pt x="7269" y="16245"/>
                    <a:pt x="7685" y="15819"/>
                    <a:pt x="7685" y="15300"/>
                  </a:cubicBezTo>
                  <a:lnTo>
                    <a:pt x="7685" y="1024"/>
                  </a:lnTo>
                  <a:cubicBezTo>
                    <a:pt x="7685" y="500"/>
                    <a:pt x="7269" y="79"/>
                    <a:pt x="6755" y="79"/>
                  </a:cubicBezTo>
                  <a:lnTo>
                    <a:pt x="1010" y="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58"/>
            <p:cNvSpPr/>
            <p:nvPr/>
          </p:nvSpPr>
          <p:spPr>
            <a:xfrm>
              <a:off x="7228085" y="312853"/>
              <a:ext cx="51496" cy="50036"/>
            </a:xfrm>
            <a:custGeom>
              <a:rect b="b" l="l" r="r" t="t"/>
              <a:pathLst>
                <a:path extrusionOk="0" h="172" w="177">
                  <a:moveTo>
                    <a:pt x="88" y="0"/>
                  </a:moveTo>
                  <a:cubicBezTo>
                    <a:pt x="40" y="0"/>
                    <a:pt x="0" y="39"/>
                    <a:pt x="0" y="88"/>
                  </a:cubicBezTo>
                  <a:cubicBezTo>
                    <a:pt x="0" y="132"/>
                    <a:pt x="40" y="172"/>
                    <a:pt x="88" y="172"/>
                  </a:cubicBezTo>
                  <a:cubicBezTo>
                    <a:pt x="137" y="172"/>
                    <a:pt x="177" y="132"/>
                    <a:pt x="177" y="88"/>
                  </a:cubicBezTo>
                  <a:cubicBezTo>
                    <a:pt x="177" y="39"/>
                    <a:pt x="137" y="0"/>
                    <a:pt x="88" y="0"/>
                  </a:cubicBezTo>
                  <a:close/>
                </a:path>
              </a:pathLst>
            </a:custGeom>
            <a:solidFill>
              <a:srgbClr val="7C242A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58"/>
            <p:cNvSpPr/>
            <p:nvPr/>
          </p:nvSpPr>
          <p:spPr>
            <a:xfrm>
              <a:off x="6816459" y="315471"/>
              <a:ext cx="335163" cy="44509"/>
            </a:xfrm>
            <a:custGeom>
              <a:rect b="b" l="l" r="r" t="t"/>
              <a:pathLst>
                <a:path extrusionOk="0" h="153" w="1152">
                  <a:moveTo>
                    <a:pt x="79" y="1"/>
                  </a:moveTo>
                  <a:cubicBezTo>
                    <a:pt x="40" y="1"/>
                    <a:pt x="1" y="35"/>
                    <a:pt x="1" y="79"/>
                  </a:cubicBezTo>
                  <a:cubicBezTo>
                    <a:pt x="1" y="119"/>
                    <a:pt x="40" y="153"/>
                    <a:pt x="79" y="153"/>
                  </a:cubicBezTo>
                  <a:lnTo>
                    <a:pt x="1073" y="153"/>
                  </a:lnTo>
                  <a:cubicBezTo>
                    <a:pt x="1117" y="153"/>
                    <a:pt x="1152" y="119"/>
                    <a:pt x="1152" y="79"/>
                  </a:cubicBezTo>
                  <a:cubicBezTo>
                    <a:pt x="1152" y="35"/>
                    <a:pt x="1117" y="1"/>
                    <a:pt x="1073" y="1"/>
                  </a:cubicBezTo>
                  <a:close/>
                </a:path>
              </a:pathLst>
            </a:custGeom>
            <a:solidFill>
              <a:srgbClr val="7C242A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58"/>
            <p:cNvSpPr/>
            <p:nvPr/>
          </p:nvSpPr>
          <p:spPr>
            <a:xfrm>
              <a:off x="6934871" y="664559"/>
              <a:ext cx="98629" cy="121599"/>
            </a:xfrm>
            <a:custGeom>
              <a:rect b="b" l="l" r="r" t="t"/>
              <a:pathLst>
                <a:path extrusionOk="0" h="418" w="339">
                  <a:moveTo>
                    <a:pt x="172" y="65"/>
                  </a:moveTo>
                  <a:cubicBezTo>
                    <a:pt x="230" y="65"/>
                    <a:pt x="279" y="114"/>
                    <a:pt x="279" y="172"/>
                  </a:cubicBezTo>
                  <a:lnTo>
                    <a:pt x="279" y="353"/>
                  </a:lnTo>
                  <a:lnTo>
                    <a:pt x="64" y="353"/>
                  </a:lnTo>
                  <a:lnTo>
                    <a:pt x="64" y="172"/>
                  </a:lnTo>
                  <a:cubicBezTo>
                    <a:pt x="64" y="114"/>
                    <a:pt x="113" y="65"/>
                    <a:pt x="172" y="65"/>
                  </a:cubicBezTo>
                  <a:close/>
                  <a:moveTo>
                    <a:pt x="172" y="1"/>
                  </a:moveTo>
                  <a:cubicBezTo>
                    <a:pt x="79" y="1"/>
                    <a:pt x="0" y="79"/>
                    <a:pt x="0" y="172"/>
                  </a:cubicBezTo>
                  <a:lnTo>
                    <a:pt x="0" y="417"/>
                  </a:lnTo>
                  <a:lnTo>
                    <a:pt x="338" y="417"/>
                  </a:lnTo>
                  <a:lnTo>
                    <a:pt x="338" y="172"/>
                  </a:lnTo>
                  <a:cubicBezTo>
                    <a:pt x="338" y="79"/>
                    <a:pt x="265" y="1"/>
                    <a:pt x="1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58"/>
            <p:cNvSpPr/>
            <p:nvPr/>
          </p:nvSpPr>
          <p:spPr>
            <a:xfrm>
              <a:off x="6914796" y="735831"/>
              <a:ext cx="138487" cy="81454"/>
            </a:xfrm>
            <a:custGeom>
              <a:rect b="b" l="l" r="r" t="t"/>
              <a:pathLst>
                <a:path extrusionOk="0" h="280" w="476">
                  <a:moveTo>
                    <a:pt x="50" y="1"/>
                  </a:moveTo>
                  <a:cubicBezTo>
                    <a:pt x="20" y="1"/>
                    <a:pt x="1" y="25"/>
                    <a:pt x="1" y="50"/>
                  </a:cubicBezTo>
                  <a:lnTo>
                    <a:pt x="1" y="231"/>
                  </a:lnTo>
                  <a:cubicBezTo>
                    <a:pt x="1" y="260"/>
                    <a:pt x="20" y="280"/>
                    <a:pt x="50" y="280"/>
                  </a:cubicBezTo>
                  <a:lnTo>
                    <a:pt x="427" y="280"/>
                  </a:lnTo>
                  <a:cubicBezTo>
                    <a:pt x="456" y="280"/>
                    <a:pt x="476" y="260"/>
                    <a:pt x="476" y="231"/>
                  </a:cubicBezTo>
                  <a:lnTo>
                    <a:pt x="476" y="50"/>
                  </a:lnTo>
                  <a:cubicBezTo>
                    <a:pt x="476" y="25"/>
                    <a:pt x="456" y="1"/>
                    <a:pt x="4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58"/>
            <p:cNvSpPr/>
            <p:nvPr/>
          </p:nvSpPr>
          <p:spPr>
            <a:xfrm>
              <a:off x="7712841" y="334089"/>
              <a:ext cx="88446" cy="68654"/>
            </a:xfrm>
            <a:custGeom>
              <a:rect b="b" l="l" r="r" t="t"/>
              <a:pathLst>
                <a:path extrusionOk="0" h="236" w="304">
                  <a:moveTo>
                    <a:pt x="152" y="1"/>
                  </a:moveTo>
                  <a:cubicBezTo>
                    <a:pt x="93" y="1"/>
                    <a:pt x="39" y="25"/>
                    <a:pt x="0" y="59"/>
                  </a:cubicBezTo>
                  <a:lnTo>
                    <a:pt x="25" y="84"/>
                  </a:lnTo>
                  <a:cubicBezTo>
                    <a:pt x="54" y="50"/>
                    <a:pt x="103" y="30"/>
                    <a:pt x="152" y="30"/>
                  </a:cubicBezTo>
                  <a:cubicBezTo>
                    <a:pt x="201" y="30"/>
                    <a:pt x="245" y="50"/>
                    <a:pt x="279" y="84"/>
                  </a:cubicBezTo>
                  <a:lnTo>
                    <a:pt x="304" y="59"/>
                  </a:lnTo>
                  <a:cubicBezTo>
                    <a:pt x="265" y="25"/>
                    <a:pt x="211" y="1"/>
                    <a:pt x="152" y="1"/>
                  </a:cubicBezTo>
                  <a:close/>
                  <a:moveTo>
                    <a:pt x="152" y="59"/>
                  </a:moveTo>
                  <a:cubicBezTo>
                    <a:pt x="108" y="59"/>
                    <a:pt x="74" y="79"/>
                    <a:pt x="44" y="104"/>
                  </a:cubicBezTo>
                  <a:lnTo>
                    <a:pt x="69" y="128"/>
                  </a:lnTo>
                  <a:cubicBezTo>
                    <a:pt x="88" y="104"/>
                    <a:pt x="118" y="94"/>
                    <a:pt x="152" y="94"/>
                  </a:cubicBezTo>
                  <a:cubicBezTo>
                    <a:pt x="186" y="94"/>
                    <a:pt x="216" y="104"/>
                    <a:pt x="235" y="128"/>
                  </a:cubicBezTo>
                  <a:lnTo>
                    <a:pt x="260" y="104"/>
                  </a:lnTo>
                  <a:cubicBezTo>
                    <a:pt x="230" y="79"/>
                    <a:pt x="191" y="59"/>
                    <a:pt x="152" y="59"/>
                  </a:cubicBezTo>
                  <a:close/>
                  <a:moveTo>
                    <a:pt x="152" y="128"/>
                  </a:moveTo>
                  <a:cubicBezTo>
                    <a:pt x="128" y="128"/>
                    <a:pt x="108" y="138"/>
                    <a:pt x="93" y="152"/>
                  </a:cubicBezTo>
                  <a:lnTo>
                    <a:pt x="118" y="177"/>
                  </a:lnTo>
                  <a:cubicBezTo>
                    <a:pt x="123" y="167"/>
                    <a:pt x="137" y="162"/>
                    <a:pt x="152" y="162"/>
                  </a:cubicBezTo>
                  <a:cubicBezTo>
                    <a:pt x="167" y="162"/>
                    <a:pt x="177" y="167"/>
                    <a:pt x="186" y="177"/>
                  </a:cubicBezTo>
                  <a:lnTo>
                    <a:pt x="211" y="152"/>
                  </a:lnTo>
                  <a:cubicBezTo>
                    <a:pt x="196" y="138"/>
                    <a:pt x="172" y="128"/>
                    <a:pt x="152" y="128"/>
                  </a:cubicBezTo>
                  <a:close/>
                  <a:moveTo>
                    <a:pt x="152" y="187"/>
                  </a:moveTo>
                  <a:cubicBezTo>
                    <a:pt x="137" y="187"/>
                    <a:pt x="128" y="197"/>
                    <a:pt x="128" y="211"/>
                  </a:cubicBezTo>
                  <a:cubicBezTo>
                    <a:pt x="128" y="226"/>
                    <a:pt x="137" y="236"/>
                    <a:pt x="152" y="236"/>
                  </a:cubicBezTo>
                  <a:cubicBezTo>
                    <a:pt x="167" y="236"/>
                    <a:pt x="177" y="226"/>
                    <a:pt x="177" y="211"/>
                  </a:cubicBezTo>
                  <a:cubicBezTo>
                    <a:pt x="177" y="197"/>
                    <a:pt x="167" y="187"/>
                    <a:pt x="152" y="1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58"/>
            <p:cNvSpPr/>
            <p:nvPr/>
          </p:nvSpPr>
          <p:spPr>
            <a:xfrm>
              <a:off x="7614503" y="343980"/>
              <a:ext cx="77099" cy="57309"/>
            </a:xfrm>
            <a:custGeom>
              <a:rect b="b" l="l" r="r" t="t"/>
              <a:pathLst>
                <a:path extrusionOk="0" h="197" w="265">
                  <a:moveTo>
                    <a:pt x="0" y="143"/>
                  </a:moveTo>
                  <a:lnTo>
                    <a:pt x="0" y="192"/>
                  </a:lnTo>
                  <a:lnTo>
                    <a:pt x="30" y="192"/>
                  </a:lnTo>
                  <a:lnTo>
                    <a:pt x="30" y="143"/>
                  </a:lnTo>
                  <a:close/>
                  <a:moveTo>
                    <a:pt x="59" y="109"/>
                  </a:moveTo>
                  <a:lnTo>
                    <a:pt x="59" y="192"/>
                  </a:lnTo>
                  <a:lnTo>
                    <a:pt x="88" y="192"/>
                  </a:lnTo>
                  <a:lnTo>
                    <a:pt x="88" y="109"/>
                  </a:lnTo>
                  <a:close/>
                  <a:moveTo>
                    <a:pt x="118" y="70"/>
                  </a:moveTo>
                  <a:lnTo>
                    <a:pt x="118" y="192"/>
                  </a:lnTo>
                  <a:lnTo>
                    <a:pt x="147" y="192"/>
                  </a:lnTo>
                  <a:lnTo>
                    <a:pt x="147" y="70"/>
                  </a:lnTo>
                  <a:close/>
                  <a:moveTo>
                    <a:pt x="177" y="35"/>
                  </a:moveTo>
                  <a:lnTo>
                    <a:pt x="177" y="192"/>
                  </a:lnTo>
                  <a:lnTo>
                    <a:pt x="206" y="192"/>
                  </a:lnTo>
                  <a:lnTo>
                    <a:pt x="206" y="35"/>
                  </a:lnTo>
                  <a:close/>
                  <a:moveTo>
                    <a:pt x="235" y="1"/>
                  </a:moveTo>
                  <a:lnTo>
                    <a:pt x="235" y="197"/>
                  </a:lnTo>
                  <a:lnTo>
                    <a:pt x="265" y="197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58"/>
            <p:cNvSpPr/>
            <p:nvPr/>
          </p:nvSpPr>
          <p:spPr>
            <a:xfrm>
              <a:off x="7823979" y="345434"/>
              <a:ext cx="115503" cy="55854"/>
            </a:xfrm>
            <a:custGeom>
              <a:rect b="b" l="l" r="r" t="t"/>
              <a:pathLst>
                <a:path extrusionOk="0" h="192" w="397">
                  <a:moveTo>
                    <a:pt x="44" y="20"/>
                  </a:moveTo>
                  <a:cubicBezTo>
                    <a:pt x="30" y="20"/>
                    <a:pt x="20" y="35"/>
                    <a:pt x="20" y="50"/>
                  </a:cubicBezTo>
                  <a:lnTo>
                    <a:pt x="20" y="148"/>
                  </a:lnTo>
                  <a:cubicBezTo>
                    <a:pt x="20" y="162"/>
                    <a:pt x="30" y="172"/>
                    <a:pt x="44" y="172"/>
                  </a:cubicBezTo>
                  <a:lnTo>
                    <a:pt x="274" y="172"/>
                  </a:lnTo>
                  <a:lnTo>
                    <a:pt x="274" y="20"/>
                  </a:lnTo>
                  <a:close/>
                  <a:moveTo>
                    <a:pt x="338" y="11"/>
                  </a:moveTo>
                  <a:cubicBezTo>
                    <a:pt x="358" y="11"/>
                    <a:pt x="372" y="25"/>
                    <a:pt x="372" y="45"/>
                  </a:cubicBezTo>
                  <a:lnTo>
                    <a:pt x="372" y="153"/>
                  </a:lnTo>
                  <a:cubicBezTo>
                    <a:pt x="372" y="172"/>
                    <a:pt x="358" y="187"/>
                    <a:pt x="338" y="187"/>
                  </a:cubicBezTo>
                  <a:lnTo>
                    <a:pt x="39" y="187"/>
                  </a:lnTo>
                  <a:cubicBezTo>
                    <a:pt x="25" y="187"/>
                    <a:pt x="5" y="172"/>
                    <a:pt x="5" y="153"/>
                  </a:cubicBezTo>
                  <a:lnTo>
                    <a:pt x="5" y="45"/>
                  </a:lnTo>
                  <a:cubicBezTo>
                    <a:pt x="5" y="25"/>
                    <a:pt x="25" y="11"/>
                    <a:pt x="39" y="11"/>
                  </a:cubicBezTo>
                  <a:close/>
                  <a:moveTo>
                    <a:pt x="39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153"/>
                  </a:lnTo>
                  <a:cubicBezTo>
                    <a:pt x="0" y="172"/>
                    <a:pt x="20" y="192"/>
                    <a:pt x="39" y="192"/>
                  </a:cubicBezTo>
                  <a:lnTo>
                    <a:pt x="338" y="192"/>
                  </a:lnTo>
                  <a:cubicBezTo>
                    <a:pt x="363" y="192"/>
                    <a:pt x="377" y="172"/>
                    <a:pt x="377" y="153"/>
                  </a:cubicBezTo>
                  <a:lnTo>
                    <a:pt x="377" y="123"/>
                  </a:lnTo>
                  <a:lnTo>
                    <a:pt x="397" y="123"/>
                  </a:lnTo>
                  <a:lnTo>
                    <a:pt x="397" y="74"/>
                  </a:lnTo>
                  <a:lnTo>
                    <a:pt x="377" y="74"/>
                  </a:lnTo>
                  <a:lnTo>
                    <a:pt x="377" y="45"/>
                  </a:lnTo>
                  <a:cubicBezTo>
                    <a:pt x="377" y="20"/>
                    <a:pt x="363" y="1"/>
                    <a:pt x="3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58"/>
            <p:cNvSpPr/>
            <p:nvPr/>
          </p:nvSpPr>
          <p:spPr>
            <a:xfrm>
              <a:off x="8064585" y="611905"/>
              <a:ext cx="67498" cy="33163"/>
            </a:xfrm>
            <a:custGeom>
              <a:rect b="b" l="l" r="r" t="t"/>
              <a:pathLst>
                <a:path extrusionOk="0" h="114" w="232">
                  <a:moveTo>
                    <a:pt x="1" y="1"/>
                  </a:moveTo>
                  <a:lnTo>
                    <a:pt x="1" y="113"/>
                  </a:lnTo>
                  <a:lnTo>
                    <a:pt x="231" y="11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58"/>
            <p:cNvSpPr/>
            <p:nvPr/>
          </p:nvSpPr>
          <p:spPr>
            <a:xfrm>
              <a:off x="5837742" y="611905"/>
              <a:ext cx="65752" cy="33163"/>
            </a:xfrm>
            <a:custGeom>
              <a:rect b="b" l="l" r="r" t="t"/>
              <a:pathLst>
                <a:path extrusionOk="0" h="114" w="226">
                  <a:moveTo>
                    <a:pt x="0" y="1"/>
                  </a:moveTo>
                  <a:lnTo>
                    <a:pt x="0" y="113"/>
                  </a:lnTo>
                  <a:lnTo>
                    <a:pt x="226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58"/>
            <p:cNvSpPr/>
            <p:nvPr/>
          </p:nvSpPr>
          <p:spPr>
            <a:xfrm>
              <a:off x="8131792" y="1301644"/>
              <a:ext cx="24439" cy="354907"/>
            </a:xfrm>
            <a:custGeom>
              <a:rect b="b" l="l" r="r" t="t"/>
              <a:pathLst>
                <a:path extrusionOk="0" h="1220" w="84">
                  <a:moveTo>
                    <a:pt x="0" y="0"/>
                  </a:moveTo>
                  <a:lnTo>
                    <a:pt x="0" y="1219"/>
                  </a:lnTo>
                  <a:lnTo>
                    <a:pt x="39" y="1219"/>
                  </a:lnTo>
                  <a:cubicBezTo>
                    <a:pt x="64" y="1219"/>
                    <a:pt x="83" y="1200"/>
                    <a:pt x="83" y="1175"/>
                  </a:cubicBezTo>
                  <a:lnTo>
                    <a:pt x="83" y="44"/>
                  </a:lnTo>
                  <a:cubicBezTo>
                    <a:pt x="83" y="20"/>
                    <a:pt x="64" y="0"/>
                    <a:pt x="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58"/>
            <p:cNvSpPr/>
            <p:nvPr/>
          </p:nvSpPr>
          <p:spPr>
            <a:xfrm>
              <a:off x="5812139" y="1620769"/>
              <a:ext cx="25894" cy="356362"/>
            </a:xfrm>
            <a:custGeom>
              <a:rect b="b" l="l" r="r" t="t"/>
              <a:pathLst>
                <a:path extrusionOk="0" h="1225" w="89">
                  <a:moveTo>
                    <a:pt x="44" y="0"/>
                  </a:moveTo>
                  <a:cubicBezTo>
                    <a:pt x="20" y="0"/>
                    <a:pt x="0" y="20"/>
                    <a:pt x="0" y="49"/>
                  </a:cubicBezTo>
                  <a:lnTo>
                    <a:pt x="0" y="1180"/>
                  </a:lnTo>
                  <a:cubicBezTo>
                    <a:pt x="0" y="1205"/>
                    <a:pt x="20" y="1224"/>
                    <a:pt x="44" y="1224"/>
                  </a:cubicBezTo>
                  <a:lnTo>
                    <a:pt x="88" y="1224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58"/>
            <p:cNvSpPr/>
            <p:nvPr/>
          </p:nvSpPr>
          <p:spPr>
            <a:xfrm>
              <a:off x="5812139" y="1177427"/>
              <a:ext cx="25894" cy="356653"/>
            </a:xfrm>
            <a:custGeom>
              <a:rect b="b" l="l" r="r" t="t"/>
              <a:pathLst>
                <a:path extrusionOk="0" h="1226" w="89">
                  <a:moveTo>
                    <a:pt x="44" y="1"/>
                  </a:moveTo>
                  <a:cubicBezTo>
                    <a:pt x="20" y="1"/>
                    <a:pt x="0" y="21"/>
                    <a:pt x="0" y="45"/>
                  </a:cubicBezTo>
                  <a:lnTo>
                    <a:pt x="0" y="1181"/>
                  </a:lnTo>
                  <a:cubicBezTo>
                    <a:pt x="0" y="1206"/>
                    <a:pt x="20" y="1225"/>
                    <a:pt x="44" y="1225"/>
                  </a:cubicBezTo>
                  <a:lnTo>
                    <a:pt x="88" y="1225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58"/>
            <p:cNvSpPr/>
            <p:nvPr/>
          </p:nvSpPr>
          <p:spPr>
            <a:xfrm>
              <a:off x="5812139" y="859757"/>
              <a:ext cx="25894" cy="111418"/>
            </a:xfrm>
            <a:custGeom>
              <a:rect b="b" l="l" r="r" t="t"/>
              <a:pathLst>
                <a:path extrusionOk="0" h="383" w="89">
                  <a:moveTo>
                    <a:pt x="44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339"/>
                  </a:lnTo>
                  <a:cubicBezTo>
                    <a:pt x="0" y="363"/>
                    <a:pt x="20" y="383"/>
                    <a:pt x="44" y="383"/>
                  </a:cubicBezTo>
                  <a:lnTo>
                    <a:pt x="88" y="383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58"/>
            <p:cNvSpPr/>
            <p:nvPr/>
          </p:nvSpPr>
          <p:spPr>
            <a:xfrm>
              <a:off x="8064585" y="4496962"/>
              <a:ext cx="67498" cy="34618"/>
            </a:xfrm>
            <a:custGeom>
              <a:rect b="b" l="l" r="r" t="t"/>
              <a:pathLst>
                <a:path extrusionOk="0" h="119" w="232">
                  <a:moveTo>
                    <a:pt x="1" y="1"/>
                  </a:moveTo>
                  <a:lnTo>
                    <a:pt x="1" y="118"/>
                  </a:lnTo>
                  <a:lnTo>
                    <a:pt x="231" y="118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58"/>
            <p:cNvSpPr/>
            <p:nvPr/>
          </p:nvSpPr>
          <p:spPr>
            <a:xfrm>
              <a:off x="5837742" y="4496962"/>
              <a:ext cx="65752" cy="34618"/>
            </a:xfrm>
            <a:custGeom>
              <a:rect b="b" l="l" r="r" t="t"/>
              <a:pathLst>
                <a:path extrusionOk="0" h="119" w="226">
                  <a:moveTo>
                    <a:pt x="0" y="1"/>
                  </a:moveTo>
                  <a:lnTo>
                    <a:pt x="0" y="118"/>
                  </a:lnTo>
                  <a:lnTo>
                    <a:pt x="226" y="11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58"/>
            <p:cNvSpPr/>
            <p:nvPr/>
          </p:nvSpPr>
          <p:spPr>
            <a:xfrm>
              <a:off x="6649976" y="3637490"/>
              <a:ext cx="4598" cy="4470"/>
            </a:xfrm>
            <a:custGeom>
              <a:rect b="b" l="l" r="r" t="t"/>
              <a:pathLst>
                <a:path extrusionOk="0" h="35" w="36">
                  <a:moveTo>
                    <a:pt x="1" y="0"/>
                  </a:moveTo>
                  <a:lnTo>
                    <a:pt x="27" y="34"/>
                  </a:lnTo>
                  <a:lnTo>
                    <a:pt x="35" y="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5" name="Google Shape;795;p58"/>
          <p:cNvSpPr txBox="1"/>
          <p:nvPr>
            <p:ph idx="4294967295" type="body"/>
          </p:nvPr>
        </p:nvSpPr>
        <p:spPr>
          <a:xfrm>
            <a:off x="292600" y="323625"/>
            <a:ext cx="8590800" cy="5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2550" u="sng">
                <a:latin typeface="Permanent Marker"/>
                <a:ea typeface="Permanent Marker"/>
                <a:cs typeface="Permanent Marker"/>
                <a:sym typeface="Permanent Marker"/>
              </a:rPr>
              <a:t>Implementation</a:t>
            </a:r>
            <a:endParaRPr b="1" sz="2550" u="sng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796" name="Google Shape;796;p58"/>
          <p:cNvSpPr txBox="1"/>
          <p:nvPr>
            <p:ph idx="4294967295" type="body"/>
          </p:nvPr>
        </p:nvSpPr>
        <p:spPr>
          <a:xfrm>
            <a:off x="292600" y="780825"/>
            <a:ext cx="8618700" cy="5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950" u="sng">
                <a:latin typeface="Permanent Marker"/>
                <a:ea typeface="Permanent Marker"/>
                <a:cs typeface="Permanent Marker"/>
                <a:sym typeface="Permanent Marker"/>
              </a:rPr>
              <a:t>Hardware Description Language (HDL)</a:t>
            </a:r>
            <a:endParaRPr b="1" sz="1950" u="sng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pic>
        <p:nvPicPr>
          <p:cNvPr id="797" name="Google Shape;79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838" y="457200"/>
            <a:ext cx="7934325" cy="422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2" name="Google Shape;802;p59"/>
          <p:cNvGrpSpPr/>
          <p:nvPr/>
        </p:nvGrpSpPr>
        <p:grpSpPr>
          <a:xfrm rot="5400000">
            <a:off x="1986634" y="-2035183"/>
            <a:ext cx="5073787" cy="9144173"/>
            <a:chOff x="5812139" y="178733"/>
            <a:chExt cx="2344092" cy="4786022"/>
          </a:xfrm>
        </p:grpSpPr>
        <p:sp>
          <p:nvSpPr>
            <p:cNvPr id="803" name="Google Shape;803;p59"/>
            <p:cNvSpPr/>
            <p:nvPr/>
          </p:nvSpPr>
          <p:spPr>
            <a:xfrm>
              <a:off x="5837742" y="178745"/>
              <a:ext cx="2294353" cy="4786010"/>
            </a:xfrm>
            <a:custGeom>
              <a:rect b="b" l="l" r="r" t="t"/>
              <a:pathLst>
                <a:path extrusionOk="0" h="16452" w="7886">
                  <a:moveTo>
                    <a:pt x="994" y="1"/>
                  </a:moveTo>
                  <a:cubicBezTo>
                    <a:pt x="446" y="1"/>
                    <a:pt x="0" y="447"/>
                    <a:pt x="0" y="995"/>
                  </a:cubicBezTo>
                  <a:lnTo>
                    <a:pt x="0" y="2342"/>
                  </a:lnTo>
                  <a:lnTo>
                    <a:pt x="0" y="2724"/>
                  </a:lnTo>
                  <a:lnTo>
                    <a:pt x="0" y="3434"/>
                  </a:lnTo>
                  <a:lnTo>
                    <a:pt x="0" y="4658"/>
                  </a:lnTo>
                  <a:lnTo>
                    <a:pt x="0" y="4957"/>
                  </a:lnTo>
                  <a:lnTo>
                    <a:pt x="0" y="6181"/>
                  </a:lnTo>
                  <a:lnTo>
                    <a:pt x="0" y="15457"/>
                  </a:lnTo>
                  <a:cubicBezTo>
                    <a:pt x="0" y="16006"/>
                    <a:pt x="446" y="16451"/>
                    <a:pt x="994" y="16451"/>
                  </a:cubicBezTo>
                  <a:lnTo>
                    <a:pt x="6886" y="16451"/>
                  </a:lnTo>
                  <a:cubicBezTo>
                    <a:pt x="7439" y="16451"/>
                    <a:pt x="7885" y="16006"/>
                    <a:pt x="7885" y="15457"/>
                  </a:cubicBezTo>
                  <a:lnTo>
                    <a:pt x="7885" y="5079"/>
                  </a:lnTo>
                  <a:lnTo>
                    <a:pt x="7885" y="3860"/>
                  </a:lnTo>
                  <a:lnTo>
                    <a:pt x="7885" y="995"/>
                  </a:lnTo>
                  <a:cubicBezTo>
                    <a:pt x="7885" y="447"/>
                    <a:pt x="7439" y="1"/>
                    <a:pt x="6886" y="1"/>
                  </a:cubicBezTo>
                  <a:lnTo>
                    <a:pt x="5946" y="1"/>
                  </a:lnTo>
                  <a:lnTo>
                    <a:pt x="5946" y="265"/>
                  </a:lnTo>
                  <a:lnTo>
                    <a:pt x="6866" y="265"/>
                  </a:lnTo>
                  <a:cubicBezTo>
                    <a:pt x="7302" y="265"/>
                    <a:pt x="7655" y="618"/>
                    <a:pt x="7655" y="1054"/>
                  </a:cubicBezTo>
                  <a:lnTo>
                    <a:pt x="7655" y="15398"/>
                  </a:lnTo>
                  <a:cubicBezTo>
                    <a:pt x="7655" y="15834"/>
                    <a:pt x="7302" y="16187"/>
                    <a:pt x="6866" y="16187"/>
                  </a:cubicBezTo>
                  <a:lnTo>
                    <a:pt x="1014" y="16187"/>
                  </a:lnTo>
                  <a:cubicBezTo>
                    <a:pt x="578" y="16187"/>
                    <a:pt x="226" y="15834"/>
                    <a:pt x="226" y="15398"/>
                  </a:cubicBezTo>
                  <a:lnTo>
                    <a:pt x="226" y="1054"/>
                  </a:lnTo>
                  <a:cubicBezTo>
                    <a:pt x="226" y="618"/>
                    <a:pt x="578" y="265"/>
                    <a:pt x="1014" y="265"/>
                  </a:cubicBezTo>
                  <a:lnTo>
                    <a:pt x="1935" y="265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59"/>
            <p:cNvSpPr/>
            <p:nvPr/>
          </p:nvSpPr>
          <p:spPr>
            <a:xfrm>
              <a:off x="5903203" y="255835"/>
              <a:ext cx="2161684" cy="4631829"/>
            </a:xfrm>
            <a:custGeom>
              <a:rect b="b" l="l" r="r" t="t"/>
              <a:pathLst>
                <a:path extrusionOk="0" h="15922" w="7430">
                  <a:moveTo>
                    <a:pt x="789" y="0"/>
                  </a:moveTo>
                  <a:cubicBezTo>
                    <a:pt x="353" y="0"/>
                    <a:pt x="1" y="353"/>
                    <a:pt x="1" y="789"/>
                  </a:cubicBezTo>
                  <a:lnTo>
                    <a:pt x="1" y="15133"/>
                  </a:lnTo>
                  <a:cubicBezTo>
                    <a:pt x="1" y="15569"/>
                    <a:pt x="353" y="15922"/>
                    <a:pt x="789" y="15922"/>
                  </a:cubicBezTo>
                  <a:lnTo>
                    <a:pt x="6641" y="15922"/>
                  </a:lnTo>
                  <a:cubicBezTo>
                    <a:pt x="7077" y="15922"/>
                    <a:pt x="7430" y="15569"/>
                    <a:pt x="7430" y="15133"/>
                  </a:cubicBezTo>
                  <a:lnTo>
                    <a:pt x="7430" y="789"/>
                  </a:lnTo>
                  <a:cubicBezTo>
                    <a:pt x="7430" y="353"/>
                    <a:pt x="7077" y="0"/>
                    <a:pt x="6641" y="0"/>
                  </a:cubicBezTo>
                  <a:lnTo>
                    <a:pt x="5721" y="0"/>
                  </a:lnTo>
                  <a:lnTo>
                    <a:pt x="5721" y="265"/>
                  </a:lnTo>
                  <a:cubicBezTo>
                    <a:pt x="5721" y="485"/>
                    <a:pt x="5544" y="666"/>
                    <a:pt x="5324" y="666"/>
                  </a:cubicBezTo>
                  <a:lnTo>
                    <a:pt x="2111" y="666"/>
                  </a:lnTo>
                  <a:cubicBezTo>
                    <a:pt x="1891" y="666"/>
                    <a:pt x="1710" y="485"/>
                    <a:pt x="1710" y="265"/>
                  </a:cubicBezTo>
                  <a:lnTo>
                    <a:pt x="17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59"/>
            <p:cNvSpPr/>
            <p:nvPr/>
          </p:nvSpPr>
          <p:spPr>
            <a:xfrm>
              <a:off x="6395153" y="178733"/>
              <a:ext cx="1177783" cy="271144"/>
            </a:xfrm>
            <a:custGeom>
              <a:rect b="b" l="l" r="r" t="t"/>
              <a:pathLst>
                <a:path extrusionOk="0" h="932" w="4012">
                  <a:moveTo>
                    <a:pt x="2503" y="471"/>
                  </a:moveTo>
                  <a:cubicBezTo>
                    <a:pt x="2547" y="471"/>
                    <a:pt x="2582" y="505"/>
                    <a:pt x="2582" y="549"/>
                  </a:cubicBezTo>
                  <a:cubicBezTo>
                    <a:pt x="2582" y="589"/>
                    <a:pt x="2547" y="623"/>
                    <a:pt x="2503" y="623"/>
                  </a:cubicBezTo>
                  <a:lnTo>
                    <a:pt x="1509" y="623"/>
                  </a:lnTo>
                  <a:cubicBezTo>
                    <a:pt x="1470" y="623"/>
                    <a:pt x="1431" y="589"/>
                    <a:pt x="1431" y="549"/>
                  </a:cubicBezTo>
                  <a:cubicBezTo>
                    <a:pt x="1431" y="505"/>
                    <a:pt x="1470" y="471"/>
                    <a:pt x="1509" y="471"/>
                  </a:cubicBezTo>
                  <a:close/>
                  <a:moveTo>
                    <a:pt x="2924" y="461"/>
                  </a:moveTo>
                  <a:cubicBezTo>
                    <a:pt x="2973" y="461"/>
                    <a:pt x="3013" y="500"/>
                    <a:pt x="3013" y="549"/>
                  </a:cubicBezTo>
                  <a:cubicBezTo>
                    <a:pt x="3013" y="593"/>
                    <a:pt x="2973" y="633"/>
                    <a:pt x="2924" y="633"/>
                  </a:cubicBezTo>
                  <a:cubicBezTo>
                    <a:pt x="2876" y="633"/>
                    <a:pt x="2836" y="593"/>
                    <a:pt x="2836" y="549"/>
                  </a:cubicBezTo>
                  <a:cubicBezTo>
                    <a:pt x="2836" y="500"/>
                    <a:pt x="2876" y="461"/>
                    <a:pt x="2924" y="461"/>
                  </a:cubicBezTo>
                  <a:close/>
                  <a:moveTo>
                    <a:pt x="1" y="1"/>
                  </a:moveTo>
                  <a:lnTo>
                    <a:pt x="1" y="265"/>
                  </a:lnTo>
                  <a:lnTo>
                    <a:pt x="1" y="530"/>
                  </a:lnTo>
                  <a:cubicBezTo>
                    <a:pt x="1" y="750"/>
                    <a:pt x="182" y="931"/>
                    <a:pt x="402" y="931"/>
                  </a:cubicBezTo>
                  <a:lnTo>
                    <a:pt x="3615" y="931"/>
                  </a:lnTo>
                  <a:cubicBezTo>
                    <a:pt x="3835" y="931"/>
                    <a:pt x="4012" y="750"/>
                    <a:pt x="4012" y="530"/>
                  </a:cubicBezTo>
                  <a:lnTo>
                    <a:pt x="4012" y="265"/>
                  </a:lnTo>
                  <a:lnTo>
                    <a:pt x="40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59"/>
            <p:cNvSpPr/>
            <p:nvPr/>
          </p:nvSpPr>
          <p:spPr>
            <a:xfrm>
              <a:off x="5854616" y="197363"/>
              <a:ext cx="2260313" cy="4748774"/>
            </a:xfrm>
            <a:custGeom>
              <a:rect b="b" l="l" r="r" t="t"/>
              <a:pathLst>
                <a:path extrusionOk="0" h="16324" w="7769">
                  <a:moveTo>
                    <a:pt x="6755" y="16324"/>
                  </a:moveTo>
                  <a:lnTo>
                    <a:pt x="1010" y="16324"/>
                  </a:lnTo>
                  <a:cubicBezTo>
                    <a:pt x="452" y="16324"/>
                    <a:pt x="1" y="15863"/>
                    <a:pt x="1" y="15300"/>
                  </a:cubicBezTo>
                  <a:lnTo>
                    <a:pt x="1" y="1024"/>
                  </a:lnTo>
                  <a:cubicBezTo>
                    <a:pt x="1" y="461"/>
                    <a:pt x="452" y="1"/>
                    <a:pt x="1010" y="1"/>
                  </a:cubicBezTo>
                  <a:lnTo>
                    <a:pt x="6755" y="1"/>
                  </a:lnTo>
                  <a:cubicBezTo>
                    <a:pt x="7313" y="1"/>
                    <a:pt x="7768" y="461"/>
                    <a:pt x="7768" y="1024"/>
                  </a:cubicBezTo>
                  <a:lnTo>
                    <a:pt x="7768" y="15300"/>
                  </a:lnTo>
                  <a:cubicBezTo>
                    <a:pt x="7768" y="15863"/>
                    <a:pt x="7313" y="16324"/>
                    <a:pt x="6755" y="16324"/>
                  </a:cubicBezTo>
                  <a:close/>
                  <a:moveTo>
                    <a:pt x="1010" y="79"/>
                  </a:moveTo>
                  <a:cubicBezTo>
                    <a:pt x="496" y="79"/>
                    <a:pt x="79" y="500"/>
                    <a:pt x="79" y="1024"/>
                  </a:cubicBezTo>
                  <a:lnTo>
                    <a:pt x="79" y="15300"/>
                  </a:lnTo>
                  <a:cubicBezTo>
                    <a:pt x="79" y="15819"/>
                    <a:pt x="496" y="16245"/>
                    <a:pt x="1010" y="16245"/>
                  </a:cubicBezTo>
                  <a:lnTo>
                    <a:pt x="6755" y="16245"/>
                  </a:lnTo>
                  <a:cubicBezTo>
                    <a:pt x="7269" y="16245"/>
                    <a:pt x="7685" y="15819"/>
                    <a:pt x="7685" y="15300"/>
                  </a:cubicBezTo>
                  <a:lnTo>
                    <a:pt x="7685" y="1024"/>
                  </a:lnTo>
                  <a:cubicBezTo>
                    <a:pt x="7685" y="500"/>
                    <a:pt x="7269" y="79"/>
                    <a:pt x="6755" y="79"/>
                  </a:cubicBezTo>
                  <a:lnTo>
                    <a:pt x="1010" y="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59"/>
            <p:cNvSpPr/>
            <p:nvPr/>
          </p:nvSpPr>
          <p:spPr>
            <a:xfrm>
              <a:off x="7228085" y="312853"/>
              <a:ext cx="51496" cy="50036"/>
            </a:xfrm>
            <a:custGeom>
              <a:rect b="b" l="l" r="r" t="t"/>
              <a:pathLst>
                <a:path extrusionOk="0" h="172" w="177">
                  <a:moveTo>
                    <a:pt x="88" y="0"/>
                  </a:moveTo>
                  <a:cubicBezTo>
                    <a:pt x="40" y="0"/>
                    <a:pt x="0" y="39"/>
                    <a:pt x="0" y="88"/>
                  </a:cubicBezTo>
                  <a:cubicBezTo>
                    <a:pt x="0" y="132"/>
                    <a:pt x="40" y="172"/>
                    <a:pt x="88" y="172"/>
                  </a:cubicBezTo>
                  <a:cubicBezTo>
                    <a:pt x="137" y="172"/>
                    <a:pt x="177" y="132"/>
                    <a:pt x="177" y="88"/>
                  </a:cubicBezTo>
                  <a:cubicBezTo>
                    <a:pt x="177" y="39"/>
                    <a:pt x="137" y="0"/>
                    <a:pt x="88" y="0"/>
                  </a:cubicBezTo>
                  <a:close/>
                </a:path>
              </a:pathLst>
            </a:custGeom>
            <a:solidFill>
              <a:srgbClr val="7C242A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59"/>
            <p:cNvSpPr/>
            <p:nvPr/>
          </p:nvSpPr>
          <p:spPr>
            <a:xfrm>
              <a:off x="6816459" y="315471"/>
              <a:ext cx="335163" cy="44509"/>
            </a:xfrm>
            <a:custGeom>
              <a:rect b="b" l="l" r="r" t="t"/>
              <a:pathLst>
                <a:path extrusionOk="0" h="153" w="1152">
                  <a:moveTo>
                    <a:pt x="79" y="1"/>
                  </a:moveTo>
                  <a:cubicBezTo>
                    <a:pt x="40" y="1"/>
                    <a:pt x="1" y="35"/>
                    <a:pt x="1" y="79"/>
                  </a:cubicBezTo>
                  <a:cubicBezTo>
                    <a:pt x="1" y="119"/>
                    <a:pt x="40" y="153"/>
                    <a:pt x="79" y="153"/>
                  </a:cubicBezTo>
                  <a:lnTo>
                    <a:pt x="1073" y="153"/>
                  </a:lnTo>
                  <a:cubicBezTo>
                    <a:pt x="1117" y="153"/>
                    <a:pt x="1152" y="119"/>
                    <a:pt x="1152" y="79"/>
                  </a:cubicBezTo>
                  <a:cubicBezTo>
                    <a:pt x="1152" y="35"/>
                    <a:pt x="1117" y="1"/>
                    <a:pt x="1073" y="1"/>
                  </a:cubicBezTo>
                  <a:close/>
                </a:path>
              </a:pathLst>
            </a:custGeom>
            <a:solidFill>
              <a:srgbClr val="7C242A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59"/>
            <p:cNvSpPr/>
            <p:nvPr/>
          </p:nvSpPr>
          <p:spPr>
            <a:xfrm>
              <a:off x="6934871" y="664559"/>
              <a:ext cx="98629" cy="121599"/>
            </a:xfrm>
            <a:custGeom>
              <a:rect b="b" l="l" r="r" t="t"/>
              <a:pathLst>
                <a:path extrusionOk="0" h="418" w="339">
                  <a:moveTo>
                    <a:pt x="172" y="65"/>
                  </a:moveTo>
                  <a:cubicBezTo>
                    <a:pt x="230" y="65"/>
                    <a:pt x="279" y="114"/>
                    <a:pt x="279" y="172"/>
                  </a:cubicBezTo>
                  <a:lnTo>
                    <a:pt x="279" y="353"/>
                  </a:lnTo>
                  <a:lnTo>
                    <a:pt x="64" y="353"/>
                  </a:lnTo>
                  <a:lnTo>
                    <a:pt x="64" y="172"/>
                  </a:lnTo>
                  <a:cubicBezTo>
                    <a:pt x="64" y="114"/>
                    <a:pt x="113" y="65"/>
                    <a:pt x="172" y="65"/>
                  </a:cubicBezTo>
                  <a:close/>
                  <a:moveTo>
                    <a:pt x="172" y="1"/>
                  </a:moveTo>
                  <a:cubicBezTo>
                    <a:pt x="79" y="1"/>
                    <a:pt x="0" y="79"/>
                    <a:pt x="0" y="172"/>
                  </a:cubicBezTo>
                  <a:lnTo>
                    <a:pt x="0" y="417"/>
                  </a:lnTo>
                  <a:lnTo>
                    <a:pt x="338" y="417"/>
                  </a:lnTo>
                  <a:lnTo>
                    <a:pt x="338" y="172"/>
                  </a:lnTo>
                  <a:cubicBezTo>
                    <a:pt x="338" y="79"/>
                    <a:pt x="265" y="1"/>
                    <a:pt x="1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59"/>
            <p:cNvSpPr/>
            <p:nvPr/>
          </p:nvSpPr>
          <p:spPr>
            <a:xfrm>
              <a:off x="6914796" y="735831"/>
              <a:ext cx="138487" cy="81454"/>
            </a:xfrm>
            <a:custGeom>
              <a:rect b="b" l="l" r="r" t="t"/>
              <a:pathLst>
                <a:path extrusionOk="0" h="280" w="476">
                  <a:moveTo>
                    <a:pt x="50" y="1"/>
                  </a:moveTo>
                  <a:cubicBezTo>
                    <a:pt x="20" y="1"/>
                    <a:pt x="1" y="25"/>
                    <a:pt x="1" y="50"/>
                  </a:cubicBezTo>
                  <a:lnTo>
                    <a:pt x="1" y="231"/>
                  </a:lnTo>
                  <a:cubicBezTo>
                    <a:pt x="1" y="260"/>
                    <a:pt x="20" y="280"/>
                    <a:pt x="50" y="280"/>
                  </a:cubicBezTo>
                  <a:lnTo>
                    <a:pt x="427" y="280"/>
                  </a:lnTo>
                  <a:cubicBezTo>
                    <a:pt x="456" y="280"/>
                    <a:pt x="476" y="260"/>
                    <a:pt x="476" y="231"/>
                  </a:cubicBezTo>
                  <a:lnTo>
                    <a:pt x="476" y="50"/>
                  </a:lnTo>
                  <a:cubicBezTo>
                    <a:pt x="476" y="25"/>
                    <a:pt x="456" y="1"/>
                    <a:pt x="4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59"/>
            <p:cNvSpPr/>
            <p:nvPr/>
          </p:nvSpPr>
          <p:spPr>
            <a:xfrm>
              <a:off x="7712841" y="334089"/>
              <a:ext cx="88446" cy="68654"/>
            </a:xfrm>
            <a:custGeom>
              <a:rect b="b" l="l" r="r" t="t"/>
              <a:pathLst>
                <a:path extrusionOk="0" h="236" w="304">
                  <a:moveTo>
                    <a:pt x="152" y="1"/>
                  </a:moveTo>
                  <a:cubicBezTo>
                    <a:pt x="93" y="1"/>
                    <a:pt x="39" y="25"/>
                    <a:pt x="0" y="59"/>
                  </a:cubicBezTo>
                  <a:lnTo>
                    <a:pt x="25" y="84"/>
                  </a:lnTo>
                  <a:cubicBezTo>
                    <a:pt x="54" y="50"/>
                    <a:pt x="103" y="30"/>
                    <a:pt x="152" y="30"/>
                  </a:cubicBezTo>
                  <a:cubicBezTo>
                    <a:pt x="201" y="30"/>
                    <a:pt x="245" y="50"/>
                    <a:pt x="279" y="84"/>
                  </a:cubicBezTo>
                  <a:lnTo>
                    <a:pt x="304" y="59"/>
                  </a:lnTo>
                  <a:cubicBezTo>
                    <a:pt x="265" y="25"/>
                    <a:pt x="211" y="1"/>
                    <a:pt x="152" y="1"/>
                  </a:cubicBezTo>
                  <a:close/>
                  <a:moveTo>
                    <a:pt x="152" y="59"/>
                  </a:moveTo>
                  <a:cubicBezTo>
                    <a:pt x="108" y="59"/>
                    <a:pt x="74" y="79"/>
                    <a:pt x="44" y="104"/>
                  </a:cubicBezTo>
                  <a:lnTo>
                    <a:pt x="69" y="128"/>
                  </a:lnTo>
                  <a:cubicBezTo>
                    <a:pt x="88" y="104"/>
                    <a:pt x="118" y="94"/>
                    <a:pt x="152" y="94"/>
                  </a:cubicBezTo>
                  <a:cubicBezTo>
                    <a:pt x="186" y="94"/>
                    <a:pt x="216" y="104"/>
                    <a:pt x="235" y="128"/>
                  </a:cubicBezTo>
                  <a:lnTo>
                    <a:pt x="260" y="104"/>
                  </a:lnTo>
                  <a:cubicBezTo>
                    <a:pt x="230" y="79"/>
                    <a:pt x="191" y="59"/>
                    <a:pt x="152" y="59"/>
                  </a:cubicBezTo>
                  <a:close/>
                  <a:moveTo>
                    <a:pt x="152" y="128"/>
                  </a:moveTo>
                  <a:cubicBezTo>
                    <a:pt x="128" y="128"/>
                    <a:pt x="108" y="138"/>
                    <a:pt x="93" y="152"/>
                  </a:cubicBezTo>
                  <a:lnTo>
                    <a:pt x="118" y="177"/>
                  </a:lnTo>
                  <a:cubicBezTo>
                    <a:pt x="123" y="167"/>
                    <a:pt x="137" y="162"/>
                    <a:pt x="152" y="162"/>
                  </a:cubicBezTo>
                  <a:cubicBezTo>
                    <a:pt x="167" y="162"/>
                    <a:pt x="177" y="167"/>
                    <a:pt x="186" y="177"/>
                  </a:cubicBezTo>
                  <a:lnTo>
                    <a:pt x="211" y="152"/>
                  </a:lnTo>
                  <a:cubicBezTo>
                    <a:pt x="196" y="138"/>
                    <a:pt x="172" y="128"/>
                    <a:pt x="152" y="128"/>
                  </a:cubicBezTo>
                  <a:close/>
                  <a:moveTo>
                    <a:pt x="152" y="187"/>
                  </a:moveTo>
                  <a:cubicBezTo>
                    <a:pt x="137" y="187"/>
                    <a:pt x="128" y="197"/>
                    <a:pt x="128" y="211"/>
                  </a:cubicBezTo>
                  <a:cubicBezTo>
                    <a:pt x="128" y="226"/>
                    <a:pt x="137" y="236"/>
                    <a:pt x="152" y="236"/>
                  </a:cubicBezTo>
                  <a:cubicBezTo>
                    <a:pt x="167" y="236"/>
                    <a:pt x="177" y="226"/>
                    <a:pt x="177" y="211"/>
                  </a:cubicBezTo>
                  <a:cubicBezTo>
                    <a:pt x="177" y="197"/>
                    <a:pt x="167" y="187"/>
                    <a:pt x="152" y="1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59"/>
            <p:cNvSpPr/>
            <p:nvPr/>
          </p:nvSpPr>
          <p:spPr>
            <a:xfrm>
              <a:off x="7614503" y="343980"/>
              <a:ext cx="77099" cy="57309"/>
            </a:xfrm>
            <a:custGeom>
              <a:rect b="b" l="l" r="r" t="t"/>
              <a:pathLst>
                <a:path extrusionOk="0" h="197" w="265">
                  <a:moveTo>
                    <a:pt x="0" y="143"/>
                  </a:moveTo>
                  <a:lnTo>
                    <a:pt x="0" y="192"/>
                  </a:lnTo>
                  <a:lnTo>
                    <a:pt x="30" y="192"/>
                  </a:lnTo>
                  <a:lnTo>
                    <a:pt x="30" y="143"/>
                  </a:lnTo>
                  <a:close/>
                  <a:moveTo>
                    <a:pt x="59" y="109"/>
                  </a:moveTo>
                  <a:lnTo>
                    <a:pt x="59" y="192"/>
                  </a:lnTo>
                  <a:lnTo>
                    <a:pt x="88" y="192"/>
                  </a:lnTo>
                  <a:lnTo>
                    <a:pt x="88" y="109"/>
                  </a:lnTo>
                  <a:close/>
                  <a:moveTo>
                    <a:pt x="118" y="70"/>
                  </a:moveTo>
                  <a:lnTo>
                    <a:pt x="118" y="192"/>
                  </a:lnTo>
                  <a:lnTo>
                    <a:pt x="147" y="192"/>
                  </a:lnTo>
                  <a:lnTo>
                    <a:pt x="147" y="70"/>
                  </a:lnTo>
                  <a:close/>
                  <a:moveTo>
                    <a:pt x="177" y="35"/>
                  </a:moveTo>
                  <a:lnTo>
                    <a:pt x="177" y="192"/>
                  </a:lnTo>
                  <a:lnTo>
                    <a:pt x="206" y="192"/>
                  </a:lnTo>
                  <a:lnTo>
                    <a:pt x="206" y="35"/>
                  </a:lnTo>
                  <a:close/>
                  <a:moveTo>
                    <a:pt x="235" y="1"/>
                  </a:moveTo>
                  <a:lnTo>
                    <a:pt x="235" y="197"/>
                  </a:lnTo>
                  <a:lnTo>
                    <a:pt x="265" y="197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59"/>
            <p:cNvSpPr/>
            <p:nvPr/>
          </p:nvSpPr>
          <p:spPr>
            <a:xfrm>
              <a:off x="7823979" y="345434"/>
              <a:ext cx="115503" cy="55854"/>
            </a:xfrm>
            <a:custGeom>
              <a:rect b="b" l="l" r="r" t="t"/>
              <a:pathLst>
                <a:path extrusionOk="0" h="192" w="397">
                  <a:moveTo>
                    <a:pt x="44" y="20"/>
                  </a:moveTo>
                  <a:cubicBezTo>
                    <a:pt x="30" y="20"/>
                    <a:pt x="20" y="35"/>
                    <a:pt x="20" y="50"/>
                  </a:cubicBezTo>
                  <a:lnTo>
                    <a:pt x="20" y="148"/>
                  </a:lnTo>
                  <a:cubicBezTo>
                    <a:pt x="20" y="162"/>
                    <a:pt x="30" y="172"/>
                    <a:pt x="44" y="172"/>
                  </a:cubicBezTo>
                  <a:lnTo>
                    <a:pt x="274" y="172"/>
                  </a:lnTo>
                  <a:lnTo>
                    <a:pt x="274" y="20"/>
                  </a:lnTo>
                  <a:close/>
                  <a:moveTo>
                    <a:pt x="338" y="11"/>
                  </a:moveTo>
                  <a:cubicBezTo>
                    <a:pt x="358" y="11"/>
                    <a:pt x="372" y="25"/>
                    <a:pt x="372" y="45"/>
                  </a:cubicBezTo>
                  <a:lnTo>
                    <a:pt x="372" y="153"/>
                  </a:lnTo>
                  <a:cubicBezTo>
                    <a:pt x="372" y="172"/>
                    <a:pt x="358" y="187"/>
                    <a:pt x="338" y="187"/>
                  </a:cubicBezTo>
                  <a:lnTo>
                    <a:pt x="39" y="187"/>
                  </a:lnTo>
                  <a:cubicBezTo>
                    <a:pt x="25" y="187"/>
                    <a:pt x="5" y="172"/>
                    <a:pt x="5" y="153"/>
                  </a:cubicBezTo>
                  <a:lnTo>
                    <a:pt x="5" y="45"/>
                  </a:lnTo>
                  <a:cubicBezTo>
                    <a:pt x="5" y="25"/>
                    <a:pt x="25" y="11"/>
                    <a:pt x="39" y="11"/>
                  </a:cubicBezTo>
                  <a:close/>
                  <a:moveTo>
                    <a:pt x="39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153"/>
                  </a:lnTo>
                  <a:cubicBezTo>
                    <a:pt x="0" y="172"/>
                    <a:pt x="20" y="192"/>
                    <a:pt x="39" y="192"/>
                  </a:cubicBezTo>
                  <a:lnTo>
                    <a:pt x="338" y="192"/>
                  </a:lnTo>
                  <a:cubicBezTo>
                    <a:pt x="363" y="192"/>
                    <a:pt x="377" y="172"/>
                    <a:pt x="377" y="153"/>
                  </a:cubicBezTo>
                  <a:lnTo>
                    <a:pt x="377" y="123"/>
                  </a:lnTo>
                  <a:lnTo>
                    <a:pt x="397" y="123"/>
                  </a:lnTo>
                  <a:lnTo>
                    <a:pt x="397" y="74"/>
                  </a:lnTo>
                  <a:lnTo>
                    <a:pt x="377" y="74"/>
                  </a:lnTo>
                  <a:lnTo>
                    <a:pt x="377" y="45"/>
                  </a:lnTo>
                  <a:cubicBezTo>
                    <a:pt x="377" y="20"/>
                    <a:pt x="363" y="1"/>
                    <a:pt x="3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59"/>
            <p:cNvSpPr/>
            <p:nvPr/>
          </p:nvSpPr>
          <p:spPr>
            <a:xfrm>
              <a:off x="8064585" y="611905"/>
              <a:ext cx="67498" cy="33163"/>
            </a:xfrm>
            <a:custGeom>
              <a:rect b="b" l="l" r="r" t="t"/>
              <a:pathLst>
                <a:path extrusionOk="0" h="114" w="232">
                  <a:moveTo>
                    <a:pt x="1" y="1"/>
                  </a:moveTo>
                  <a:lnTo>
                    <a:pt x="1" y="113"/>
                  </a:lnTo>
                  <a:lnTo>
                    <a:pt x="231" y="11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59"/>
            <p:cNvSpPr/>
            <p:nvPr/>
          </p:nvSpPr>
          <p:spPr>
            <a:xfrm>
              <a:off x="5837742" y="611905"/>
              <a:ext cx="65752" cy="33163"/>
            </a:xfrm>
            <a:custGeom>
              <a:rect b="b" l="l" r="r" t="t"/>
              <a:pathLst>
                <a:path extrusionOk="0" h="114" w="226">
                  <a:moveTo>
                    <a:pt x="0" y="1"/>
                  </a:moveTo>
                  <a:lnTo>
                    <a:pt x="0" y="113"/>
                  </a:lnTo>
                  <a:lnTo>
                    <a:pt x="226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59"/>
            <p:cNvSpPr/>
            <p:nvPr/>
          </p:nvSpPr>
          <p:spPr>
            <a:xfrm>
              <a:off x="8131792" y="1301644"/>
              <a:ext cx="24439" cy="354907"/>
            </a:xfrm>
            <a:custGeom>
              <a:rect b="b" l="l" r="r" t="t"/>
              <a:pathLst>
                <a:path extrusionOk="0" h="1220" w="84">
                  <a:moveTo>
                    <a:pt x="0" y="0"/>
                  </a:moveTo>
                  <a:lnTo>
                    <a:pt x="0" y="1219"/>
                  </a:lnTo>
                  <a:lnTo>
                    <a:pt x="39" y="1219"/>
                  </a:lnTo>
                  <a:cubicBezTo>
                    <a:pt x="64" y="1219"/>
                    <a:pt x="83" y="1200"/>
                    <a:pt x="83" y="1175"/>
                  </a:cubicBezTo>
                  <a:lnTo>
                    <a:pt x="83" y="44"/>
                  </a:lnTo>
                  <a:cubicBezTo>
                    <a:pt x="83" y="20"/>
                    <a:pt x="64" y="0"/>
                    <a:pt x="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59"/>
            <p:cNvSpPr/>
            <p:nvPr/>
          </p:nvSpPr>
          <p:spPr>
            <a:xfrm>
              <a:off x="5812139" y="1620769"/>
              <a:ext cx="25894" cy="356362"/>
            </a:xfrm>
            <a:custGeom>
              <a:rect b="b" l="l" r="r" t="t"/>
              <a:pathLst>
                <a:path extrusionOk="0" h="1225" w="89">
                  <a:moveTo>
                    <a:pt x="44" y="0"/>
                  </a:moveTo>
                  <a:cubicBezTo>
                    <a:pt x="20" y="0"/>
                    <a:pt x="0" y="20"/>
                    <a:pt x="0" y="49"/>
                  </a:cubicBezTo>
                  <a:lnTo>
                    <a:pt x="0" y="1180"/>
                  </a:lnTo>
                  <a:cubicBezTo>
                    <a:pt x="0" y="1205"/>
                    <a:pt x="20" y="1224"/>
                    <a:pt x="44" y="1224"/>
                  </a:cubicBezTo>
                  <a:lnTo>
                    <a:pt x="88" y="1224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59"/>
            <p:cNvSpPr/>
            <p:nvPr/>
          </p:nvSpPr>
          <p:spPr>
            <a:xfrm>
              <a:off x="5812139" y="1177427"/>
              <a:ext cx="25894" cy="356653"/>
            </a:xfrm>
            <a:custGeom>
              <a:rect b="b" l="l" r="r" t="t"/>
              <a:pathLst>
                <a:path extrusionOk="0" h="1226" w="89">
                  <a:moveTo>
                    <a:pt x="44" y="1"/>
                  </a:moveTo>
                  <a:cubicBezTo>
                    <a:pt x="20" y="1"/>
                    <a:pt x="0" y="21"/>
                    <a:pt x="0" y="45"/>
                  </a:cubicBezTo>
                  <a:lnTo>
                    <a:pt x="0" y="1181"/>
                  </a:lnTo>
                  <a:cubicBezTo>
                    <a:pt x="0" y="1206"/>
                    <a:pt x="20" y="1225"/>
                    <a:pt x="44" y="1225"/>
                  </a:cubicBezTo>
                  <a:lnTo>
                    <a:pt x="88" y="1225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59"/>
            <p:cNvSpPr/>
            <p:nvPr/>
          </p:nvSpPr>
          <p:spPr>
            <a:xfrm>
              <a:off x="5812139" y="859757"/>
              <a:ext cx="25894" cy="111418"/>
            </a:xfrm>
            <a:custGeom>
              <a:rect b="b" l="l" r="r" t="t"/>
              <a:pathLst>
                <a:path extrusionOk="0" h="383" w="89">
                  <a:moveTo>
                    <a:pt x="44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339"/>
                  </a:lnTo>
                  <a:cubicBezTo>
                    <a:pt x="0" y="363"/>
                    <a:pt x="20" y="383"/>
                    <a:pt x="44" y="383"/>
                  </a:cubicBezTo>
                  <a:lnTo>
                    <a:pt x="88" y="383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59"/>
            <p:cNvSpPr/>
            <p:nvPr/>
          </p:nvSpPr>
          <p:spPr>
            <a:xfrm>
              <a:off x="8064585" y="4496962"/>
              <a:ext cx="67498" cy="34618"/>
            </a:xfrm>
            <a:custGeom>
              <a:rect b="b" l="l" r="r" t="t"/>
              <a:pathLst>
                <a:path extrusionOk="0" h="119" w="232">
                  <a:moveTo>
                    <a:pt x="1" y="1"/>
                  </a:moveTo>
                  <a:lnTo>
                    <a:pt x="1" y="118"/>
                  </a:lnTo>
                  <a:lnTo>
                    <a:pt x="231" y="118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59"/>
            <p:cNvSpPr/>
            <p:nvPr/>
          </p:nvSpPr>
          <p:spPr>
            <a:xfrm>
              <a:off x="5837742" y="4496962"/>
              <a:ext cx="65752" cy="34618"/>
            </a:xfrm>
            <a:custGeom>
              <a:rect b="b" l="l" r="r" t="t"/>
              <a:pathLst>
                <a:path extrusionOk="0" h="119" w="226">
                  <a:moveTo>
                    <a:pt x="0" y="1"/>
                  </a:moveTo>
                  <a:lnTo>
                    <a:pt x="0" y="118"/>
                  </a:lnTo>
                  <a:lnTo>
                    <a:pt x="226" y="11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59"/>
            <p:cNvSpPr/>
            <p:nvPr/>
          </p:nvSpPr>
          <p:spPr>
            <a:xfrm>
              <a:off x="6649976" y="3637490"/>
              <a:ext cx="4598" cy="4470"/>
            </a:xfrm>
            <a:custGeom>
              <a:rect b="b" l="l" r="r" t="t"/>
              <a:pathLst>
                <a:path extrusionOk="0" h="35" w="36">
                  <a:moveTo>
                    <a:pt x="1" y="0"/>
                  </a:moveTo>
                  <a:lnTo>
                    <a:pt x="27" y="34"/>
                  </a:lnTo>
                  <a:lnTo>
                    <a:pt x="35" y="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3" name="Google Shape;823;p59"/>
          <p:cNvSpPr txBox="1"/>
          <p:nvPr>
            <p:ph idx="4294967295" type="body"/>
          </p:nvPr>
        </p:nvSpPr>
        <p:spPr>
          <a:xfrm>
            <a:off x="292600" y="323625"/>
            <a:ext cx="8590800" cy="5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2550" u="sng">
                <a:latin typeface="Permanent Marker"/>
                <a:ea typeface="Permanent Marker"/>
                <a:cs typeface="Permanent Marker"/>
                <a:sym typeface="Permanent Marker"/>
              </a:rPr>
              <a:t>Implementation</a:t>
            </a:r>
            <a:endParaRPr b="1" sz="2550" u="sng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824" name="Google Shape;824;p59"/>
          <p:cNvSpPr txBox="1"/>
          <p:nvPr>
            <p:ph idx="4294967295" type="body"/>
          </p:nvPr>
        </p:nvSpPr>
        <p:spPr>
          <a:xfrm>
            <a:off x="292600" y="780825"/>
            <a:ext cx="8618700" cy="5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950" u="sng">
                <a:latin typeface="Permanent Marker"/>
                <a:ea typeface="Permanent Marker"/>
                <a:cs typeface="Permanent Marker"/>
                <a:sym typeface="Permanent Marker"/>
              </a:rPr>
              <a:t>Hardware Description Language (HDL)</a:t>
            </a:r>
            <a:endParaRPr b="1" sz="1950" u="sng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pic>
        <p:nvPicPr>
          <p:cNvPr id="825" name="Google Shape;82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750" y="342276"/>
            <a:ext cx="8065299" cy="303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0" name="Google Shape;830;p60"/>
          <p:cNvGrpSpPr/>
          <p:nvPr/>
        </p:nvGrpSpPr>
        <p:grpSpPr>
          <a:xfrm rot="5400000">
            <a:off x="1986634" y="-2035183"/>
            <a:ext cx="5073787" cy="9144173"/>
            <a:chOff x="5812139" y="178733"/>
            <a:chExt cx="2344092" cy="4786022"/>
          </a:xfrm>
        </p:grpSpPr>
        <p:sp>
          <p:nvSpPr>
            <p:cNvPr id="831" name="Google Shape;831;p60"/>
            <p:cNvSpPr/>
            <p:nvPr/>
          </p:nvSpPr>
          <p:spPr>
            <a:xfrm>
              <a:off x="5837742" y="178745"/>
              <a:ext cx="2294353" cy="4786010"/>
            </a:xfrm>
            <a:custGeom>
              <a:rect b="b" l="l" r="r" t="t"/>
              <a:pathLst>
                <a:path extrusionOk="0" h="16452" w="7886">
                  <a:moveTo>
                    <a:pt x="994" y="1"/>
                  </a:moveTo>
                  <a:cubicBezTo>
                    <a:pt x="446" y="1"/>
                    <a:pt x="0" y="447"/>
                    <a:pt x="0" y="995"/>
                  </a:cubicBezTo>
                  <a:lnTo>
                    <a:pt x="0" y="2342"/>
                  </a:lnTo>
                  <a:lnTo>
                    <a:pt x="0" y="2724"/>
                  </a:lnTo>
                  <a:lnTo>
                    <a:pt x="0" y="3434"/>
                  </a:lnTo>
                  <a:lnTo>
                    <a:pt x="0" y="4658"/>
                  </a:lnTo>
                  <a:lnTo>
                    <a:pt x="0" y="4957"/>
                  </a:lnTo>
                  <a:lnTo>
                    <a:pt x="0" y="6181"/>
                  </a:lnTo>
                  <a:lnTo>
                    <a:pt x="0" y="15457"/>
                  </a:lnTo>
                  <a:cubicBezTo>
                    <a:pt x="0" y="16006"/>
                    <a:pt x="446" y="16451"/>
                    <a:pt x="994" y="16451"/>
                  </a:cubicBezTo>
                  <a:lnTo>
                    <a:pt x="6886" y="16451"/>
                  </a:lnTo>
                  <a:cubicBezTo>
                    <a:pt x="7439" y="16451"/>
                    <a:pt x="7885" y="16006"/>
                    <a:pt x="7885" y="15457"/>
                  </a:cubicBezTo>
                  <a:lnTo>
                    <a:pt x="7885" y="5079"/>
                  </a:lnTo>
                  <a:lnTo>
                    <a:pt x="7885" y="3860"/>
                  </a:lnTo>
                  <a:lnTo>
                    <a:pt x="7885" y="995"/>
                  </a:lnTo>
                  <a:cubicBezTo>
                    <a:pt x="7885" y="447"/>
                    <a:pt x="7439" y="1"/>
                    <a:pt x="6886" y="1"/>
                  </a:cubicBezTo>
                  <a:lnTo>
                    <a:pt x="5946" y="1"/>
                  </a:lnTo>
                  <a:lnTo>
                    <a:pt x="5946" y="265"/>
                  </a:lnTo>
                  <a:lnTo>
                    <a:pt x="6866" y="265"/>
                  </a:lnTo>
                  <a:cubicBezTo>
                    <a:pt x="7302" y="265"/>
                    <a:pt x="7655" y="618"/>
                    <a:pt x="7655" y="1054"/>
                  </a:cubicBezTo>
                  <a:lnTo>
                    <a:pt x="7655" y="15398"/>
                  </a:lnTo>
                  <a:cubicBezTo>
                    <a:pt x="7655" y="15834"/>
                    <a:pt x="7302" y="16187"/>
                    <a:pt x="6866" y="16187"/>
                  </a:cubicBezTo>
                  <a:lnTo>
                    <a:pt x="1014" y="16187"/>
                  </a:lnTo>
                  <a:cubicBezTo>
                    <a:pt x="578" y="16187"/>
                    <a:pt x="226" y="15834"/>
                    <a:pt x="226" y="15398"/>
                  </a:cubicBezTo>
                  <a:lnTo>
                    <a:pt x="226" y="1054"/>
                  </a:lnTo>
                  <a:cubicBezTo>
                    <a:pt x="226" y="618"/>
                    <a:pt x="578" y="265"/>
                    <a:pt x="1014" y="265"/>
                  </a:cubicBezTo>
                  <a:lnTo>
                    <a:pt x="1935" y="265"/>
                  </a:lnTo>
                  <a:lnTo>
                    <a:pt x="193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60"/>
            <p:cNvSpPr/>
            <p:nvPr/>
          </p:nvSpPr>
          <p:spPr>
            <a:xfrm>
              <a:off x="5903203" y="255835"/>
              <a:ext cx="2161684" cy="4631829"/>
            </a:xfrm>
            <a:custGeom>
              <a:rect b="b" l="l" r="r" t="t"/>
              <a:pathLst>
                <a:path extrusionOk="0" h="15922" w="7430">
                  <a:moveTo>
                    <a:pt x="789" y="0"/>
                  </a:moveTo>
                  <a:cubicBezTo>
                    <a:pt x="353" y="0"/>
                    <a:pt x="1" y="353"/>
                    <a:pt x="1" y="789"/>
                  </a:cubicBezTo>
                  <a:lnTo>
                    <a:pt x="1" y="15133"/>
                  </a:lnTo>
                  <a:cubicBezTo>
                    <a:pt x="1" y="15569"/>
                    <a:pt x="353" y="15922"/>
                    <a:pt x="789" y="15922"/>
                  </a:cubicBezTo>
                  <a:lnTo>
                    <a:pt x="6641" y="15922"/>
                  </a:lnTo>
                  <a:cubicBezTo>
                    <a:pt x="7077" y="15922"/>
                    <a:pt x="7430" y="15569"/>
                    <a:pt x="7430" y="15133"/>
                  </a:cubicBezTo>
                  <a:lnTo>
                    <a:pt x="7430" y="789"/>
                  </a:lnTo>
                  <a:cubicBezTo>
                    <a:pt x="7430" y="353"/>
                    <a:pt x="7077" y="0"/>
                    <a:pt x="6641" y="0"/>
                  </a:cubicBezTo>
                  <a:lnTo>
                    <a:pt x="5721" y="0"/>
                  </a:lnTo>
                  <a:lnTo>
                    <a:pt x="5721" y="265"/>
                  </a:lnTo>
                  <a:cubicBezTo>
                    <a:pt x="5721" y="485"/>
                    <a:pt x="5544" y="666"/>
                    <a:pt x="5324" y="666"/>
                  </a:cubicBezTo>
                  <a:lnTo>
                    <a:pt x="2111" y="666"/>
                  </a:lnTo>
                  <a:cubicBezTo>
                    <a:pt x="1891" y="666"/>
                    <a:pt x="1710" y="485"/>
                    <a:pt x="1710" y="265"/>
                  </a:cubicBezTo>
                  <a:lnTo>
                    <a:pt x="17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60"/>
            <p:cNvSpPr/>
            <p:nvPr/>
          </p:nvSpPr>
          <p:spPr>
            <a:xfrm>
              <a:off x="6395153" y="178733"/>
              <a:ext cx="1177783" cy="271144"/>
            </a:xfrm>
            <a:custGeom>
              <a:rect b="b" l="l" r="r" t="t"/>
              <a:pathLst>
                <a:path extrusionOk="0" h="932" w="4012">
                  <a:moveTo>
                    <a:pt x="2503" y="471"/>
                  </a:moveTo>
                  <a:cubicBezTo>
                    <a:pt x="2547" y="471"/>
                    <a:pt x="2582" y="505"/>
                    <a:pt x="2582" y="549"/>
                  </a:cubicBezTo>
                  <a:cubicBezTo>
                    <a:pt x="2582" y="589"/>
                    <a:pt x="2547" y="623"/>
                    <a:pt x="2503" y="623"/>
                  </a:cubicBezTo>
                  <a:lnTo>
                    <a:pt x="1509" y="623"/>
                  </a:lnTo>
                  <a:cubicBezTo>
                    <a:pt x="1470" y="623"/>
                    <a:pt x="1431" y="589"/>
                    <a:pt x="1431" y="549"/>
                  </a:cubicBezTo>
                  <a:cubicBezTo>
                    <a:pt x="1431" y="505"/>
                    <a:pt x="1470" y="471"/>
                    <a:pt x="1509" y="471"/>
                  </a:cubicBezTo>
                  <a:close/>
                  <a:moveTo>
                    <a:pt x="2924" y="461"/>
                  </a:moveTo>
                  <a:cubicBezTo>
                    <a:pt x="2973" y="461"/>
                    <a:pt x="3013" y="500"/>
                    <a:pt x="3013" y="549"/>
                  </a:cubicBezTo>
                  <a:cubicBezTo>
                    <a:pt x="3013" y="593"/>
                    <a:pt x="2973" y="633"/>
                    <a:pt x="2924" y="633"/>
                  </a:cubicBezTo>
                  <a:cubicBezTo>
                    <a:pt x="2876" y="633"/>
                    <a:pt x="2836" y="593"/>
                    <a:pt x="2836" y="549"/>
                  </a:cubicBezTo>
                  <a:cubicBezTo>
                    <a:pt x="2836" y="500"/>
                    <a:pt x="2876" y="461"/>
                    <a:pt x="2924" y="461"/>
                  </a:cubicBezTo>
                  <a:close/>
                  <a:moveTo>
                    <a:pt x="1" y="1"/>
                  </a:moveTo>
                  <a:lnTo>
                    <a:pt x="1" y="265"/>
                  </a:lnTo>
                  <a:lnTo>
                    <a:pt x="1" y="530"/>
                  </a:lnTo>
                  <a:cubicBezTo>
                    <a:pt x="1" y="750"/>
                    <a:pt x="182" y="931"/>
                    <a:pt x="402" y="931"/>
                  </a:cubicBezTo>
                  <a:lnTo>
                    <a:pt x="3615" y="931"/>
                  </a:lnTo>
                  <a:cubicBezTo>
                    <a:pt x="3835" y="931"/>
                    <a:pt x="4012" y="750"/>
                    <a:pt x="4012" y="530"/>
                  </a:cubicBezTo>
                  <a:lnTo>
                    <a:pt x="4012" y="265"/>
                  </a:lnTo>
                  <a:lnTo>
                    <a:pt x="40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60"/>
            <p:cNvSpPr/>
            <p:nvPr/>
          </p:nvSpPr>
          <p:spPr>
            <a:xfrm>
              <a:off x="5854616" y="197363"/>
              <a:ext cx="2260313" cy="4748774"/>
            </a:xfrm>
            <a:custGeom>
              <a:rect b="b" l="l" r="r" t="t"/>
              <a:pathLst>
                <a:path extrusionOk="0" h="16324" w="7769">
                  <a:moveTo>
                    <a:pt x="6755" y="16324"/>
                  </a:moveTo>
                  <a:lnTo>
                    <a:pt x="1010" y="16324"/>
                  </a:lnTo>
                  <a:cubicBezTo>
                    <a:pt x="452" y="16324"/>
                    <a:pt x="1" y="15863"/>
                    <a:pt x="1" y="15300"/>
                  </a:cubicBezTo>
                  <a:lnTo>
                    <a:pt x="1" y="1024"/>
                  </a:lnTo>
                  <a:cubicBezTo>
                    <a:pt x="1" y="461"/>
                    <a:pt x="452" y="1"/>
                    <a:pt x="1010" y="1"/>
                  </a:cubicBezTo>
                  <a:lnTo>
                    <a:pt x="6755" y="1"/>
                  </a:lnTo>
                  <a:cubicBezTo>
                    <a:pt x="7313" y="1"/>
                    <a:pt x="7768" y="461"/>
                    <a:pt x="7768" y="1024"/>
                  </a:cubicBezTo>
                  <a:lnTo>
                    <a:pt x="7768" y="15300"/>
                  </a:lnTo>
                  <a:cubicBezTo>
                    <a:pt x="7768" y="15863"/>
                    <a:pt x="7313" y="16324"/>
                    <a:pt x="6755" y="16324"/>
                  </a:cubicBezTo>
                  <a:close/>
                  <a:moveTo>
                    <a:pt x="1010" y="79"/>
                  </a:moveTo>
                  <a:cubicBezTo>
                    <a:pt x="496" y="79"/>
                    <a:pt x="79" y="500"/>
                    <a:pt x="79" y="1024"/>
                  </a:cubicBezTo>
                  <a:lnTo>
                    <a:pt x="79" y="15300"/>
                  </a:lnTo>
                  <a:cubicBezTo>
                    <a:pt x="79" y="15819"/>
                    <a:pt x="496" y="16245"/>
                    <a:pt x="1010" y="16245"/>
                  </a:cubicBezTo>
                  <a:lnTo>
                    <a:pt x="6755" y="16245"/>
                  </a:lnTo>
                  <a:cubicBezTo>
                    <a:pt x="7269" y="16245"/>
                    <a:pt x="7685" y="15819"/>
                    <a:pt x="7685" y="15300"/>
                  </a:cubicBezTo>
                  <a:lnTo>
                    <a:pt x="7685" y="1024"/>
                  </a:lnTo>
                  <a:cubicBezTo>
                    <a:pt x="7685" y="500"/>
                    <a:pt x="7269" y="79"/>
                    <a:pt x="6755" y="79"/>
                  </a:cubicBezTo>
                  <a:lnTo>
                    <a:pt x="1010" y="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60"/>
            <p:cNvSpPr/>
            <p:nvPr/>
          </p:nvSpPr>
          <p:spPr>
            <a:xfrm>
              <a:off x="7228085" y="312853"/>
              <a:ext cx="51496" cy="50036"/>
            </a:xfrm>
            <a:custGeom>
              <a:rect b="b" l="l" r="r" t="t"/>
              <a:pathLst>
                <a:path extrusionOk="0" h="172" w="177">
                  <a:moveTo>
                    <a:pt x="88" y="0"/>
                  </a:moveTo>
                  <a:cubicBezTo>
                    <a:pt x="40" y="0"/>
                    <a:pt x="0" y="39"/>
                    <a:pt x="0" y="88"/>
                  </a:cubicBezTo>
                  <a:cubicBezTo>
                    <a:pt x="0" y="132"/>
                    <a:pt x="40" y="172"/>
                    <a:pt x="88" y="172"/>
                  </a:cubicBezTo>
                  <a:cubicBezTo>
                    <a:pt x="137" y="172"/>
                    <a:pt x="177" y="132"/>
                    <a:pt x="177" y="88"/>
                  </a:cubicBezTo>
                  <a:cubicBezTo>
                    <a:pt x="177" y="39"/>
                    <a:pt x="137" y="0"/>
                    <a:pt x="88" y="0"/>
                  </a:cubicBezTo>
                  <a:close/>
                </a:path>
              </a:pathLst>
            </a:custGeom>
            <a:solidFill>
              <a:srgbClr val="7C242A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60"/>
            <p:cNvSpPr/>
            <p:nvPr/>
          </p:nvSpPr>
          <p:spPr>
            <a:xfrm>
              <a:off x="6816459" y="315471"/>
              <a:ext cx="335163" cy="44509"/>
            </a:xfrm>
            <a:custGeom>
              <a:rect b="b" l="l" r="r" t="t"/>
              <a:pathLst>
                <a:path extrusionOk="0" h="153" w="1152">
                  <a:moveTo>
                    <a:pt x="79" y="1"/>
                  </a:moveTo>
                  <a:cubicBezTo>
                    <a:pt x="40" y="1"/>
                    <a:pt x="1" y="35"/>
                    <a:pt x="1" y="79"/>
                  </a:cubicBezTo>
                  <a:cubicBezTo>
                    <a:pt x="1" y="119"/>
                    <a:pt x="40" y="153"/>
                    <a:pt x="79" y="153"/>
                  </a:cubicBezTo>
                  <a:lnTo>
                    <a:pt x="1073" y="153"/>
                  </a:lnTo>
                  <a:cubicBezTo>
                    <a:pt x="1117" y="153"/>
                    <a:pt x="1152" y="119"/>
                    <a:pt x="1152" y="79"/>
                  </a:cubicBezTo>
                  <a:cubicBezTo>
                    <a:pt x="1152" y="35"/>
                    <a:pt x="1117" y="1"/>
                    <a:pt x="1073" y="1"/>
                  </a:cubicBezTo>
                  <a:close/>
                </a:path>
              </a:pathLst>
            </a:custGeom>
            <a:solidFill>
              <a:srgbClr val="7C242A"/>
            </a:solidFill>
            <a:ln cap="flat" cmpd="sng" w="9525">
              <a:solidFill>
                <a:srgbClr val="7C242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60"/>
            <p:cNvSpPr/>
            <p:nvPr/>
          </p:nvSpPr>
          <p:spPr>
            <a:xfrm>
              <a:off x="6934871" y="664559"/>
              <a:ext cx="98629" cy="121599"/>
            </a:xfrm>
            <a:custGeom>
              <a:rect b="b" l="l" r="r" t="t"/>
              <a:pathLst>
                <a:path extrusionOk="0" h="418" w="339">
                  <a:moveTo>
                    <a:pt x="172" y="65"/>
                  </a:moveTo>
                  <a:cubicBezTo>
                    <a:pt x="230" y="65"/>
                    <a:pt x="279" y="114"/>
                    <a:pt x="279" y="172"/>
                  </a:cubicBezTo>
                  <a:lnTo>
                    <a:pt x="279" y="353"/>
                  </a:lnTo>
                  <a:lnTo>
                    <a:pt x="64" y="353"/>
                  </a:lnTo>
                  <a:lnTo>
                    <a:pt x="64" y="172"/>
                  </a:lnTo>
                  <a:cubicBezTo>
                    <a:pt x="64" y="114"/>
                    <a:pt x="113" y="65"/>
                    <a:pt x="172" y="65"/>
                  </a:cubicBezTo>
                  <a:close/>
                  <a:moveTo>
                    <a:pt x="172" y="1"/>
                  </a:moveTo>
                  <a:cubicBezTo>
                    <a:pt x="79" y="1"/>
                    <a:pt x="0" y="79"/>
                    <a:pt x="0" y="172"/>
                  </a:cubicBezTo>
                  <a:lnTo>
                    <a:pt x="0" y="417"/>
                  </a:lnTo>
                  <a:lnTo>
                    <a:pt x="338" y="417"/>
                  </a:lnTo>
                  <a:lnTo>
                    <a:pt x="338" y="172"/>
                  </a:lnTo>
                  <a:cubicBezTo>
                    <a:pt x="338" y="79"/>
                    <a:pt x="265" y="1"/>
                    <a:pt x="1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60"/>
            <p:cNvSpPr/>
            <p:nvPr/>
          </p:nvSpPr>
          <p:spPr>
            <a:xfrm>
              <a:off x="6914796" y="735831"/>
              <a:ext cx="138487" cy="81454"/>
            </a:xfrm>
            <a:custGeom>
              <a:rect b="b" l="l" r="r" t="t"/>
              <a:pathLst>
                <a:path extrusionOk="0" h="280" w="476">
                  <a:moveTo>
                    <a:pt x="50" y="1"/>
                  </a:moveTo>
                  <a:cubicBezTo>
                    <a:pt x="20" y="1"/>
                    <a:pt x="1" y="25"/>
                    <a:pt x="1" y="50"/>
                  </a:cubicBezTo>
                  <a:lnTo>
                    <a:pt x="1" y="231"/>
                  </a:lnTo>
                  <a:cubicBezTo>
                    <a:pt x="1" y="260"/>
                    <a:pt x="20" y="280"/>
                    <a:pt x="50" y="280"/>
                  </a:cubicBezTo>
                  <a:lnTo>
                    <a:pt x="427" y="280"/>
                  </a:lnTo>
                  <a:cubicBezTo>
                    <a:pt x="456" y="280"/>
                    <a:pt x="476" y="260"/>
                    <a:pt x="476" y="231"/>
                  </a:cubicBezTo>
                  <a:lnTo>
                    <a:pt x="476" y="50"/>
                  </a:lnTo>
                  <a:cubicBezTo>
                    <a:pt x="476" y="25"/>
                    <a:pt x="456" y="1"/>
                    <a:pt x="42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60"/>
            <p:cNvSpPr/>
            <p:nvPr/>
          </p:nvSpPr>
          <p:spPr>
            <a:xfrm>
              <a:off x="7712841" y="334089"/>
              <a:ext cx="88446" cy="68654"/>
            </a:xfrm>
            <a:custGeom>
              <a:rect b="b" l="l" r="r" t="t"/>
              <a:pathLst>
                <a:path extrusionOk="0" h="236" w="304">
                  <a:moveTo>
                    <a:pt x="152" y="1"/>
                  </a:moveTo>
                  <a:cubicBezTo>
                    <a:pt x="93" y="1"/>
                    <a:pt x="39" y="25"/>
                    <a:pt x="0" y="59"/>
                  </a:cubicBezTo>
                  <a:lnTo>
                    <a:pt x="25" y="84"/>
                  </a:lnTo>
                  <a:cubicBezTo>
                    <a:pt x="54" y="50"/>
                    <a:pt x="103" y="30"/>
                    <a:pt x="152" y="30"/>
                  </a:cubicBezTo>
                  <a:cubicBezTo>
                    <a:pt x="201" y="30"/>
                    <a:pt x="245" y="50"/>
                    <a:pt x="279" y="84"/>
                  </a:cubicBezTo>
                  <a:lnTo>
                    <a:pt x="304" y="59"/>
                  </a:lnTo>
                  <a:cubicBezTo>
                    <a:pt x="265" y="25"/>
                    <a:pt x="211" y="1"/>
                    <a:pt x="152" y="1"/>
                  </a:cubicBezTo>
                  <a:close/>
                  <a:moveTo>
                    <a:pt x="152" y="59"/>
                  </a:moveTo>
                  <a:cubicBezTo>
                    <a:pt x="108" y="59"/>
                    <a:pt x="74" y="79"/>
                    <a:pt x="44" y="104"/>
                  </a:cubicBezTo>
                  <a:lnTo>
                    <a:pt x="69" y="128"/>
                  </a:lnTo>
                  <a:cubicBezTo>
                    <a:pt x="88" y="104"/>
                    <a:pt x="118" y="94"/>
                    <a:pt x="152" y="94"/>
                  </a:cubicBezTo>
                  <a:cubicBezTo>
                    <a:pt x="186" y="94"/>
                    <a:pt x="216" y="104"/>
                    <a:pt x="235" y="128"/>
                  </a:cubicBezTo>
                  <a:lnTo>
                    <a:pt x="260" y="104"/>
                  </a:lnTo>
                  <a:cubicBezTo>
                    <a:pt x="230" y="79"/>
                    <a:pt x="191" y="59"/>
                    <a:pt x="152" y="59"/>
                  </a:cubicBezTo>
                  <a:close/>
                  <a:moveTo>
                    <a:pt x="152" y="128"/>
                  </a:moveTo>
                  <a:cubicBezTo>
                    <a:pt x="128" y="128"/>
                    <a:pt x="108" y="138"/>
                    <a:pt x="93" y="152"/>
                  </a:cubicBezTo>
                  <a:lnTo>
                    <a:pt x="118" y="177"/>
                  </a:lnTo>
                  <a:cubicBezTo>
                    <a:pt x="123" y="167"/>
                    <a:pt x="137" y="162"/>
                    <a:pt x="152" y="162"/>
                  </a:cubicBezTo>
                  <a:cubicBezTo>
                    <a:pt x="167" y="162"/>
                    <a:pt x="177" y="167"/>
                    <a:pt x="186" y="177"/>
                  </a:cubicBezTo>
                  <a:lnTo>
                    <a:pt x="211" y="152"/>
                  </a:lnTo>
                  <a:cubicBezTo>
                    <a:pt x="196" y="138"/>
                    <a:pt x="172" y="128"/>
                    <a:pt x="152" y="128"/>
                  </a:cubicBezTo>
                  <a:close/>
                  <a:moveTo>
                    <a:pt x="152" y="187"/>
                  </a:moveTo>
                  <a:cubicBezTo>
                    <a:pt x="137" y="187"/>
                    <a:pt x="128" y="197"/>
                    <a:pt x="128" y="211"/>
                  </a:cubicBezTo>
                  <a:cubicBezTo>
                    <a:pt x="128" y="226"/>
                    <a:pt x="137" y="236"/>
                    <a:pt x="152" y="236"/>
                  </a:cubicBezTo>
                  <a:cubicBezTo>
                    <a:pt x="167" y="236"/>
                    <a:pt x="177" y="226"/>
                    <a:pt x="177" y="211"/>
                  </a:cubicBezTo>
                  <a:cubicBezTo>
                    <a:pt x="177" y="197"/>
                    <a:pt x="167" y="187"/>
                    <a:pt x="152" y="1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60"/>
            <p:cNvSpPr/>
            <p:nvPr/>
          </p:nvSpPr>
          <p:spPr>
            <a:xfrm>
              <a:off x="7614503" y="343980"/>
              <a:ext cx="77099" cy="57309"/>
            </a:xfrm>
            <a:custGeom>
              <a:rect b="b" l="l" r="r" t="t"/>
              <a:pathLst>
                <a:path extrusionOk="0" h="197" w="265">
                  <a:moveTo>
                    <a:pt x="0" y="143"/>
                  </a:moveTo>
                  <a:lnTo>
                    <a:pt x="0" y="192"/>
                  </a:lnTo>
                  <a:lnTo>
                    <a:pt x="30" y="192"/>
                  </a:lnTo>
                  <a:lnTo>
                    <a:pt x="30" y="143"/>
                  </a:lnTo>
                  <a:close/>
                  <a:moveTo>
                    <a:pt x="59" y="109"/>
                  </a:moveTo>
                  <a:lnTo>
                    <a:pt x="59" y="192"/>
                  </a:lnTo>
                  <a:lnTo>
                    <a:pt x="88" y="192"/>
                  </a:lnTo>
                  <a:lnTo>
                    <a:pt x="88" y="109"/>
                  </a:lnTo>
                  <a:close/>
                  <a:moveTo>
                    <a:pt x="118" y="70"/>
                  </a:moveTo>
                  <a:lnTo>
                    <a:pt x="118" y="192"/>
                  </a:lnTo>
                  <a:lnTo>
                    <a:pt x="147" y="192"/>
                  </a:lnTo>
                  <a:lnTo>
                    <a:pt x="147" y="70"/>
                  </a:lnTo>
                  <a:close/>
                  <a:moveTo>
                    <a:pt x="177" y="35"/>
                  </a:moveTo>
                  <a:lnTo>
                    <a:pt x="177" y="192"/>
                  </a:lnTo>
                  <a:lnTo>
                    <a:pt x="206" y="192"/>
                  </a:lnTo>
                  <a:lnTo>
                    <a:pt x="206" y="35"/>
                  </a:lnTo>
                  <a:close/>
                  <a:moveTo>
                    <a:pt x="235" y="1"/>
                  </a:moveTo>
                  <a:lnTo>
                    <a:pt x="235" y="197"/>
                  </a:lnTo>
                  <a:lnTo>
                    <a:pt x="265" y="197"/>
                  </a:lnTo>
                  <a:lnTo>
                    <a:pt x="2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60"/>
            <p:cNvSpPr/>
            <p:nvPr/>
          </p:nvSpPr>
          <p:spPr>
            <a:xfrm>
              <a:off x="7823979" y="345434"/>
              <a:ext cx="115503" cy="55854"/>
            </a:xfrm>
            <a:custGeom>
              <a:rect b="b" l="l" r="r" t="t"/>
              <a:pathLst>
                <a:path extrusionOk="0" h="192" w="397">
                  <a:moveTo>
                    <a:pt x="44" y="20"/>
                  </a:moveTo>
                  <a:cubicBezTo>
                    <a:pt x="30" y="20"/>
                    <a:pt x="20" y="35"/>
                    <a:pt x="20" y="50"/>
                  </a:cubicBezTo>
                  <a:lnTo>
                    <a:pt x="20" y="148"/>
                  </a:lnTo>
                  <a:cubicBezTo>
                    <a:pt x="20" y="162"/>
                    <a:pt x="30" y="172"/>
                    <a:pt x="44" y="172"/>
                  </a:cubicBezTo>
                  <a:lnTo>
                    <a:pt x="274" y="172"/>
                  </a:lnTo>
                  <a:lnTo>
                    <a:pt x="274" y="20"/>
                  </a:lnTo>
                  <a:close/>
                  <a:moveTo>
                    <a:pt x="338" y="11"/>
                  </a:moveTo>
                  <a:cubicBezTo>
                    <a:pt x="358" y="11"/>
                    <a:pt x="372" y="25"/>
                    <a:pt x="372" y="45"/>
                  </a:cubicBezTo>
                  <a:lnTo>
                    <a:pt x="372" y="153"/>
                  </a:lnTo>
                  <a:cubicBezTo>
                    <a:pt x="372" y="172"/>
                    <a:pt x="358" y="187"/>
                    <a:pt x="338" y="187"/>
                  </a:cubicBezTo>
                  <a:lnTo>
                    <a:pt x="39" y="187"/>
                  </a:lnTo>
                  <a:cubicBezTo>
                    <a:pt x="25" y="187"/>
                    <a:pt x="5" y="172"/>
                    <a:pt x="5" y="153"/>
                  </a:cubicBezTo>
                  <a:lnTo>
                    <a:pt x="5" y="45"/>
                  </a:lnTo>
                  <a:cubicBezTo>
                    <a:pt x="5" y="25"/>
                    <a:pt x="25" y="11"/>
                    <a:pt x="39" y="11"/>
                  </a:cubicBezTo>
                  <a:close/>
                  <a:moveTo>
                    <a:pt x="39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153"/>
                  </a:lnTo>
                  <a:cubicBezTo>
                    <a:pt x="0" y="172"/>
                    <a:pt x="20" y="192"/>
                    <a:pt x="39" y="192"/>
                  </a:cubicBezTo>
                  <a:lnTo>
                    <a:pt x="338" y="192"/>
                  </a:lnTo>
                  <a:cubicBezTo>
                    <a:pt x="363" y="192"/>
                    <a:pt x="377" y="172"/>
                    <a:pt x="377" y="153"/>
                  </a:cubicBezTo>
                  <a:lnTo>
                    <a:pt x="377" y="123"/>
                  </a:lnTo>
                  <a:lnTo>
                    <a:pt x="397" y="123"/>
                  </a:lnTo>
                  <a:lnTo>
                    <a:pt x="397" y="74"/>
                  </a:lnTo>
                  <a:lnTo>
                    <a:pt x="377" y="74"/>
                  </a:lnTo>
                  <a:lnTo>
                    <a:pt x="377" y="45"/>
                  </a:lnTo>
                  <a:cubicBezTo>
                    <a:pt x="377" y="20"/>
                    <a:pt x="363" y="1"/>
                    <a:pt x="3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60"/>
            <p:cNvSpPr/>
            <p:nvPr/>
          </p:nvSpPr>
          <p:spPr>
            <a:xfrm>
              <a:off x="8064585" y="611905"/>
              <a:ext cx="67498" cy="33163"/>
            </a:xfrm>
            <a:custGeom>
              <a:rect b="b" l="l" r="r" t="t"/>
              <a:pathLst>
                <a:path extrusionOk="0" h="114" w="232">
                  <a:moveTo>
                    <a:pt x="1" y="1"/>
                  </a:moveTo>
                  <a:lnTo>
                    <a:pt x="1" y="113"/>
                  </a:lnTo>
                  <a:lnTo>
                    <a:pt x="231" y="113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60"/>
            <p:cNvSpPr/>
            <p:nvPr/>
          </p:nvSpPr>
          <p:spPr>
            <a:xfrm>
              <a:off x="5837742" y="611905"/>
              <a:ext cx="65752" cy="33163"/>
            </a:xfrm>
            <a:custGeom>
              <a:rect b="b" l="l" r="r" t="t"/>
              <a:pathLst>
                <a:path extrusionOk="0" h="114" w="226">
                  <a:moveTo>
                    <a:pt x="0" y="1"/>
                  </a:moveTo>
                  <a:lnTo>
                    <a:pt x="0" y="113"/>
                  </a:lnTo>
                  <a:lnTo>
                    <a:pt x="226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60"/>
            <p:cNvSpPr/>
            <p:nvPr/>
          </p:nvSpPr>
          <p:spPr>
            <a:xfrm>
              <a:off x="8131792" y="1301644"/>
              <a:ext cx="24439" cy="354907"/>
            </a:xfrm>
            <a:custGeom>
              <a:rect b="b" l="l" r="r" t="t"/>
              <a:pathLst>
                <a:path extrusionOk="0" h="1220" w="84">
                  <a:moveTo>
                    <a:pt x="0" y="0"/>
                  </a:moveTo>
                  <a:lnTo>
                    <a:pt x="0" y="1219"/>
                  </a:lnTo>
                  <a:lnTo>
                    <a:pt x="39" y="1219"/>
                  </a:lnTo>
                  <a:cubicBezTo>
                    <a:pt x="64" y="1219"/>
                    <a:pt x="83" y="1200"/>
                    <a:pt x="83" y="1175"/>
                  </a:cubicBezTo>
                  <a:lnTo>
                    <a:pt x="83" y="44"/>
                  </a:lnTo>
                  <a:cubicBezTo>
                    <a:pt x="83" y="20"/>
                    <a:pt x="64" y="0"/>
                    <a:pt x="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60"/>
            <p:cNvSpPr/>
            <p:nvPr/>
          </p:nvSpPr>
          <p:spPr>
            <a:xfrm>
              <a:off x="5812139" y="1620769"/>
              <a:ext cx="25894" cy="356362"/>
            </a:xfrm>
            <a:custGeom>
              <a:rect b="b" l="l" r="r" t="t"/>
              <a:pathLst>
                <a:path extrusionOk="0" h="1225" w="89">
                  <a:moveTo>
                    <a:pt x="44" y="0"/>
                  </a:moveTo>
                  <a:cubicBezTo>
                    <a:pt x="20" y="0"/>
                    <a:pt x="0" y="20"/>
                    <a:pt x="0" y="49"/>
                  </a:cubicBezTo>
                  <a:lnTo>
                    <a:pt x="0" y="1180"/>
                  </a:lnTo>
                  <a:cubicBezTo>
                    <a:pt x="0" y="1205"/>
                    <a:pt x="20" y="1224"/>
                    <a:pt x="44" y="1224"/>
                  </a:cubicBezTo>
                  <a:lnTo>
                    <a:pt x="88" y="1224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60"/>
            <p:cNvSpPr/>
            <p:nvPr/>
          </p:nvSpPr>
          <p:spPr>
            <a:xfrm>
              <a:off x="5812139" y="1177427"/>
              <a:ext cx="25894" cy="356653"/>
            </a:xfrm>
            <a:custGeom>
              <a:rect b="b" l="l" r="r" t="t"/>
              <a:pathLst>
                <a:path extrusionOk="0" h="1226" w="89">
                  <a:moveTo>
                    <a:pt x="44" y="1"/>
                  </a:moveTo>
                  <a:cubicBezTo>
                    <a:pt x="20" y="1"/>
                    <a:pt x="0" y="21"/>
                    <a:pt x="0" y="45"/>
                  </a:cubicBezTo>
                  <a:lnTo>
                    <a:pt x="0" y="1181"/>
                  </a:lnTo>
                  <a:cubicBezTo>
                    <a:pt x="0" y="1206"/>
                    <a:pt x="20" y="1225"/>
                    <a:pt x="44" y="1225"/>
                  </a:cubicBezTo>
                  <a:lnTo>
                    <a:pt x="88" y="1225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60"/>
            <p:cNvSpPr/>
            <p:nvPr/>
          </p:nvSpPr>
          <p:spPr>
            <a:xfrm>
              <a:off x="5812139" y="859757"/>
              <a:ext cx="25894" cy="111418"/>
            </a:xfrm>
            <a:custGeom>
              <a:rect b="b" l="l" r="r" t="t"/>
              <a:pathLst>
                <a:path extrusionOk="0" h="383" w="89">
                  <a:moveTo>
                    <a:pt x="44" y="1"/>
                  </a:moveTo>
                  <a:cubicBezTo>
                    <a:pt x="20" y="1"/>
                    <a:pt x="0" y="20"/>
                    <a:pt x="0" y="45"/>
                  </a:cubicBezTo>
                  <a:lnTo>
                    <a:pt x="0" y="339"/>
                  </a:lnTo>
                  <a:cubicBezTo>
                    <a:pt x="0" y="363"/>
                    <a:pt x="20" y="383"/>
                    <a:pt x="44" y="383"/>
                  </a:cubicBezTo>
                  <a:lnTo>
                    <a:pt x="88" y="383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60"/>
            <p:cNvSpPr/>
            <p:nvPr/>
          </p:nvSpPr>
          <p:spPr>
            <a:xfrm>
              <a:off x="8064585" y="4496962"/>
              <a:ext cx="67498" cy="34618"/>
            </a:xfrm>
            <a:custGeom>
              <a:rect b="b" l="l" r="r" t="t"/>
              <a:pathLst>
                <a:path extrusionOk="0" h="119" w="232">
                  <a:moveTo>
                    <a:pt x="1" y="1"/>
                  </a:moveTo>
                  <a:lnTo>
                    <a:pt x="1" y="118"/>
                  </a:lnTo>
                  <a:lnTo>
                    <a:pt x="231" y="118"/>
                  </a:lnTo>
                  <a:lnTo>
                    <a:pt x="23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60"/>
            <p:cNvSpPr/>
            <p:nvPr/>
          </p:nvSpPr>
          <p:spPr>
            <a:xfrm>
              <a:off x="5837742" y="4496962"/>
              <a:ext cx="65752" cy="34618"/>
            </a:xfrm>
            <a:custGeom>
              <a:rect b="b" l="l" r="r" t="t"/>
              <a:pathLst>
                <a:path extrusionOk="0" h="119" w="226">
                  <a:moveTo>
                    <a:pt x="0" y="1"/>
                  </a:moveTo>
                  <a:lnTo>
                    <a:pt x="0" y="118"/>
                  </a:lnTo>
                  <a:lnTo>
                    <a:pt x="226" y="11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60"/>
            <p:cNvSpPr/>
            <p:nvPr/>
          </p:nvSpPr>
          <p:spPr>
            <a:xfrm>
              <a:off x="6649976" y="3637490"/>
              <a:ext cx="4598" cy="4470"/>
            </a:xfrm>
            <a:custGeom>
              <a:rect b="b" l="l" r="r" t="t"/>
              <a:pathLst>
                <a:path extrusionOk="0" h="35" w="36">
                  <a:moveTo>
                    <a:pt x="1" y="0"/>
                  </a:moveTo>
                  <a:lnTo>
                    <a:pt x="27" y="34"/>
                  </a:lnTo>
                  <a:lnTo>
                    <a:pt x="35" y="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1" name="Google Shape;851;p60"/>
          <p:cNvSpPr txBox="1"/>
          <p:nvPr>
            <p:ph idx="4294967295" type="body"/>
          </p:nvPr>
        </p:nvSpPr>
        <p:spPr>
          <a:xfrm>
            <a:off x="292600" y="323625"/>
            <a:ext cx="8590800" cy="5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2550" u="sng">
                <a:latin typeface="Permanent Marker"/>
                <a:ea typeface="Permanent Marker"/>
                <a:cs typeface="Permanent Marker"/>
                <a:sym typeface="Permanent Marker"/>
              </a:rPr>
              <a:t>Implementation</a:t>
            </a:r>
            <a:endParaRPr b="1" sz="2550" u="sng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sp>
        <p:nvSpPr>
          <p:cNvPr id="852" name="Google Shape;852;p60"/>
          <p:cNvSpPr txBox="1"/>
          <p:nvPr>
            <p:ph idx="4294967295" type="body"/>
          </p:nvPr>
        </p:nvSpPr>
        <p:spPr>
          <a:xfrm>
            <a:off x="292600" y="780825"/>
            <a:ext cx="8618700" cy="5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" sz="1950" u="sng">
                <a:latin typeface="Permanent Marker"/>
                <a:ea typeface="Permanent Marker"/>
                <a:cs typeface="Permanent Marker"/>
                <a:sym typeface="Permanent Marker"/>
              </a:rPr>
              <a:t>Hardware Description Language (HDL)</a:t>
            </a:r>
            <a:endParaRPr b="1" sz="1950" u="sng">
              <a:latin typeface="Permanent Marker"/>
              <a:ea typeface="Permanent Marker"/>
              <a:cs typeface="Permanent Marker"/>
              <a:sym typeface="Permanent Marker"/>
            </a:endParaRPr>
          </a:p>
        </p:txBody>
      </p:sp>
      <p:pic>
        <p:nvPicPr>
          <p:cNvPr id="853" name="Google Shape;85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625" y="291188"/>
            <a:ext cx="7324725" cy="40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yber-Futuristic AI Technology Thesis Defense by Slidesgo">
  <a:themeElements>
    <a:clrScheme name="Simple Light">
      <a:dk1>
        <a:srgbClr val="031126"/>
      </a:dk1>
      <a:lt1>
        <a:srgbClr val="FFFFFF"/>
      </a:lt1>
      <a:dk2>
        <a:srgbClr val="10355F"/>
      </a:dk2>
      <a:lt2>
        <a:srgbClr val="3B8794"/>
      </a:lt2>
      <a:accent1>
        <a:srgbClr val="51AFDB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hone Interface Infographics by Slidesgo">
  <a:themeElements>
    <a:clrScheme name="Simple Light">
      <a:dk1>
        <a:srgbClr val="000000"/>
      </a:dk1>
      <a:lt1>
        <a:srgbClr val="FDFDFD"/>
      </a:lt1>
      <a:dk2>
        <a:srgbClr val="B3B3B3"/>
      </a:dk2>
      <a:lt2>
        <a:srgbClr val="E4E4E4"/>
      </a:lt2>
      <a:accent1>
        <a:srgbClr val="E2555F"/>
      </a:accent1>
      <a:accent2>
        <a:srgbClr val="2F6CC0"/>
      </a:accent2>
      <a:accent3>
        <a:srgbClr val="A74868"/>
      </a:accent3>
      <a:accent4>
        <a:srgbClr val="1C3F6F"/>
      </a:accent4>
      <a:accent5>
        <a:srgbClr val="C7C3B8"/>
      </a:accent5>
      <a:accent6>
        <a:srgbClr val="FAF7E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