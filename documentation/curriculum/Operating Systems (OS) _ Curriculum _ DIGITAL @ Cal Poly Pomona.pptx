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4" r:id="rId4"/>
    <p:sldMasterId id="214748369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Lst>
  <p:sldSz cy="5143500" cx="9144000"/>
  <p:notesSz cx="6858000" cy="9144000"/>
  <p:embeddedFontLst>
    <p:embeddedFont>
      <p:font typeface="Quantico"/>
      <p:regular r:id="rId154"/>
      <p:bold r:id="rId155"/>
      <p:italic r:id="rId156"/>
      <p:boldItalic r:id="rId157"/>
    </p:embeddedFont>
    <p:embeddedFont>
      <p:font typeface="Source Code Pro"/>
      <p:regular r:id="rId158"/>
      <p:bold r:id="rId159"/>
      <p:italic r:id="rId160"/>
      <p:boldItalic r:id="rId161"/>
    </p:embeddedFont>
    <p:embeddedFont>
      <p:font typeface="Denk One"/>
      <p:regular r:id="rId162"/>
    </p:embeddedFont>
    <p:embeddedFont>
      <p:font typeface="PT Sans"/>
      <p:regular r:id="rId163"/>
      <p:bold r:id="rId164"/>
      <p:italic r:id="rId165"/>
      <p:boldItalic r:id="rId166"/>
    </p:embeddedFont>
    <p:embeddedFont>
      <p:font typeface="Fira Sans Extra Condensed"/>
      <p:regular r:id="rId167"/>
      <p:bold r:id="rId168"/>
      <p:italic r:id="rId169"/>
      <p:boldItalic r:id="rId170"/>
    </p:embeddedFont>
    <p:embeddedFont>
      <p:font typeface="Share Tech"/>
      <p:regular r:id="rId1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Angelo Duena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2.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171" Type="http://schemas.openxmlformats.org/officeDocument/2006/relationships/font" Target="fonts/ShareTech-regular.fntdata"/><Relationship Id="rId68" Type="http://schemas.openxmlformats.org/officeDocument/2006/relationships/slide" Target="slides/slide62.xml"/><Relationship Id="rId170" Type="http://schemas.openxmlformats.org/officeDocument/2006/relationships/font" Target="fonts/FiraSansExtraCondensed-boldItalic.fntdata"/><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font" Target="fonts/PTSans-italic.fntdata"/><Relationship Id="rId69" Type="http://schemas.openxmlformats.org/officeDocument/2006/relationships/slide" Target="slides/slide63.xml"/><Relationship Id="rId164" Type="http://schemas.openxmlformats.org/officeDocument/2006/relationships/font" Target="fonts/PTSans-bold.fntdata"/><Relationship Id="rId163" Type="http://schemas.openxmlformats.org/officeDocument/2006/relationships/font" Target="fonts/PTSans-regular.fntdata"/><Relationship Id="rId162" Type="http://schemas.openxmlformats.org/officeDocument/2006/relationships/font" Target="fonts/DenkOne-regular.fntdata"/><Relationship Id="rId169" Type="http://schemas.openxmlformats.org/officeDocument/2006/relationships/font" Target="fonts/FiraSansExtraCondensed-italic.fntdata"/><Relationship Id="rId168" Type="http://schemas.openxmlformats.org/officeDocument/2006/relationships/font" Target="fonts/FiraSansExtraCondensed-bold.fntdata"/><Relationship Id="rId167" Type="http://schemas.openxmlformats.org/officeDocument/2006/relationships/font" Target="fonts/FiraSansExtraCondensed-regular.fntdata"/><Relationship Id="rId166" Type="http://schemas.openxmlformats.org/officeDocument/2006/relationships/font" Target="fonts/PTSans-boldItalic.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font" Target="fonts/SourceCodePro-boldItalic.fntdata"/><Relationship Id="rId54" Type="http://schemas.openxmlformats.org/officeDocument/2006/relationships/slide" Target="slides/slide48.xml"/><Relationship Id="rId160" Type="http://schemas.openxmlformats.org/officeDocument/2006/relationships/font" Target="fonts/SourceCodePro-italic.fntdata"/><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font" Target="fonts/SourceCodePro-bold.fntdata"/><Relationship Id="rId59" Type="http://schemas.openxmlformats.org/officeDocument/2006/relationships/slide" Target="slides/slide53.xml"/><Relationship Id="rId154" Type="http://schemas.openxmlformats.org/officeDocument/2006/relationships/font" Target="fonts/Quantico-regular.fntdata"/><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font" Target="fonts/SourceCodePro-regular.fntdata"/><Relationship Id="rId157" Type="http://schemas.openxmlformats.org/officeDocument/2006/relationships/font" Target="fonts/Quantico-boldItalic.fntdata"/><Relationship Id="rId156" Type="http://schemas.openxmlformats.org/officeDocument/2006/relationships/font" Target="fonts/Quantico-italic.fntdata"/><Relationship Id="rId155" Type="http://schemas.openxmlformats.org/officeDocument/2006/relationships/font" Target="fonts/Quantico-bold.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8-26T19:05:42.815">
    <p:pos x="6000" y="0"/>
    <p:text>needs more information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8-26T19:05:10.549">
    <p:pos x="6000" y="0"/>
    <p:text>needs more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8-26T22:54:08.122">
    <p:pos x="6000" y="0"/>
    <p:text>add more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8-26T22:55:33.014">
    <p:pos x="6000" y="0"/>
    <p:text>needs image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08-26T22:56:39.562">
    <p:pos x="6000" y="0"/>
    <p:text>use images</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08-26T22:57:42.670">
    <p:pos x="6000" y="0"/>
    <p:text>WIP</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749127f91e_0_1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749127f91e_0_1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76830b454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76830b454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74ad6651c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74ad6651c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749127f91e_0_2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749127f91e_0_2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749127f91e_0_2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749127f91e_0_2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74ad6651c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74ad6651c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74ad6651c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74ad6651c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74ad6651c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74ad6651c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749127f91e_0_2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749127f91e_0_2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74ad6651cc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74ad6651cc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74ad6651c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74ad6651c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74ad6651c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74ad6651c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74ad6651c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74ad6651c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74ad6651cc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74ad6651cc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74ad6651cc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74ad6651cc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74ad6651cc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74ad6651cc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74ad6651cc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74ad6651cc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749127f91e_0_2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749127f91e_0_2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74ad6651cc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74ad6651cc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74ad6651cc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74ad6651cc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74ad6651cc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74ad6651cc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74ad6651c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374ad6651c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74ad6651cc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74ad6651cc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74ad6651cc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74ad6651cc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749127f91e_0_2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749127f91e_0_2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74ad6651cc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74ad6651cc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74ad6651cc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74ad6651cc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74ad6651cc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374ad6651cc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749127f91e_0_2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749127f91e_0_2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749127f91e_0_2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3749127f91e_0_2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74ad6651cc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74ad6651cc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74ad6651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74ad6651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74ad6651cc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74ad6651cc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74ad6651cc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74ad6651cc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74ad6651cc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374ad6651cc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74ad6651cc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74ad6651cc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74ad6651c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374ad6651c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74ad6651cc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74ad6651cc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74ad6651cc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74ad6651cc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74ad6651cc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74ad6651cc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74ad6651cc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374ad6651cc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74ad6651cc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74ad6651cc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74ad6651cc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374ad6651cc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74ad6651c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374ad6651c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74ad6651cc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74ad6651cc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74ad6651cc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374ad6651cc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74ad6651cc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74ad6651cc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74ad6651cc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374ad6651cc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74ad6651cc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374ad6651cc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74ad6651cc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374ad6651cc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74ad6651cc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374ad6651cc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74ad6651cc_1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74ad6651cc_1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74ad6651cc_1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374ad6651cc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74ad6651cc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374ad6651cc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74ad6651cc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74ad6651cc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74ad6651cc_1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74ad6651cc_1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74ad6651cc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374ad6651cc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74ad6651cc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74ad6651cc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374ad6651cc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374ad6651cc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74ad6651cc_1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374ad6651cc_1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74ad6651cc_1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374ad6651cc_1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74ad6651cc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74ad6651cc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74ad6651cc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74ad6651cc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374ad6651cc_1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7" name="Google Shape;1067;g374ad6651cc_1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374ad6651cc_1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7" name="Google Shape;1087;g374ad6651cc_1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74ad6651cc_1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374ad6651cc_1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74ad6651cc_1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374ad6651cc_1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74ad6651cc_1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74ad6651cc_1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74ad6651cc_1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374ad6651cc_1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74ad6651cc_1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374ad6651cc_1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g374ad6651cc_1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6" name="Google Shape;1156;g374ad6651cc_1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374ad6651cc_1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374ad6651cc_1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374ad6651cc_1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374ad6651cc_1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74ad6651cc_1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374ad6651cc_1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74ad6651cc_1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74ad6651cc_1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g374ad6651cc_1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9" name="Google Shape;1209;g374ad6651cc_1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74ad6651cc_1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74ad6651cc_1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74ad6651cc_1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374ad6651cc_1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74ad6651cc_1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374ad6651cc_1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g374ad6651cc_1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4" name="Google Shape;1254;g374ad6651cc_1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374ad6651cc_1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374ad6651cc_1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74ad6651cc_1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1" name="Google Shape;1281;g374ad6651cc_1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g374ad6651cc_1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4" name="Google Shape;1294;g374ad6651cc_1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g374ad6651cc_1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6" name="Google Shape;1306;g374ad6651cc_1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374ad6651cc_1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374ad6651cc_1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74ad6651cc_1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374ad6651cc_1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74ad6651cc_1_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374ad6651cc_1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374ad6651cc_1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4" name="Google Shape;1334;g374ad6651cc_1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374ad6651cc_1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1" name="Google Shape;1341;g374ad6651cc_1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374ad6651cc_1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7" name="Google Shape;1347;g374ad6651cc_1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74ad6651cc_1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374ad6651cc_1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374ad6651cc_1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374ad6651cc_1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g374ad6651cc_1_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3" name="Google Shape;1383;g374ad6651cc_1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g37869f452d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1" name="Google Shape;1391;g37869f452d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37869f452d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37869f452d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374ad6651cc_1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374ad6651cc_1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374ad6651cc_1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374ad6651cc_1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37869f452d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37869f452d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7869f452d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37869f452d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374ad6651cc_1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374ad6651cc_1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7869f452df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0" name="Google Shape;1480;g37869f452df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374ad6651cc_1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6" name="Google Shape;1486;g374ad6651cc_1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g374ad6651cc_1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2" name="Google Shape;1502;g374ad6651cc_1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g374ad6651cc_1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1" name="Google Shape;1521;g374ad6651cc_1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g37869f452d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7" name="Google Shape;1527;g37869f452d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g37869f452d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4" name="Google Shape;1534;g37869f452d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0" name="Shape 1540"/>
        <p:cNvGrpSpPr/>
        <p:nvPr/>
      </p:nvGrpSpPr>
      <p:grpSpPr>
        <a:xfrm>
          <a:off x="0" y="0"/>
          <a:ext cx="0" cy="0"/>
          <a:chOff x="0" y="0"/>
          <a:chExt cx="0" cy="0"/>
        </a:xfrm>
      </p:grpSpPr>
      <p:sp>
        <p:nvSpPr>
          <p:cNvPr id="1541" name="Google Shape;1541;g37869f452df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2" name="Google Shape;1542;g37869f452df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0" name="Shape 1560"/>
        <p:cNvGrpSpPr/>
        <p:nvPr/>
      </p:nvGrpSpPr>
      <p:grpSpPr>
        <a:xfrm>
          <a:off x="0" y="0"/>
          <a:ext cx="0" cy="0"/>
          <a:chOff x="0" y="0"/>
          <a:chExt cx="0" cy="0"/>
        </a:xfrm>
      </p:grpSpPr>
      <p:sp>
        <p:nvSpPr>
          <p:cNvPr id="1561" name="Google Shape;1561;g374fb6720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2" name="Google Shape;1562;g374fb6720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g374fb67208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3" name="Google Shape;1573;g374fb67208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374fb67208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374fb67208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g374fb67208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3" name="Google Shape;1593;g374fb67208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374fb67208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374fb67208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7" name="Shape 1617"/>
        <p:cNvGrpSpPr/>
        <p:nvPr/>
      </p:nvGrpSpPr>
      <p:grpSpPr>
        <a:xfrm>
          <a:off x="0" y="0"/>
          <a:ext cx="0" cy="0"/>
          <a:chOff x="0" y="0"/>
          <a:chExt cx="0" cy="0"/>
        </a:xfrm>
      </p:grpSpPr>
      <p:sp>
        <p:nvSpPr>
          <p:cNvPr id="1618" name="Google Shape;1618;g374fb67208b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9" name="Google Shape;1619;g374fb67208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g374fb67208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5" name="Google Shape;1625;g374fb67208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g374fb67208b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5" name="Google Shape;1645;g374fb67208b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1" name="Shape 1651"/>
        <p:cNvGrpSpPr/>
        <p:nvPr/>
      </p:nvGrpSpPr>
      <p:grpSpPr>
        <a:xfrm>
          <a:off x="0" y="0"/>
          <a:ext cx="0" cy="0"/>
          <a:chOff x="0" y="0"/>
          <a:chExt cx="0" cy="0"/>
        </a:xfrm>
      </p:grpSpPr>
      <p:sp>
        <p:nvSpPr>
          <p:cNvPr id="1652" name="Google Shape;1652;g374fb67208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3" name="Google Shape;1653;g374fb67208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3" name="Shape 1663"/>
        <p:cNvGrpSpPr/>
        <p:nvPr/>
      </p:nvGrpSpPr>
      <p:grpSpPr>
        <a:xfrm>
          <a:off x="0" y="0"/>
          <a:ext cx="0" cy="0"/>
          <a:chOff x="0" y="0"/>
          <a:chExt cx="0" cy="0"/>
        </a:xfrm>
      </p:grpSpPr>
      <p:sp>
        <p:nvSpPr>
          <p:cNvPr id="1664" name="Google Shape;1664;g374fb67208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5" name="Google Shape;1665;g374fb67208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37670b2ca6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5" name="Google Shape;1675;g37670b2ca6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g37670b2ca6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3" name="Google Shape;1683;g37670b2ca6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1" name="Shape 1701"/>
        <p:cNvGrpSpPr/>
        <p:nvPr/>
      </p:nvGrpSpPr>
      <p:grpSpPr>
        <a:xfrm>
          <a:off x="0" y="0"/>
          <a:ext cx="0" cy="0"/>
          <a:chOff x="0" y="0"/>
          <a:chExt cx="0" cy="0"/>
        </a:xfrm>
      </p:grpSpPr>
      <p:sp>
        <p:nvSpPr>
          <p:cNvPr id="1702" name="Google Shape;1702;g37670b2ca6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3" name="Google Shape;1703;g37670b2ca6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g37670b2ca6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9" name="Google Shape;1709;g37670b2ca6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g37670b2ca6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8" name="Google Shape;1718;g37670b2ca6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37670b2ca6b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6" name="Google Shape;1726;g37670b2ca6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37670b2ca6b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4" name="Google Shape;1734;g37670b2ca6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g37670b2ca6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1" name="Google Shape;1741;g37670b2ca6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6" name="Shape 1746"/>
        <p:cNvGrpSpPr/>
        <p:nvPr/>
      </p:nvGrpSpPr>
      <p:grpSpPr>
        <a:xfrm>
          <a:off x="0" y="0"/>
          <a:ext cx="0" cy="0"/>
          <a:chOff x="0" y="0"/>
          <a:chExt cx="0" cy="0"/>
        </a:xfrm>
      </p:grpSpPr>
      <p:sp>
        <p:nvSpPr>
          <p:cNvPr id="1747" name="Google Shape;1747;g37b548855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8" name="Google Shape;1748;g37b548855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6" name="Shape 1766"/>
        <p:cNvGrpSpPr/>
        <p:nvPr/>
      </p:nvGrpSpPr>
      <p:grpSpPr>
        <a:xfrm>
          <a:off x="0" y="0"/>
          <a:ext cx="0" cy="0"/>
          <a:chOff x="0" y="0"/>
          <a:chExt cx="0" cy="0"/>
        </a:xfrm>
      </p:grpSpPr>
      <p:sp>
        <p:nvSpPr>
          <p:cNvPr id="1767" name="Google Shape;1767;g37b54885523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8" name="Google Shape;1768;g37b5488552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g3767f16024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6" name="Google Shape;1776;g3767f16024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g3767f16024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4" name="Google Shape;1784;g3767f16024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g3767f16024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4" name="Google Shape;1804;g3767f16024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g376830b454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2" name="Google Shape;1812;g376830b454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g376830b454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g376830b454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6" name="Shape 1836"/>
        <p:cNvGrpSpPr/>
        <p:nvPr/>
      </p:nvGrpSpPr>
      <p:grpSpPr>
        <a:xfrm>
          <a:off x="0" y="0"/>
          <a:ext cx="0" cy="0"/>
          <a:chOff x="0" y="0"/>
          <a:chExt cx="0" cy="0"/>
        </a:xfrm>
      </p:grpSpPr>
      <p:sp>
        <p:nvSpPr>
          <p:cNvPr id="1837" name="Google Shape;1837;g376830b454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8" name="Google Shape;1838;g376830b454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g376830b4541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4" name="Google Shape;1844;g376830b4541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g376830b4541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0" name="Google Shape;1850;g376830b4541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5" name="Shape 1855"/>
        <p:cNvGrpSpPr/>
        <p:nvPr/>
      </p:nvGrpSpPr>
      <p:grpSpPr>
        <a:xfrm>
          <a:off x="0" y="0"/>
          <a:ext cx="0" cy="0"/>
          <a:chOff x="0" y="0"/>
          <a:chExt cx="0" cy="0"/>
        </a:xfrm>
      </p:grpSpPr>
      <p:sp>
        <p:nvSpPr>
          <p:cNvPr id="1856" name="Google Shape;1856;g376830b454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7" name="Google Shape;1857;g376830b454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g376830b454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7" name="Google Shape;1877;g376830b454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3" name="Shape 1883"/>
        <p:cNvGrpSpPr/>
        <p:nvPr/>
      </p:nvGrpSpPr>
      <p:grpSpPr>
        <a:xfrm>
          <a:off x="0" y="0"/>
          <a:ext cx="0" cy="0"/>
          <a:chOff x="0" y="0"/>
          <a:chExt cx="0" cy="0"/>
        </a:xfrm>
      </p:grpSpPr>
      <p:sp>
        <p:nvSpPr>
          <p:cNvPr id="1884" name="Google Shape;1884;g376830b454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5" name="Google Shape;1885;g376830b454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3" name="Shape 1903"/>
        <p:cNvGrpSpPr/>
        <p:nvPr/>
      </p:nvGrpSpPr>
      <p:grpSpPr>
        <a:xfrm>
          <a:off x="0" y="0"/>
          <a:ext cx="0" cy="0"/>
          <a:chOff x="0" y="0"/>
          <a:chExt cx="0" cy="0"/>
        </a:xfrm>
      </p:grpSpPr>
      <p:sp>
        <p:nvSpPr>
          <p:cNvPr id="1904" name="Google Shape;1904;g376830b4541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5" name="Google Shape;1905;g376830b4541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0" name="Shape 1910"/>
        <p:cNvGrpSpPr/>
        <p:nvPr/>
      </p:nvGrpSpPr>
      <p:grpSpPr>
        <a:xfrm>
          <a:off x="0" y="0"/>
          <a:ext cx="0" cy="0"/>
          <a:chOff x="0" y="0"/>
          <a:chExt cx="0" cy="0"/>
        </a:xfrm>
      </p:grpSpPr>
      <p:sp>
        <p:nvSpPr>
          <p:cNvPr id="1911" name="Google Shape;1911;g376830b4541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2" name="Google Shape;1912;g376830b4541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g374ad6651cc_1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8" name="Google Shape;1918;g374ad6651cc_1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2" name="Shape 1932"/>
        <p:cNvGrpSpPr/>
        <p:nvPr/>
      </p:nvGrpSpPr>
      <p:grpSpPr>
        <a:xfrm>
          <a:off x="0" y="0"/>
          <a:ext cx="0" cy="0"/>
          <a:chOff x="0" y="0"/>
          <a:chExt cx="0" cy="0"/>
        </a:xfrm>
      </p:grpSpPr>
      <p:sp>
        <p:nvSpPr>
          <p:cNvPr id="1933" name="Google Shape;1933;g394c0ba12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4" name="Google Shape;1934;g394c0ba12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g394c0ba126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4" name="Google Shape;1954;g394c0ba126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g394c0ba126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0" name="Google Shape;1960;g394c0ba126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4" name="Shape 1964"/>
        <p:cNvGrpSpPr/>
        <p:nvPr/>
      </p:nvGrpSpPr>
      <p:grpSpPr>
        <a:xfrm>
          <a:off x="0" y="0"/>
          <a:ext cx="0" cy="0"/>
          <a:chOff x="0" y="0"/>
          <a:chExt cx="0" cy="0"/>
        </a:xfrm>
      </p:grpSpPr>
      <p:sp>
        <p:nvSpPr>
          <p:cNvPr id="1965" name="Google Shape;1965;g394c0ba126c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6" name="Google Shape;1966;g394c0ba126c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0" name="Shape 1970"/>
        <p:cNvGrpSpPr/>
        <p:nvPr/>
      </p:nvGrpSpPr>
      <p:grpSpPr>
        <a:xfrm>
          <a:off x="0" y="0"/>
          <a:ext cx="0" cy="0"/>
          <a:chOff x="0" y="0"/>
          <a:chExt cx="0" cy="0"/>
        </a:xfrm>
      </p:grpSpPr>
      <p:sp>
        <p:nvSpPr>
          <p:cNvPr id="1971" name="Google Shape;1971;g382a7351d6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2" name="Google Shape;1972;g382a7351d6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3" name="Shape 1983"/>
        <p:cNvGrpSpPr/>
        <p:nvPr/>
      </p:nvGrpSpPr>
      <p:grpSpPr>
        <a:xfrm>
          <a:off x="0" y="0"/>
          <a:ext cx="0" cy="0"/>
          <a:chOff x="0" y="0"/>
          <a:chExt cx="0" cy="0"/>
        </a:xfrm>
      </p:grpSpPr>
      <p:sp>
        <p:nvSpPr>
          <p:cNvPr id="1984" name="Google Shape;1984;g382a7351d6d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5" name="Google Shape;1985;g382a7351d6d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789400" y="1309975"/>
            <a:ext cx="4148400" cy="16779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5200"/>
              <a:buNone/>
              <a:defRPr sz="36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5169200" y="3772200"/>
            <a:ext cx="3043800" cy="528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sz="15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 name="Google Shape;11;p2"/>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12" name="Google Shape;12;p2"/>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1045150" y="1866000"/>
            <a:ext cx="3943500" cy="8256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hasCustomPrompt="1" idx="2" type="title"/>
          </p:nvPr>
        </p:nvSpPr>
        <p:spPr>
          <a:xfrm>
            <a:off x="5590076" y="1551675"/>
            <a:ext cx="2225100" cy="1511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0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7" name="Google Shape;17;p3"/>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18" name="Google Shape;18;p3"/>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grpSp>
        <p:nvGrpSpPr>
          <p:cNvPr id="21" name="Google Shape;21;p4"/>
          <p:cNvGrpSpPr/>
          <p:nvPr/>
        </p:nvGrpSpPr>
        <p:grpSpPr>
          <a:xfrm>
            <a:off x="396500" y="170424"/>
            <a:ext cx="8360126" cy="4398447"/>
            <a:chOff x="1054783" y="1029605"/>
            <a:chExt cx="7587010" cy="3902100"/>
          </a:xfrm>
        </p:grpSpPr>
        <p:sp>
          <p:nvSpPr>
            <p:cNvPr id="22" name="Google Shape;22;p4"/>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 name="Google Shape;24;p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5" name="Google Shape;25;p4"/>
          <p:cNvSpPr txBox="1"/>
          <p:nvPr>
            <p:ph idx="1" type="body"/>
          </p:nvPr>
        </p:nvSpPr>
        <p:spPr>
          <a:xfrm>
            <a:off x="720000" y="1238200"/>
            <a:ext cx="7704000" cy="381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AutoNum type="arabicPeriod"/>
              <a:defRPr/>
            </a:lvl1pPr>
            <a:lvl2pPr indent="-304800" lvl="1" marL="914400">
              <a:spcBef>
                <a:spcPts val="0"/>
              </a:spcBef>
              <a:spcAft>
                <a:spcPts val="0"/>
              </a:spcAft>
              <a:buSzPts val="1200"/>
              <a:buAutoNum type="alphaLcPeriod"/>
              <a:defRPr/>
            </a:lvl2pPr>
            <a:lvl3pPr indent="-304800" lvl="2" marL="1371600">
              <a:spcBef>
                <a:spcPts val="0"/>
              </a:spcBef>
              <a:spcAft>
                <a:spcPts val="0"/>
              </a:spcAft>
              <a:buSzPts val="1200"/>
              <a:buAutoNum type="romanLcPeriod"/>
              <a:defRPr/>
            </a:lvl3pPr>
            <a:lvl4pPr indent="-304800" lvl="3" marL="1828800">
              <a:spcBef>
                <a:spcPts val="0"/>
              </a:spcBef>
              <a:spcAft>
                <a:spcPts val="0"/>
              </a:spcAft>
              <a:buSzPts val="1200"/>
              <a:buAutoNum type="arabicPeriod"/>
              <a:defRPr/>
            </a:lvl4pPr>
            <a:lvl5pPr indent="-304800" lvl="4" marL="2286000">
              <a:spcBef>
                <a:spcPts val="0"/>
              </a:spcBef>
              <a:spcAft>
                <a:spcPts val="0"/>
              </a:spcAft>
              <a:buSzPts val="1200"/>
              <a:buAutoNum type="alphaLcPeriod"/>
              <a:defRPr/>
            </a:lvl5pPr>
            <a:lvl6pPr indent="-304800" lvl="5" marL="2743200">
              <a:spcBef>
                <a:spcPts val="0"/>
              </a:spcBef>
              <a:spcAft>
                <a:spcPts val="0"/>
              </a:spcAft>
              <a:buSzPts val="1200"/>
              <a:buAutoNum type="romanLcPeriod"/>
              <a:defRPr/>
            </a:lvl6pPr>
            <a:lvl7pPr indent="-304800" lvl="6" marL="3200400">
              <a:spcBef>
                <a:spcPts val="0"/>
              </a:spcBef>
              <a:spcAft>
                <a:spcPts val="0"/>
              </a:spcAft>
              <a:buSzPts val="1200"/>
              <a:buAutoNum type="arabicPeriod"/>
              <a:defRPr/>
            </a:lvl7pPr>
            <a:lvl8pPr indent="-304800" lvl="7" marL="3657600">
              <a:spcBef>
                <a:spcPts val="0"/>
              </a:spcBef>
              <a:spcAft>
                <a:spcPts val="0"/>
              </a:spcAft>
              <a:buSzPts val="1200"/>
              <a:buAutoNum type="alphaLcPeriod"/>
              <a:defRPr/>
            </a:lvl8pPr>
            <a:lvl9pPr indent="-304800" lvl="8" marL="4114800">
              <a:spcBef>
                <a:spcPts val="0"/>
              </a:spcBef>
              <a:spcAft>
                <a:spcPts val="0"/>
              </a:spcAft>
              <a:buSzPts val="1200"/>
              <a:buAutoNum type="romanLcPeriod"/>
              <a:defRPr/>
            </a:lvl9pPr>
          </a:lstStyle>
          <a:p/>
        </p:txBody>
      </p:sp>
      <p:sp>
        <p:nvSpPr>
          <p:cNvPr id="26" name="Google Shape;26;p4"/>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grpSp>
        <p:nvGrpSpPr>
          <p:cNvPr id="28" name="Google Shape;28;p5"/>
          <p:cNvGrpSpPr/>
          <p:nvPr/>
        </p:nvGrpSpPr>
        <p:grpSpPr>
          <a:xfrm>
            <a:off x="396500" y="170424"/>
            <a:ext cx="8360126" cy="4398447"/>
            <a:chOff x="1054783" y="1029605"/>
            <a:chExt cx="7587010" cy="3902100"/>
          </a:xfrm>
        </p:grpSpPr>
        <p:sp>
          <p:nvSpPr>
            <p:cNvPr id="29" name="Google Shape;29;p5"/>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 name="Google Shape;31;p5"/>
          <p:cNvSpPr txBox="1"/>
          <p:nvPr>
            <p:ph idx="1" type="subTitle"/>
          </p:nvPr>
        </p:nvSpPr>
        <p:spPr>
          <a:xfrm>
            <a:off x="807625" y="2775700"/>
            <a:ext cx="3415800" cy="149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2" name="Google Shape;32;p5"/>
          <p:cNvSpPr txBox="1"/>
          <p:nvPr>
            <p:ph idx="2" type="subTitle"/>
          </p:nvPr>
        </p:nvSpPr>
        <p:spPr>
          <a:xfrm>
            <a:off x="4922022" y="2775700"/>
            <a:ext cx="3415800" cy="1490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33" name="Google Shape;33;p5"/>
          <p:cNvSpPr txBox="1"/>
          <p:nvPr>
            <p:ph idx="3" type="subTitle"/>
          </p:nvPr>
        </p:nvSpPr>
        <p:spPr>
          <a:xfrm>
            <a:off x="807630" y="2403350"/>
            <a:ext cx="3415800" cy="42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000"/>
              <a:buFont typeface="Arial"/>
              <a:buNone/>
              <a:defRPr sz="2200">
                <a:latin typeface="Quantico"/>
                <a:ea typeface="Quantico"/>
                <a:cs typeface="Quantico"/>
                <a:sym typeface="Quantico"/>
              </a:defRPr>
            </a:lvl1pPr>
            <a:lvl2pPr lvl="1"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2pPr>
            <a:lvl3pPr lvl="2"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3pPr>
            <a:lvl4pPr lvl="3"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4pPr>
            <a:lvl5pPr lvl="4"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5pPr>
            <a:lvl6pPr lvl="5"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6pPr>
            <a:lvl7pPr lvl="6"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7pPr>
            <a:lvl8pPr lvl="7"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8pPr>
            <a:lvl9pPr lvl="8"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9pPr>
          </a:lstStyle>
          <a:p/>
        </p:txBody>
      </p:sp>
      <p:sp>
        <p:nvSpPr>
          <p:cNvPr id="34" name="Google Shape;34;p5"/>
          <p:cNvSpPr txBox="1"/>
          <p:nvPr>
            <p:ph idx="4" type="subTitle"/>
          </p:nvPr>
        </p:nvSpPr>
        <p:spPr>
          <a:xfrm>
            <a:off x="4922022" y="2403350"/>
            <a:ext cx="3415800" cy="42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000"/>
              <a:buFont typeface="Arial"/>
              <a:buNone/>
              <a:defRPr sz="2200">
                <a:latin typeface="Quantico"/>
                <a:ea typeface="Quantico"/>
                <a:cs typeface="Quantico"/>
                <a:sym typeface="Quantico"/>
              </a:defRPr>
            </a:lvl1pPr>
            <a:lvl2pPr lvl="1"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2pPr>
            <a:lvl3pPr lvl="2"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3pPr>
            <a:lvl4pPr lvl="3"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4pPr>
            <a:lvl5pPr lvl="4"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5pPr>
            <a:lvl6pPr lvl="5"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6pPr>
            <a:lvl7pPr lvl="6"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7pPr>
            <a:lvl8pPr lvl="7"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8pPr>
            <a:lvl9pPr lvl="8" rtl="0"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9pPr>
          </a:lstStyle>
          <a:p/>
        </p:txBody>
      </p:sp>
      <p:sp>
        <p:nvSpPr>
          <p:cNvPr id="35" name="Google Shape;35;p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36" name="Google Shape;36;p5"/>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grpSp>
        <p:nvGrpSpPr>
          <p:cNvPr id="38" name="Google Shape;38;p6"/>
          <p:cNvGrpSpPr/>
          <p:nvPr/>
        </p:nvGrpSpPr>
        <p:grpSpPr>
          <a:xfrm>
            <a:off x="396500" y="170424"/>
            <a:ext cx="8360126" cy="4398447"/>
            <a:chOff x="1054783" y="1029605"/>
            <a:chExt cx="7587010" cy="3902100"/>
          </a:xfrm>
        </p:grpSpPr>
        <p:sp>
          <p:nvSpPr>
            <p:cNvPr id="39" name="Google Shape;39;p6"/>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 name="Google Shape;41;p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2" name="Google Shape;42;p6"/>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grpSp>
        <p:nvGrpSpPr>
          <p:cNvPr id="44" name="Google Shape;44;p7"/>
          <p:cNvGrpSpPr/>
          <p:nvPr/>
        </p:nvGrpSpPr>
        <p:grpSpPr>
          <a:xfrm>
            <a:off x="396500" y="170424"/>
            <a:ext cx="8360126" cy="4398447"/>
            <a:chOff x="1054783" y="1029605"/>
            <a:chExt cx="7587010" cy="3902100"/>
          </a:xfrm>
        </p:grpSpPr>
        <p:sp>
          <p:nvSpPr>
            <p:cNvPr id="45" name="Google Shape;45;p7"/>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7"/>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7"/>
          <p:cNvSpPr txBox="1"/>
          <p:nvPr>
            <p:ph type="title"/>
          </p:nvPr>
        </p:nvSpPr>
        <p:spPr>
          <a:xfrm>
            <a:off x="720000" y="475500"/>
            <a:ext cx="7704000" cy="557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sz="32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8" name="Google Shape;48;p7"/>
          <p:cNvSpPr txBox="1"/>
          <p:nvPr>
            <p:ph idx="1" type="body"/>
          </p:nvPr>
        </p:nvSpPr>
        <p:spPr>
          <a:xfrm>
            <a:off x="720000" y="1244275"/>
            <a:ext cx="3692400" cy="2955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accent4"/>
              </a:buClr>
              <a:buSzPts val="1200"/>
              <a:buAutoNum type="arabicPeriod"/>
              <a:defRPr/>
            </a:lvl1pPr>
            <a:lvl2pPr indent="-304800" lvl="1" marL="914400" rtl="0">
              <a:spcBef>
                <a:spcPts val="0"/>
              </a:spcBef>
              <a:spcAft>
                <a:spcPts val="0"/>
              </a:spcAft>
              <a:buClr>
                <a:srgbClr val="E76A28"/>
              </a:buClr>
              <a:buSzPts val="1200"/>
              <a:buFont typeface="Nunito Light"/>
              <a:buAutoNum type="alphaLcPeriod"/>
              <a:defRPr/>
            </a:lvl2pPr>
            <a:lvl3pPr indent="-304800" lvl="2" marL="1371600" rtl="0">
              <a:spcBef>
                <a:spcPts val="0"/>
              </a:spcBef>
              <a:spcAft>
                <a:spcPts val="0"/>
              </a:spcAft>
              <a:buClr>
                <a:srgbClr val="E76A28"/>
              </a:buClr>
              <a:buSzPts val="1200"/>
              <a:buFont typeface="Nunito Light"/>
              <a:buAutoNum type="romanLcPeriod"/>
              <a:defRPr sz="1300"/>
            </a:lvl3pPr>
            <a:lvl4pPr indent="-304800" lvl="3" marL="1828800" rtl="0">
              <a:spcBef>
                <a:spcPts val="0"/>
              </a:spcBef>
              <a:spcAft>
                <a:spcPts val="0"/>
              </a:spcAft>
              <a:buClr>
                <a:srgbClr val="E76A28"/>
              </a:buClr>
              <a:buSzPts val="1200"/>
              <a:buFont typeface="Nunito Light"/>
              <a:buAutoNum type="arabicPeriod"/>
              <a:defRPr sz="1300"/>
            </a:lvl4pPr>
            <a:lvl5pPr indent="-304800" lvl="4" marL="2286000" rtl="0">
              <a:spcBef>
                <a:spcPts val="0"/>
              </a:spcBef>
              <a:spcAft>
                <a:spcPts val="0"/>
              </a:spcAft>
              <a:buClr>
                <a:srgbClr val="E76A28"/>
              </a:buClr>
              <a:buSzPts val="1200"/>
              <a:buFont typeface="Nunito Light"/>
              <a:buAutoNum type="alphaLcPeriod"/>
              <a:defRPr sz="1300"/>
            </a:lvl5pPr>
            <a:lvl6pPr indent="-304800" lvl="5" marL="2743200" rtl="0">
              <a:spcBef>
                <a:spcPts val="0"/>
              </a:spcBef>
              <a:spcAft>
                <a:spcPts val="0"/>
              </a:spcAft>
              <a:buClr>
                <a:srgbClr val="999999"/>
              </a:buClr>
              <a:buSzPts val="1200"/>
              <a:buFont typeface="Nunito Light"/>
              <a:buAutoNum type="romanLcPeriod"/>
              <a:defRPr sz="1300"/>
            </a:lvl6pPr>
            <a:lvl7pPr indent="-304800" lvl="6" marL="3200400" rtl="0">
              <a:spcBef>
                <a:spcPts val="0"/>
              </a:spcBef>
              <a:spcAft>
                <a:spcPts val="0"/>
              </a:spcAft>
              <a:buClr>
                <a:srgbClr val="999999"/>
              </a:buClr>
              <a:buSzPts val="1200"/>
              <a:buFont typeface="Nunito Light"/>
              <a:buAutoNum type="arabicPeriod"/>
              <a:defRPr sz="1300"/>
            </a:lvl7pPr>
            <a:lvl8pPr indent="-304800" lvl="7" marL="3657600" rtl="0">
              <a:spcBef>
                <a:spcPts val="0"/>
              </a:spcBef>
              <a:spcAft>
                <a:spcPts val="0"/>
              </a:spcAft>
              <a:buClr>
                <a:srgbClr val="999999"/>
              </a:buClr>
              <a:buSzPts val="1200"/>
              <a:buFont typeface="Nunito Light"/>
              <a:buAutoNum type="alphaLcPeriod"/>
              <a:defRPr sz="1300"/>
            </a:lvl8pPr>
            <a:lvl9pPr indent="-304800" lvl="8" marL="4114800" rtl="0">
              <a:spcBef>
                <a:spcPts val="0"/>
              </a:spcBef>
              <a:spcAft>
                <a:spcPts val="0"/>
              </a:spcAft>
              <a:buClr>
                <a:srgbClr val="999999"/>
              </a:buClr>
              <a:buSzPts val="1200"/>
              <a:buFont typeface="Nunito Light"/>
              <a:buAutoNum type="romanLcPeriod"/>
              <a:defRPr sz="1300"/>
            </a:lvl9pPr>
          </a:lstStyle>
          <a:p/>
        </p:txBody>
      </p:sp>
      <p:sp>
        <p:nvSpPr>
          <p:cNvPr id="49" name="Google Shape;49;p7"/>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0" name="Shape 50"/>
        <p:cNvGrpSpPr/>
        <p:nvPr/>
      </p:nvGrpSpPr>
      <p:grpSpPr>
        <a:xfrm>
          <a:off x="0" y="0"/>
          <a:ext cx="0" cy="0"/>
          <a:chOff x="0" y="0"/>
          <a:chExt cx="0" cy="0"/>
        </a:xfrm>
      </p:grpSpPr>
      <p:grpSp>
        <p:nvGrpSpPr>
          <p:cNvPr id="51" name="Google Shape;51;p8"/>
          <p:cNvGrpSpPr/>
          <p:nvPr/>
        </p:nvGrpSpPr>
        <p:grpSpPr>
          <a:xfrm>
            <a:off x="396500" y="170424"/>
            <a:ext cx="8360126" cy="4398447"/>
            <a:chOff x="1054783" y="1029605"/>
            <a:chExt cx="7587010" cy="3902100"/>
          </a:xfrm>
        </p:grpSpPr>
        <p:sp>
          <p:nvSpPr>
            <p:cNvPr id="52" name="Google Shape;52;p8"/>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8"/>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55" name="Google Shape;55;p8"/>
          <p:cNvSpPr txBox="1"/>
          <p:nvPr>
            <p:ph type="title"/>
          </p:nvPr>
        </p:nvSpPr>
        <p:spPr>
          <a:xfrm>
            <a:off x="2801700" y="1918054"/>
            <a:ext cx="5622300" cy="2473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grpSp>
        <p:nvGrpSpPr>
          <p:cNvPr id="57" name="Google Shape;57;p9"/>
          <p:cNvGrpSpPr/>
          <p:nvPr/>
        </p:nvGrpSpPr>
        <p:grpSpPr>
          <a:xfrm>
            <a:off x="396500" y="170424"/>
            <a:ext cx="8360126" cy="4398447"/>
            <a:chOff x="1054783" y="1029605"/>
            <a:chExt cx="7587010" cy="3902100"/>
          </a:xfrm>
        </p:grpSpPr>
        <p:sp>
          <p:nvSpPr>
            <p:cNvPr id="58" name="Google Shape;58;p9"/>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9"/>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61" name="Google Shape;61;p9"/>
          <p:cNvSpPr txBox="1"/>
          <p:nvPr>
            <p:ph type="title"/>
          </p:nvPr>
        </p:nvSpPr>
        <p:spPr>
          <a:xfrm rot="515">
            <a:off x="2406900" y="1623064"/>
            <a:ext cx="6006600" cy="603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2" name="Google Shape;62;p9"/>
          <p:cNvSpPr txBox="1"/>
          <p:nvPr>
            <p:ph idx="1" type="subTitle"/>
          </p:nvPr>
        </p:nvSpPr>
        <p:spPr>
          <a:xfrm>
            <a:off x="3658200" y="2303046"/>
            <a:ext cx="4755300" cy="1472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3" name="Shape 63"/>
        <p:cNvGrpSpPr/>
        <p:nvPr/>
      </p:nvGrpSpPr>
      <p:grpSpPr>
        <a:xfrm>
          <a:off x="0" y="0"/>
          <a:ext cx="0" cy="0"/>
          <a:chOff x="0" y="0"/>
          <a:chExt cx="0" cy="0"/>
        </a:xfrm>
      </p:grpSpPr>
      <p:grpSp>
        <p:nvGrpSpPr>
          <p:cNvPr id="64" name="Google Shape;64;p10"/>
          <p:cNvGrpSpPr/>
          <p:nvPr/>
        </p:nvGrpSpPr>
        <p:grpSpPr>
          <a:xfrm>
            <a:off x="396500" y="170424"/>
            <a:ext cx="8360126" cy="4398447"/>
            <a:chOff x="1054783" y="1029605"/>
            <a:chExt cx="7587010" cy="3902100"/>
          </a:xfrm>
        </p:grpSpPr>
        <p:sp>
          <p:nvSpPr>
            <p:cNvPr id="65" name="Google Shape;65;p10"/>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 name="Google Shape;67;p10"/>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68" name="Google Shape;68;p10"/>
          <p:cNvSpPr txBox="1"/>
          <p:nvPr>
            <p:ph type="title"/>
          </p:nvPr>
        </p:nvSpPr>
        <p:spPr>
          <a:xfrm>
            <a:off x="720000" y="2233875"/>
            <a:ext cx="7704000" cy="615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300"/>
              <a:buNone/>
              <a:defRPr sz="3000"/>
            </a:lvl1pPr>
            <a:lvl2pPr lvl="1" rtl="0" algn="ctr">
              <a:spcBef>
                <a:spcPts val="0"/>
              </a:spcBef>
              <a:spcAft>
                <a:spcPts val="0"/>
              </a:spcAft>
              <a:buSzPts val="3300"/>
              <a:buNone/>
              <a:defRPr/>
            </a:lvl2pPr>
            <a:lvl3pPr lvl="2" rtl="0" algn="ctr">
              <a:spcBef>
                <a:spcPts val="0"/>
              </a:spcBef>
              <a:spcAft>
                <a:spcPts val="0"/>
              </a:spcAft>
              <a:buSzPts val="3300"/>
              <a:buNone/>
              <a:defRPr/>
            </a:lvl3pPr>
            <a:lvl4pPr lvl="3" rtl="0" algn="ctr">
              <a:spcBef>
                <a:spcPts val="0"/>
              </a:spcBef>
              <a:spcAft>
                <a:spcPts val="0"/>
              </a:spcAft>
              <a:buSzPts val="3300"/>
              <a:buNone/>
              <a:defRPr/>
            </a:lvl4pPr>
            <a:lvl5pPr lvl="4" rtl="0" algn="ctr">
              <a:spcBef>
                <a:spcPts val="0"/>
              </a:spcBef>
              <a:spcAft>
                <a:spcPts val="0"/>
              </a:spcAft>
              <a:buSzPts val="3300"/>
              <a:buNone/>
              <a:defRPr/>
            </a:lvl5pPr>
            <a:lvl6pPr lvl="5" rtl="0" algn="ctr">
              <a:spcBef>
                <a:spcPts val="0"/>
              </a:spcBef>
              <a:spcAft>
                <a:spcPts val="0"/>
              </a:spcAft>
              <a:buSzPts val="3300"/>
              <a:buNone/>
              <a:defRPr/>
            </a:lvl6pPr>
            <a:lvl7pPr lvl="6" rtl="0" algn="ctr">
              <a:spcBef>
                <a:spcPts val="0"/>
              </a:spcBef>
              <a:spcAft>
                <a:spcPts val="0"/>
              </a:spcAft>
              <a:buSzPts val="3300"/>
              <a:buNone/>
              <a:defRPr/>
            </a:lvl7pPr>
            <a:lvl8pPr lvl="7" rtl="0" algn="ctr">
              <a:spcBef>
                <a:spcPts val="0"/>
              </a:spcBef>
              <a:spcAft>
                <a:spcPts val="0"/>
              </a:spcAft>
              <a:buSzPts val="3300"/>
              <a:buNone/>
              <a:defRPr/>
            </a:lvl8pPr>
            <a:lvl9pPr lvl="8" rtl="0" algn="ctr">
              <a:spcBef>
                <a:spcPts val="0"/>
              </a:spcBef>
              <a:spcAft>
                <a:spcPts val="0"/>
              </a:spcAft>
              <a:buSzPts val="33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11"/>
          <p:cNvSpPr txBox="1"/>
          <p:nvPr>
            <p:ph hasCustomPrompt="1" type="title"/>
          </p:nvPr>
        </p:nvSpPr>
        <p:spPr>
          <a:xfrm>
            <a:off x="3030250" y="1291525"/>
            <a:ext cx="4711500" cy="1198200"/>
          </a:xfrm>
          <a:prstGeom prst="rect">
            <a:avLst/>
          </a:prstGeom>
        </p:spPr>
        <p:txBody>
          <a:bodyPr anchorCtr="0" anchor="b" bIns="91425" lIns="91425" spcFirstLastPara="1" rIns="91425" wrap="square" tIns="91425">
            <a:noAutofit/>
          </a:bodyPr>
          <a:lstStyle>
            <a:lvl1pPr lvl="0" rtl="0">
              <a:spcBef>
                <a:spcPts val="0"/>
              </a:spcBef>
              <a:spcAft>
                <a:spcPts val="0"/>
              </a:spcAft>
              <a:buSzPts val="9600"/>
              <a:buNone/>
              <a:defRPr sz="66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71" name="Google Shape;71;p11"/>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72" name="Google Shape;72;p11"/>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73" name="Google Shape;73;p11"/>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5" name="Shape 7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2">
    <p:spTree>
      <p:nvGrpSpPr>
        <p:cNvPr id="76" name="Shape 76"/>
        <p:cNvGrpSpPr/>
        <p:nvPr/>
      </p:nvGrpSpPr>
      <p:grpSpPr>
        <a:xfrm>
          <a:off x="0" y="0"/>
          <a:ext cx="0" cy="0"/>
          <a:chOff x="0" y="0"/>
          <a:chExt cx="0" cy="0"/>
        </a:xfrm>
      </p:grpSpPr>
      <p:grpSp>
        <p:nvGrpSpPr>
          <p:cNvPr id="77" name="Google Shape;77;p13"/>
          <p:cNvGrpSpPr/>
          <p:nvPr/>
        </p:nvGrpSpPr>
        <p:grpSpPr>
          <a:xfrm>
            <a:off x="396500" y="170424"/>
            <a:ext cx="8360126" cy="4398447"/>
            <a:chOff x="1054783" y="1029605"/>
            <a:chExt cx="7587010" cy="3902100"/>
          </a:xfrm>
        </p:grpSpPr>
        <p:sp>
          <p:nvSpPr>
            <p:cNvPr id="78" name="Google Shape;78;p13"/>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 name="Google Shape;80;p13"/>
          <p:cNvSpPr txBox="1"/>
          <p:nvPr>
            <p:ph type="ctrTitle"/>
          </p:nvPr>
        </p:nvSpPr>
        <p:spPr>
          <a:xfrm>
            <a:off x="1114016" y="1879714"/>
            <a:ext cx="3065100" cy="4041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2"/>
              </a:buClr>
              <a:buSzPts val="2000"/>
              <a:buNone/>
              <a:defRPr sz="2200"/>
            </a:lvl1pPr>
            <a:lvl2pPr lvl="1"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81" name="Google Shape;81;p13"/>
          <p:cNvSpPr txBox="1"/>
          <p:nvPr>
            <p:ph hasCustomPrompt="1" idx="2" type="title"/>
          </p:nvPr>
        </p:nvSpPr>
        <p:spPr>
          <a:xfrm>
            <a:off x="1113997" y="1269525"/>
            <a:ext cx="1298700" cy="6102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000"/>
            </a:lvl1pPr>
            <a:lvl2pPr lvl="1"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82" name="Google Shape;82;p13"/>
          <p:cNvSpPr txBox="1"/>
          <p:nvPr>
            <p:ph idx="3" type="ctrTitle"/>
          </p:nvPr>
        </p:nvSpPr>
        <p:spPr>
          <a:xfrm>
            <a:off x="1114008" y="2892814"/>
            <a:ext cx="3065100" cy="4041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2"/>
              </a:buClr>
              <a:buSzPts val="2000"/>
              <a:buNone/>
              <a:defRPr sz="2200"/>
            </a:lvl1pPr>
            <a:lvl2pPr lvl="1"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83" name="Google Shape;83;p13"/>
          <p:cNvSpPr txBox="1"/>
          <p:nvPr>
            <p:ph hasCustomPrompt="1" idx="4" type="title"/>
          </p:nvPr>
        </p:nvSpPr>
        <p:spPr>
          <a:xfrm>
            <a:off x="1113997" y="2283824"/>
            <a:ext cx="1298700" cy="6102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000"/>
            </a:lvl1pPr>
            <a:lvl2pPr lvl="1"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84" name="Google Shape;84;p13"/>
          <p:cNvSpPr txBox="1"/>
          <p:nvPr>
            <p:ph idx="5" type="ctrTitle"/>
          </p:nvPr>
        </p:nvSpPr>
        <p:spPr>
          <a:xfrm>
            <a:off x="1114107" y="3908761"/>
            <a:ext cx="3065100" cy="4041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2"/>
              </a:buClr>
              <a:buSzPts val="2000"/>
              <a:buNone/>
              <a:defRPr sz="2200"/>
            </a:lvl1pPr>
            <a:lvl2pPr lvl="1"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85" name="Google Shape;85;p13"/>
          <p:cNvSpPr txBox="1"/>
          <p:nvPr>
            <p:ph hasCustomPrompt="1" idx="6" type="title"/>
          </p:nvPr>
        </p:nvSpPr>
        <p:spPr>
          <a:xfrm>
            <a:off x="1113998" y="3298125"/>
            <a:ext cx="1298700" cy="6090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000"/>
            </a:lvl1pPr>
            <a:lvl2pPr lvl="1"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86" name="Google Shape;86;p13"/>
          <p:cNvSpPr txBox="1"/>
          <p:nvPr>
            <p:ph hasCustomPrompt="1" idx="7" type="title"/>
          </p:nvPr>
        </p:nvSpPr>
        <p:spPr>
          <a:xfrm>
            <a:off x="4965997" y="1270125"/>
            <a:ext cx="1298700" cy="6090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3600"/>
              <a:buNone/>
              <a:defRPr sz="3000"/>
            </a:lvl1pPr>
            <a:lvl2pPr lvl="1"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87" name="Google Shape;87;p13"/>
          <p:cNvSpPr txBox="1"/>
          <p:nvPr>
            <p:ph idx="8" type="ctrTitle"/>
          </p:nvPr>
        </p:nvSpPr>
        <p:spPr>
          <a:xfrm>
            <a:off x="4966007" y="1879725"/>
            <a:ext cx="3065100" cy="40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lt2"/>
              </a:buClr>
              <a:buSzPts val="2000"/>
              <a:buNone/>
              <a:defRPr sz="2200"/>
            </a:lvl1pPr>
            <a:lvl2pPr lvl="1"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88" name="Google Shape;88;p13"/>
          <p:cNvSpPr txBox="1"/>
          <p:nvPr>
            <p:ph idx="9" type="title"/>
          </p:nvPr>
        </p:nvSpPr>
        <p:spPr>
          <a:xfrm>
            <a:off x="719988" y="459128"/>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89" name="Google Shape;89;p13"/>
          <p:cNvSpPr txBox="1"/>
          <p:nvPr>
            <p:ph idx="13" type="ctrTitle"/>
          </p:nvPr>
        </p:nvSpPr>
        <p:spPr>
          <a:xfrm>
            <a:off x="4966007" y="2892814"/>
            <a:ext cx="3065100" cy="4041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2"/>
              </a:buClr>
              <a:buSzPts val="2000"/>
              <a:buNone/>
              <a:defRPr sz="2200"/>
            </a:lvl1pPr>
            <a:lvl2pPr lvl="1"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90" name="Google Shape;90;p13"/>
          <p:cNvSpPr txBox="1"/>
          <p:nvPr>
            <p:ph hasCustomPrompt="1" idx="14" type="title"/>
          </p:nvPr>
        </p:nvSpPr>
        <p:spPr>
          <a:xfrm>
            <a:off x="4965997" y="2283824"/>
            <a:ext cx="1298700" cy="6090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000"/>
            </a:lvl1pPr>
            <a:lvl2pPr lvl="1"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91" name="Google Shape;91;p13"/>
          <p:cNvSpPr txBox="1"/>
          <p:nvPr>
            <p:ph hasCustomPrompt="1" idx="15" type="title"/>
          </p:nvPr>
        </p:nvSpPr>
        <p:spPr>
          <a:xfrm>
            <a:off x="4965997" y="3298125"/>
            <a:ext cx="1298700" cy="6090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3600"/>
              <a:buNone/>
              <a:defRPr sz="3000"/>
            </a:lvl1pPr>
            <a:lvl2pPr lvl="1"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rtl="0"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92" name="Google Shape;92;p13"/>
          <p:cNvSpPr txBox="1"/>
          <p:nvPr>
            <p:ph idx="16" type="ctrTitle"/>
          </p:nvPr>
        </p:nvSpPr>
        <p:spPr>
          <a:xfrm>
            <a:off x="4966007" y="3908750"/>
            <a:ext cx="3065100" cy="404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lt2"/>
              </a:buClr>
              <a:buSzPts val="2000"/>
              <a:buNone/>
              <a:defRPr sz="2200"/>
            </a:lvl1pPr>
            <a:lvl2pPr lvl="1"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rtl="0">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93" name="Google Shape;93;p13"/>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1_1_1_1_1">
    <p:spTree>
      <p:nvGrpSpPr>
        <p:cNvPr id="94" name="Shape 94"/>
        <p:cNvGrpSpPr/>
        <p:nvPr/>
      </p:nvGrpSpPr>
      <p:grpSpPr>
        <a:xfrm>
          <a:off x="0" y="0"/>
          <a:ext cx="0" cy="0"/>
          <a:chOff x="0" y="0"/>
          <a:chExt cx="0" cy="0"/>
        </a:xfrm>
      </p:grpSpPr>
      <p:grpSp>
        <p:nvGrpSpPr>
          <p:cNvPr id="95" name="Google Shape;95;p14"/>
          <p:cNvGrpSpPr/>
          <p:nvPr/>
        </p:nvGrpSpPr>
        <p:grpSpPr>
          <a:xfrm>
            <a:off x="396500" y="170424"/>
            <a:ext cx="8360126" cy="4398447"/>
            <a:chOff x="1054783" y="1029605"/>
            <a:chExt cx="7587010" cy="3902100"/>
          </a:xfrm>
        </p:grpSpPr>
        <p:sp>
          <p:nvSpPr>
            <p:cNvPr id="96" name="Google Shape;96;p14"/>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4"/>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99" name="Google Shape;99;p14"/>
          <p:cNvSpPr txBox="1"/>
          <p:nvPr>
            <p:ph idx="1" type="body"/>
          </p:nvPr>
        </p:nvSpPr>
        <p:spPr>
          <a:xfrm>
            <a:off x="720000" y="1355450"/>
            <a:ext cx="3453900" cy="1623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lt2"/>
              </a:buClr>
              <a:buSzPts val="1200"/>
              <a:buFont typeface="Anaheim"/>
              <a:buChar char="●"/>
              <a:defRPr sz="1200"/>
            </a:lvl1pPr>
            <a:lvl2pPr indent="-304800" lvl="1" marL="914400" rtl="0">
              <a:spcBef>
                <a:spcPts val="0"/>
              </a:spcBef>
              <a:spcAft>
                <a:spcPts val="0"/>
              </a:spcAft>
              <a:buClr>
                <a:srgbClr val="434343"/>
              </a:buClr>
              <a:buSzPts val="1200"/>
              <a:buFont typeface="Anaheim"/>
              <a:buChar char="○"/>
              <a:defRPr/>
            </a:lvl2pPr>
            <a:lvl3pPr indent="-304800" lvl="2" marL="1371600" rtl="0">
              <a:spcBef>
                <a:spcPts val="0"/>
              </a:spcBef>
              <a:spcAft>
                <a:spcPts val="0"/>
              </a:spcAft>
              <a:buClr>
                <a:srgbClr val="434343"/>
              </a:buClr>
              <a:buSzPts val="1200"/>
              <a:buFont typeface="Anaheim"/>
              <a:buChar char="■"/>
              <a:defRPr/>
            </a:lvl3pPr>
            <a:lvl4pPr indent="-304800" lvl="3" marL="1828800" rtl="0">
              <a:spcBef>
                <a:spcPts val="0"/>
              </a:spcBef>
              <a:spcAft>
                <a:spcPts val="0"/>
              </a:spcAft>
              <a:buClr>
                <a:srgbClr val="434343"/>
              </a:buClr>
              <a:buSzPts val="1200"/>
              <a:buFont typeface="Anaheim"/>
              <a:buChar char="●"/>
              <a:defRPr/>
            </a:lvl4pPr>
            <a:lvl5pPr indent="-304800" lvl="4" marL="2286000" rtl="0">
              <a:spcBef>
                <a:spcPts val="0"/>
              </a:spcBef>
              <a:spcAft>
                <a:spcPts val="0"/>
              </a:spcAft>
              <a:buClr>
                <a:srgbClr val="434343"/>
              </a:buClr>
              <a:buSzPts val="1200"/>
              <a:buFont typeface="Anaheim"/>
              <a:buChar char="○"/>
              <a:defRPr/>
            </a:lvl5pPr>
            <a:lvl6pPr indent="-304800" lvl="5" marL="2743200" rtl="0">
              <a:spcBef>
                <a:spcPts val="0"/>
              </a:spcBef>
              <a:spcAft>
                <a:spcPts val="0"/>
              </a:spcAft>
              <a:buClr>
                <a:srgbClr val="434343"/>
              </a:buClr>
              <a:buSzPts val="1200"/>
              <a:buFont typeface="Anaheim"/>
              <a:buChar char="■"/>
              <a:defRPr/>
            </a:lvl6pPr>
            <a:lvl7pPr indent="-304800" lvl="6" marL="3200400" rtl="0">
              <a:spcBef>
                <a:spcPts val="0"/>
              </a:spcBef>
              <a:spcAft>
                <a:spcPts val="0"/>
              </a:spcAft>
              <a:buClr>
                <a:srgbClr val="434343"/>
              </a:buClr>
              <a:buSzPts val="1200"/>
              <a:buFont typeface="Anaheim"/>
              <a:buChar char="●"/>
              <a:defRPr/>
            </a:lvl7pPr>
            <a:lvl8pPr indent="-304800" lvl="7" marL="3657600" rtl="0">
              <a:spcBef>
                <a:spcPts val="0"/>
              </a:spcBef>
              <a:spcAft>
                <a:spcPts val="0"/>
              </a:spcAft>
              <a:buClr>
                <a:srgbClr val="434343"/>
              </a:buClr>
              <a:buSzPts val="1200"/>
              <a:buFont typeface="Anaheim"/>
              <a:buChar char="○"/>
              <a:defRPr/>
            </a:lvl8pPr>
            <a:lvl9pPr indent="-304800" lvl="8" marL="4114800" rtl="0">
              <a:spcBef>
                <a:spcPts val="0"/>
              </a:spcBef>
              <a:spcAft>
                <a:spcPts val="0"/>
              </a:spcAft>
              <a:buClr>
                <a:srgbClr val="434343"/>
              </a:buClr>
              <a:buSzPts val="1200"/>
              <a:buFont typeface="Anaheim"/>
              <a:buChar char="■"/>
              <a:defRPr/>
            </a:lvl9pPr>
          </a:lstStyle>
          <a:p/>
        </p:txBody>
      </p:sp>
      <p:sp>
        <p:nvSpPr>
          <p:cNvPr id="100" name="Google Shape;100;p1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101" name="Shape 101"/>
        <p:cNvGrpSpPr/>
        <p:nvPr/>
      </p:nvGrpSpPr>
      <p:grpSpPr>
        <a:xfrm>
          <a:off x="0" y="0"/>
          <a:ext cx="0" cy="0"/>
          <a:chOff x="0" y="0"/>
          <a:chExt cx="0" cy="0"/>
        </a:xfrm>
      </p:grpSpPr>
      <p:grpSp>
        <p:nvGrpSpPr>
          <p:cNvPr id="102" name="Google Shape;102;p15"/>
          <p:cNvGrpSpPr/>
          <p:nvPr/>
        </p:nvGrpSpPr>
        <p:grpSpPr>
          <a:xfrm>
            <a:off x="396500" y="170424"/>
            <a:ext cx="8360126" cy="4398447"/>
            <a:chOff x="1054783" y="1029605"/>
            <a:chExt cx="7587010" cy="3902100"/>
          </a:xfrm>
        </p:grpSpPr>
        <p:sp>
          <p:nvSpPr>
            <p:cNvPr id="103" name="Google Shape;103;p15"/>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5"/>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106" name="Google Shape;106;p15"/>
          <p:cNvSpPr txBox="1"/>
          <p:nvPr>
            <p:ph idx="1" type="body"/>
          </p:nvPr>
        </p:nvSpPr>
        <p:spPr>
          <a:xfrm>
            <a:off x="720000" y="1357275"/>
            <a:ext cx="4209600" cy="24927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lt2"/>
              </a:buClr>
              <a:buSzPts val="1200"/>
              <a:buFont typeface="Anaheim"/>
              <a:buChar char="●"/>
              <a:defRPr/>
            </a:lvl1pPr>
            <a:lvl2pPr indent="-304800" lvl="1" marL="914400" rtl="0">
              <a:spcBef>
                <a:spcPts val="0"/>
              </a:spcBef>
              <a:spcAft>
                <a:spcPts val="0"/>
              </a:spcAft>
              <a:buClr>
                <a:srgbClr val="434343"/>
              </a:buClr>
              <a:buSzPts val="1200"/>
              <a:buFont typeface="Anaheim"/>
              <a:buChar char="○"/>
              <a:defRPr/>
            </a:lvl2pPr>
            <a:lvl3pPr indent="-304800" lvl="2" marL="1371600" rtl="0">
              <a:spcBef>
                <a:spcPts val="0"/>
              </a:spcBef>
              <a:spcAft>
                <a:spcPts val="0"/>
              </a:spcAft>
              <a:buClr>
                <a:srgbClr val="434343"/>
              </a:buClr>
              <a:buSzPts val="1200"/>
              <a:buFont typeface="Anaheim"/>
              <a:buChar char="■"/>
              <a:defRPr/>
            </a:lvl3pPr>
            <a:lvl4pPr indent="-304800" lvl="3" marL="1828800" rtl="0">
              <a:spcBef>
                <a:spcPts val="0"/>
              </a:spcBef>
              <a:spcAft>
                <a:spcPts val="0"/>
              </a:spcAft>
              <a:buClr>
                <a:srgbClr val="434343"/>
              </a:buClr>
              <a:buSzPts val="1200"/>
              <a:buFont typeface="Anaheim"/>
              <a:buChar char="●"/>
              <a:defRPr/>
            </a:lvl4pPr>
            <a:lvl5pPr indent="-304800" lvl="4" marL="2286000" rtl="0">
              <a:spcBef>
                <a:spcPts val="0"/>
              </a:spcBef>
              <a:spcAft>
                <a:spcPts val="0"/>
              </a:spcAft>
              <a:buClr>
                <a:srgbClr val="434343"/>
              </a:buClr>
              <a:buSzPts val="1200"/>
              <a:buFont typeface="Anaheim"/>
              <a:buChar char="○"/>
              <a:defRPr/>
            </a:lvl5pPr>
            <a:lvl6pPr indent="-304800" lvl="5" marL="2743200" rtl="0">
              <a:spcBef>
                <a:spcPts val="0"/>
              </a:spcBef>
              <a:spcAft>
                <a:spcPts val="0"/>
              </a:spcAft>
              <a:buClr>
                <a:srgbClr val="434343"/>
              </a:buClr>
              <a:buSzPts val="1200"/>
              <a:buFont typeface="Anaheim"/>
              <a:buChar char="■"/>
              <a:defRPr/>
            </a:lvl6pPr>
            <a:lvl7pPr indent="-304800" lvl="6" marL="3200400" rtl="0">
              <a:spcBef>
                <a:spcPts val="0"/>
              </a:spcBef>
              <a:spcAft>
                <a:spcPts val="0"/>
              </a:spcAft>
              <a:buClr>
                <a:srgbClr val="434343"/>
              </a:buClr>
              <a:buSzPts val="1200"/>
              <a:buFont typeface="Anaheim"/>
              <a:buChar char="●"/>
              <a:defRPr/>
            </a:lvl7pPr>
            <a:lvl8pPr indent="-304800" lvl="7" marL="3657600" rtl="0">
              <a:spcBef>
                <a:spcPts val="0"/>
              </a:spcBef>
              <a:spcAft>
                <a:spcPts val="0"/>
              </a:spcAft>
              <a:buClr>
                <a:srgbClr val="434343"/>
              </a:buClr>
              <a:buSzPts val="1200"/>
              <a:buFont typeface="Anaheim"/>
              <a:buChar char="○"/>
              <a:defRPr/>
            </a:lvl8pPr>
            <a:lvl9pPr indent="-304800" lvl="8" marL="4114800" rtl="0">
              <a:spcBef>
                <a:spcPts val="0"/>
              </a:spcBef>
              <a:spcAft>
                <a:spcPts val="0"/>
              </a:spcAft>
              <a:buClr>
                <a:srgbClr val="434343"/>
              </a:buClr>
              <a:buSzPts val="1200"/>
              <a:buFont typeface="Anaheim"/>
              <a:buChar char="■"/>
              <a:defRPr/>
            </a:lvl9pPr>
          </a:lstStyle>
          <a:p/>
        </p:txBody>
      </p:sp>
      <p:sp>
        <p:nvSpPr>
          <p:cNvPr id="107" name="Google Shape;107;p1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108" name="Shape 108"/>
        <p:cNvGrpSpPr/>
        <p:nvPr/>
      </p:nvGrpSpPr>
      <p:grpSpPr>
        <a:xfrm>
          <a:off x="0" y="0"/>
          <a:ext cx="0" cy="0"/>
          <a:chOff x="0" y="0"/>
          <a:chExt cx="0" cy="0"/>
        </a:xfrm>
      </p:grpSpPr>
      <p:grpSp>
        <p:nvGrpSpPr>
          <p:cNvPr id="109" name="Google Shape;109;p16"/>
          <p:cNvGrpSpPr/>
          <p:nvPr/>
        </p:nvGrpSpPr>
        <p:grpSpPr>
          <a:xfrm>
            <a:off x="396500" y="170424"/>
            <a:ext cx="8360126" cy="4398447"/>
            <a:chOff x="1054783" y="1029605"/>
            <a:chExt cx="7587010" cy="3902100"/>
          </a:xfrm>
        </p:grpSpPr>
        <p:sp>
          <p:nvSpPr>
            <p:cNvPr id="110" name="Google Shape;110;p16"/>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 name="Google Shape;112;p16"/>
          <p:cNvSpPr txBox="1"/>
          <p:nvPr>
            <p:ph type="title"/>
          </p:nvPr>
        </p:nvSpPr>
        <p:spPr>
          <a:xfrm>
            <a:off x="720000" y="1448625"/>
            <a:ext cx="22572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13" name="Google Shape;113;p16"/>
          <p:cNvSpPr txBox="1"/>
          <p:nvPr>
            <p:ph idx="1" type="subTitle"/>
          </p:nvPr>
        </p:nvSpPr>
        <p:spPr>
          <a:xfrm>
            <a:off x="720176" y="1807975"/>
            <a:ext cx="2257200" cy="203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4" name="Google Shape;114;p16"/>
          <p:cNvSpPr txBox="1"/>
          <p:nvPr>
            <p:ph idx="2" type="title"/>
          </p:nvPr>
        </p:nvSpPr>
        <p:spPr>
          <a:xfrm>
            <a:off x="3491775" y="1448625"/>
            <a:ext cx="2257500" cy="3900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15" name="Google Shape;115;p16"/>
          <p:cNvSpPr txBox="1"/>
          <p:nvPr>
            <p:ph idx="3" type="subTitle"/>
          </p:nvPr>
        </p:nvSpPr>
        <p:spPr>
          <a:xfrm>
            <a:off x="3491950" y="1807325"/>
            <a:ext cx="2257500" cy="203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16"/>
          <p:cNvSpPr txBox="1"/>
          <p:nvPr>
            <p:ph idx="4" type="title"/>
          </p:nvPr>
        </p:nvSpPr>
        <p:spPr>
          <a:xfrm>
            <a:off x="6162250" y="1448625"/>
            <a:ext cx="2257500" cy="3900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17" name="Google Shape;117;p16"/>
          <p:cNvSpPr txBox="1"/>
          <p:nvPr>
            <p:ph idx="5" type="subTitle"/>
          </p:nvPr>
        </p:nvSpPr>
        <p:spPr>
          <a:xfrm>
            <a:off x="6162250" y="1808000"/>
            <a:ext cx="2257500" cy="203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8" name="Google Shape;118;p16"/>
          <p:cNvSpPr txBox="1"/>
          <p:nvPr>
            <p:ph idx="6" type="title"/>
          </p:nvPr>
        </p:nvSpPr>
        <p:spPr>
          <a:xfrm>
            <a:off x="719988" y="459128"/>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19" name="Google Shape;119;p16"/>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
    <p:spTree>
      <p:nvGrpSpPr>
        <p:cNvPr id="120" name="Shape 120"/>
        <p:cNvGrpSpPr/>
        <p:nvPr/>
      </p:nvGrpSpPr>
      <p:grpSpPr>
        <a:xfrm>
          <a:off x="0" y="0"/>
          <a:ext cx="0" cy="0"/>
          <a:chOff x="0" y="0"/>
          <a:chExt cx="0" cy="0"/>
        </a:xfrm>
      </p:grpSpPr>
      <p:grpSp>
        <p:nvGrpSpPr>
          <p:cNvPr id="121" name="Google Shape;121;p17"/>
          <p:cNvGrpSpPr/>
          <p:nvPr/>
        </p:nvGrpSpPr>
        <p:grpSpPr>
          <a:xfrm>
            <a:off x="396500" y="170424"/>
            <a:ext cx="8360126" cy="4398447"/>
            <a:chOff x="1054783" y="1029605"/>
            <a:chExt cx="7587010" cy="3902100"/>
          </a:xfrm>
        </p:grpSpPr>
        <p:sp>
          <p:nvSpPr>
            <p:cNvPr id="122" name="Google Shape;122;p17"/>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17"/>
          <p:cNvSpPr txBox="1"/>
          <p:nvPr>
            <p:ph type="title"/>
          </p:nvPr>
        </p:nvSpPr>
        <p:spPr>
          <a:xfrm>
            <a:off x="717350" y="1295950"/>
            <a:ext cx="3728400" cy="405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25" name="Google Shape;125;p17"/>
          <p:cNvSpPr txBox="1"/>
          <p:nvPr>
            <p:ph idx="1" type="subTitle"/>
          </p:nvPr>
        </p:nvSpPr>
        <p:spPr>
          <a:xfrm>
            <a:off x="717350" y="1651849"/>
            <a:ext cx="3728400" cy="101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6" name="Google Shape;126;p17"/>
          <p:cNvSpPr txBox="1"/>
          <p:nvPr>
            <p:ph idx="2" type="title"/>
          </p:nvPr>
        </p:nvSpPr>
        <p:spPr>
          <a:xfrm>
            <a:off x="4691091" y="1295950"/>
            <a:ext cx="3728400" cy="405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27" name="Google Shape;127;p17"/>
          <p:cNvSpPr txBox="1"/>
          <p:nvPr>
            <p:ph idx="3" type="subTitle"/>
          </p:nvPr>
        </p:nvSpPr>
        <p:spPr>
          <a:xfrm>
            <a:off x="4691095" y="1651851"/>
            <a:ext cx="3728400" cy="101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 name="Google Shape;128;p17"/>
          <p:cNvSpPr txBox="1"/>
          <p:nvPr>
            <p:ph idx="4" type="title"/>
          </p:nvPr>
        </p:nvSpPr>
        <p:spPr>
          <a:xfrm>
            <a:off x="717350" y="2865407"/>
            <a:ext cx="3728400" cy="405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29" name="Google Shape;129;p17"/>
          <p:cNvSpPr txBox="1"/>
          <p:nvPr>
            <p:ph idx="5" type="subTitle"/>
          </p:nvPr>
        </p:nvSpPr>
        <p:spPr>
          <a:xfrm>
            <a:off x="717350" y="3220675"/>
            <a:ext cx="3728400" cy="101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0" name="Google Shape;130;p17"/>
          <p:cNvSpPr txBox="1"/>
          <p:nvPr>
            <p:ph idx="6" type="title"/>
          </p:nvPr>
        </p:nvSpPr>
        <p:spPr>
          <a:xfrm>
            <a:off x="4691091" y="2865413"/>
            <a:ext cx="3728400" cy="4059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31" name="Google Shape;131;p17"/>
          <p:cNvSpPr txBox="1"/>
          <p:nvPr>
            <p:ph idx="7" type="subTitle"/>
          </p:nvPr>
        </p:nvSpPr>
        <p:spPr>
          <a:xfrm>
            <a:off x="4691095" y="3220676"/>
            <a:ext cx="3728400" cy="101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2" name="Google Shape;132;p17"/>
          <p:cNvSpPr txBox="1"/>
          <p:nvPr>
            <p:ph idx="8" type="title"/>
          </p:nvPr>
        </p:nvSpPr>
        <p:spPr>
          <a:xfrm>
            <a:off x="719988" y="459128"/>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33" name="Google Shape;133;p17"/>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134" name="Shape 134"/>
        <p:cNvGrpSpPr/>
        <p:nvPr/>
      </p:nvGrpSpPr>
      <p:grpSpPr>
        <a:xfrm>
          <a:off x="0" y="0"/>
          <a:ext cx="0" cy="0"/>
          <a:chOff x="0" y="0"/>
          <a:chExt cx="0" cy="0"/>
        </a:xfrm>
      </p:grpSpPr>
      <p:grpSp>
        <p:nvGrpSpPr>
          <p:cNvPr id="135" name="Google Shape;135;p18"/>
          <p:cNvGrpSpPr/>
          <p:nvPr/>
        </p:nvGrpSpPr>
        <p:grpSpPr>
          <a:xfrm>
            <a:off x="396500" y="170424"/>
            <a:ext cx="8360126" cy="4398447"/>
            <a:chOff x="1054783" y="1029605"/>
            <a:chExt cx="7587010" cy="3902100"/>
          </a:xfrm>
        </p:grpSpPr>
        <p:sp>
          <p:nvSpPr>
            <p:cNvPr id="136" name="Google Shape;136;p18"/>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8"/>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 name="Google Shape;138;p18"/>
          <p:cNvSpPr txBox="1"/>
          <p:nvPr>
            <p:ph type="title"/>
          </p:nvPr>
        </p:nvSpPr>
        <p:spPr>
          <a:xfrm>
            <a:off x="724350" y="953007"/>
            <a:ext cx="2563200" cy="7380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39" name="Google Shape;139;p18"/>
          <p:cNvSpPr txBox="1"/>
          <p:nvPr>
            <p:ph idx="1" type="subTitle"/>
          </p:nvPr>
        </p:nvSpPr>
        <p:spPr>
          <a:xfrm>
            <a:off x="724350" y="1650487"/>
            <a:ext cx="2563200" cy="107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0" name="Google Shape;140;p18"/>
          <p:cNvSpPr txBox="1"/>
          <p:nvPr>
            <p:ph idx="2" type="title"/>
          </p:nvPr>
        </p:nvSpPr>
        <p:spPr>
          <a:xfrm>
            <a:off x="3290800" y="961215"/>
            <a:ext cx="2563200" cy="7380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41" name="Google Shape;141;p18"/>
          <p:cNvSpPr txBox="1"/>
          <p:nvPr>
            <p:ph idx="3" type="subTitle"/>
          </p:nvPr>
        </p:nvSpPr>
        <p:spPr>
          <a:xfrm>
            <a:off x="3290800" y="1650487"/>
            <a:ext cx="2563200" cy="108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2" name="Google Shape;142;p18"/>
          <p:cNvSpPr txBox="1"/>
          <p:nvPr>
            <p:ph idx="4" type="title"/>
          </p:nvPr>
        </p:nvSpPr>
        <p:spPr>
          <a:xfrm>
            <a:off x="724350" y="2741296"/>
            <a:ext cx="2563200" cy="7380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43" name="Google Shape;143;p18"/>
          <p:cNvSpPr txBox="1"/>
          <p:nvPr>
            <p:ph idx="5" type="subTitle"/>
          </p:nvPr>
        </p:nvSpPr>
        <p:spPr>
          <a:xfrm>
            <a:off x="724350" y="3436046"/>
            <a:ext cx="2563200" cy="108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4" name="Google Shape;144;p18"/>
          <p:cNvSpPr txBox="1"/>
          <p:nvPr>
            <p:ph idx="6" type="title"/>
          </p:nvPr>
        </p:nvSpPr>
        <p:spPr>
          <a:xfrm>
            <a:off x="3290793" y="2741302"/>
            <a:ext cx="2563200" cy="7380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45" name="Google Shape;145;p18"/>
          <p:cNvSpPr txBox="1"/>
          <p:nvPr>
            <p:ph idx="7" type="subTitle"/>
          </p:nvPr>
        </p:nvSpPr>
        <p:spPr>
          <a:xfrm>
            <a:off x="3290793" y="3436048"/>
            <a:ext cx="2563200" cy="108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6" name="Google Shape;146;p18"/>
          <p:cNvSpPr txBox="1"/>
          <p:nvPr>
            <p:ph idx="8" type="title"/>
          </p:nvPr>
        </p:nvSpPr>
        <p:spPr>
          <a:xfrm>
            <a:off x="5852375" y="961215"/>
            <a:ext cx="2563200" cy="7380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47" name="Google Shape;147;p18"/>
          <p:cNvSpPr txBox="1"/>
          <p:nvPr>
            <p:ph idx="9" type="subTitle"/>
          </p:nvPr>
        </p:nvSpPr>
        <p:spPr>
          <a:xfrm>
            <a:off x="5852377" y="1650487"/>
            <a:ext cx="2563200" cy="108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8" name="Google Shape;148;p18"/>
          <p:cNvSpPr txBox="1"/>
          <p:nvPr>
            <p:ph idx="13" type="title"/>
          </p:nvPr>
        </p:nvSpPr>
        <p:spPr>
          <a:xfrm>
            <a:off x="5852375" y="2741298"/>
            <a:ext cx="2563200" cy="7380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2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149" name="Google Shape;149;p18"/>
          <p:cNvSpPr txBox="1"/>
          <p:nvPr>
            <p:ph idx="14" type="subTitle"/>
          </p:nvPr>
        </p:nvSpPr>
        <p:spPr>
          <a:xfrm>
            <a:off x="5852378" y="3436047"/>
            <a:ext cx="2563200" cy="108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0" name="Google Shape;150;p18"/>
          <p:cNvSpPr txBox="1"/>
          <p:nvPr>
            <p:ph idx="15" type="title"/>
          </p:nvPr>
        </p:nvSpPr>
        <p:spPr>
          <a:xfrm>
            <a:off x="719988" y="459128"/>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51" name="Google Shape;151;p18"/>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6">
    <p:spTree>
      <p:nvGrpSpPr>
        <p:cNvPr id="152" name="Shape 152"/>
        <p:cNvGrpSpPr/>
        <p:nvPr/>
      </p:nvGrpSpPr>
      <p:grpSpPr>
        <a:xfrm>
          <a:off x="0" y="0"/>
          <a:ext cx="0" cy="0"/>
          <a:chOff x="0" y="0"/>
          <a:chExt cx="0" cy="0"/>
        </a:xfrm>
      </p:grpSpPr>
      <p:grpSp>
        <p:nvGrpSpPr>
          <p:cNvPr id="153" name="Google Shape;153;p19"/>
          <p:cNvGrpSpPr/>
          <p:nvPr/>
        </p:nvGrpSpPr>
        <p:grpSpPr>
          <a:xfrm>
            <a:off x="396500" y="170424"/>
            <a:ext cx="8360126" cy="4398447"/>
            <a:chOff x="1054783" y="1029605"/>
            <a:chExt cx="7587010" cy="3902100"/>
          </a:xfrm>
        </p:grpSpPr>
        <p:sp>
          <p:nvSpPr>
            <p:cNvPr id="154" name="Google Shape;154;p19"/>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9"/>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19"/>
          <p:cNvSpPr txBox="1"/>
          <p:nvPr>
            <p:ph hasCustomPrompt="1" type="title"/>
          </p:nvPr>
        </p:nvSpPr>
        <p:spPr>
          <a:xfrm>
            <a:off x="1252403" y="1022536"/>
            <a:ext cx="4190700" cy="7335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6000"/>
              <a:buNone/>
              <a:defRPr sz="4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57" name="Google Shape;157;p19"/>
          <p:cNvSpPr txBox="1"/>
          <p:nvPr>
            <p:ph idx="1" type="subTitle"/>
          </p:nvPr>
        </p:nvSpPr>
        <p:spPr>
          <a:xfrm>
            <a:off x="1252403" y="1620161"/>
            <a:ext cx="4190700" cy="384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PT Sans"/>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Font typeface="PT Sans"/>
              <a:buNone/>
              <a:defRPr>
                <a:latin typeface="PT Sans"/>
                <a:ea typeface="PT Sans"/>
                <a:cs typeface="PT Sans"/>
                <a:sym typeface="PT Sans"/>
              </a:defRPr>
            </a:lvl4pPr>
            <a:lvl5pPr lvl="4" rtl="0" algn="ctr">
              <a:lnSpc>
                <a:spcPct val="100000"/>
              </a:lnSpc>
              <a:spcBef>
                <a:spcPts val="0"/>
              </a:spcBef>
              <a:spcAft>
                <a:spcPts val="0"/>
              </a:spcAft>
              <a:buSzPts val="1200"/>
              <a:buFont typeface="PT Sans"/>
              <a:buNone/>
              <a:defRPr>
                <a:latin typeface="PT Sans"/>
                <a:ea typeface="PT Sans"/>
                <a:cs typeface="PT Sans"/>
                <a:sym typeface="PT Sans"/>
              </a:defRPr>
            </a:lvl5pPr>
            <a:lvl6pPr lvl="5" rtl="0" algn="ctr">
              <a:lnSpc>
                <a:spcPct val="100000"/>
              </a:lnSpc>
              <a:spcBef>
                <a:spcPts val="0"/>
              </a:spcBef>
              <a:spcAft>
                <a:spcPts val="0"/>
              </a:spcAft>
              <a:buSzPts val="1200"/>
              <a:buFont typeface="PT Sans"/>
              <a:buNone/>
              <a:defRPr>
                <a:latin typeface="PT Sans"/>
                <a:ea typeface="PT Sans"/>
                <a:cs typeface="PT Sans"/>
                <a:sym typeface="PT Sans"/>
              </a:defRPr>
            </a:lvl6pPr>
            <a:lvl7pPr lvl="6" rtl="0" algn="ctr">
              <a:lnSpc>
                <a:spcPct val="100000"/>
              </a:lnSpc>
              <a:spcBef>
                <a:spcPts val="0"/>
              </a:spcBef>
              <a:spcAft>
                <a:spcPts val="0"/>
              </a:spcAft>
              <a:buSzPts val="1200"/>
              <a:buFont typeface="PT Sans"/>
              <a:buNone/>
              <a:defRPr>
                <a:latin typeface="PT Sans"/>
                <a:ea typeface="PT Sans"/>
                <a:cs typeface="PT Sans"/>
                <a:sym typeface="PT Sans"/>
              </a:defRPr>
            </a:lvl7pPr>
            <a:lvl8pPr lvl="7" rtl="0" algn="ctr">
              <a:lnSpc>
                <a:spcPct val="100000"/>
              </a:lnSpc>
              <a:spcBef>
                <a:spcPts val="0"/>
              </a:spcBef>
              <a:spcAft>
                <a:spcPts val="0"/>
              </a:spcAft>
              <a:buSzPts val="1200"/>
              <a:buFont typeface="PT Sans"/>
              <a:buNone/>
              <a:defRPr>
                <a:latin typeface="PT Sans"/>
                <a:ea typeface="PT Sans"/>
                <a:cs typeface="PT Sans"/>
                <a:sym typeface="PT Sans"/>
              </a:defRPr>
            </a:lvl8pPr>
            <a:lvl9pPr lvl="8" rtl="0" algn="ctr">
              <a:lnSpc>
                <a:spcPct val="100000"/>
              </a:lnSpc>
              <a:spcBef>
                <a:spcPts val="0"/>
              </a:spcBef>
              <a:spcAft>
                <a:spcPts val="0"/>
              </a:spcAft>
              <a:buSzPts val="1200"/>
              <a:buFont typeface="PT Sans"/>
              <a:buNone/>
              <a:defRPr>
                <a:latin typeface="PT Sans"/>
                <a:ea typeface="PT Sans"/>
                <a:cs typeface="PT Sans"/>
                <a:sym typeface="PT Sans"/>
              </a:defRPr>
            </a:lvl9pPr>
          </a:lstStyle>
          <a:p/>
        </p:txBody>
      </p:sp>
      <p:sp>
        <p:nvSpPr>
          <p:cNvPr id="158" name="Google Shape;158;p19"/>
          <p:cNvSpPr txBox="1"/>
          <p:nvPr>
            <p:ph hasCustomPrompt="1" idx="2" type="title"/>
          </p:nvPr>
        </p:nvSpPr>
        <p:spPr>
          <a:xfrm>
            <a:off x="1252403" y="2080661"/>
            <a:ext cx="4190700" cy="7335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6000"/>
              <a:buNone/>
              <a:defRPr sz="4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59" name="Google Shape;159;p19"/>
          <p:cNvSpPr txBox="1"/>
          <p:nvPr>
            <p:ph idx="3" type="subTitle"/>
          </p:nvPr>
        </p:nvSpPr>
        <p:spPr>
          <a:xfrm>
            <a:off x="1252403" y="2678261"/>
            <a:ext cx="4190700" cy="384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PT Sans"/>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Font typeface="PT Sans"/>
              <a:buNone/>
              <a:defRPr>
                <a:latin typeface="PT Sans"/>
                <a:ea typeface="PT Sans"/>
                <a:cs typeface="PT Sans"/>
                <a:sym typeface="PT Sans"/>
              </a:defRPr>
            </a:lvl4pPr>
            <a:lvl5pPr lvl="4" rtl="0" algn="ctr">
              <a:lnSpc>
                <a:spcPct val="100000"/>
              </a:lnSpc>
              <a:spcBef>
                <a:spcPts val="0"/>
              </a:spcBef>
              <a:spcAft>
                <a:spcPts val="0"/>
              </a:spcAft>
              <a:buSzPts val="1200"/>
              <a:buFont typeface="PT Sans"/>
              <a:buNone/>
              <a:defRPr>
                <a:latin typeface="PT Sans"/>
                <a:ea typeface="PT Sans"/>
                <a:cs typeface="PT Sans"/>
                <a:sym typeface="PT Sans"/>
              </a:defRPr>
            </a:lvl5pPr>
            <a:lvl6pPr lvl="5" rtl="0" algn="ctr">
              <a:lnSpc>
                <a:spcPct val="100000"/>
              </a:lnSpc>
              <a:spcBef>
                <a:spcPts val="0"/>
              </a:spcBef>
              <a:spcAft>
                <a:spcPts val="0"/>
              </a:spcAft>
              <a:buSzPts val="1200"/>
              <a:buFont typeface="PT Sans"/>
              <a:buNone/>
              <a:defRPr>
                <a:latin typeface="PT Sans"/>
                <a:ea typeface="PT Sans"/>
                <a:cs typeface="PT Sans"/>
                <a:sym typeface="PT Sans"/>
              </a:defRPr>
            </a:lvl6pPr>
            <a:lvl7pPr lvl="6" rtl="0" algn="ctr">
              <a:lnSpc>
                <a:spcPct val="100000"/>
              </a:lnSpc>
              <a:spcBef>
                <a:spcPts val="0"/>
              </a:spcBef>
              <a:spcAft>
                <a:spcPts val="0"/>
              </a:spcAft>
              <a:buSzPts val="1200"/>
              <a:buFont typeface="PT Sans"/>
              <a:buNone/>
              <a:defRPr>
                <a:latin typeface="PT Sans"/>
                <a:ea typeface="PT Sans"/>
                <a:cs typeface="PT Sans"/>
                <a:sym typeface="PT Sans"/>
              </a:defRPr>
            </a:lvl7pPr>
            <a:lvl8pPr lvl="7" rtl="0" algn="ctr">
              <a:lnSpc>
                <a:spcPct val="100000"/>
              </a:lnSpc>
              <a:spcBef>
                <a:spcPts val="0"/>
              </a:spcBef>
              <a:spcAft>
                <a:spcPts val="0"/>
              </a:spcAft>
              <a:buSzPts val="1200"/>
              <a:buFont typeface="PT Sans"/>
              <a:buNone/>
              <a:defRPr>
                <a:latin typeface="PT Sans"/>
                <a:ea typeface="PT Sans"/>
                <a:cs typeface="PT Sans"/>
                <a:sym typeface="PT Sans"/>
              </a:defRPr>
            </a:lvl8pPr>
            <a:lvl9pPr lvl="8" rtl="0" algn="ctr">
              <a:lnSpc>
                <a:spcPct val="100000"/>
              </a:lnSpc>
              <a:spcBef>
                <a:spcPts val="0"/>
              </a:spcBef>
              <a:spcAft>
                <a:spcPts val="0"/>
              </a:spcAft>
              <a:buSzPts val="1200"/>
              <a:buFont typeface="PT Sans"/>
              <a:buNone/>
              <a:defRPr>
                <a:latin typeface="PT Sans"/>
                <a:ea typeface="PT Sans"/>
                <a:cs typeface="PT Sans"/>
                <a:sym typeface="PT Sans"/>
              </a:defRPr>
            </a:lvl9pPr>
          </a:lstStyle>
          <a:p/>
        </p:txBody>
      </p:sp>
      <p:sp>
        <p:nvSpPr>
          <p:cNvPr id="160" name="Google Shape;160;p19"/>
          <p:cNvSpPr txBox="1"/>
          <p:nvPr>
            <p:ph hasCustomPrompt="1" idx="4" type="title"/>
          </p:nvPr>
        </p:nvSpPr>
        <p:spPr>
          <a:xfrm>
            <a:off x="1252404" y="3138786"/>
            <a:ext cx="4190700" cy="7335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6000"/>
              <a:buNone/>
              <a:defRPr sz="42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61" name="Google Shape;161;p19"/>
          <p:cNvSpPr txBox="1"/>
          <p:nvPr>
            <p:ph idx="5" type="subTitle"/>
          </p:nvPr>
        </p:nvSpPr>
        <p:spPr>
          <a:xfrm>
            <a:off x="1252404" y="3736386"/>
            <a:ext cx="4190700" cy="3846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PT Sans"/>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Font typeface="PT Sans"/>
              <a:buNone/>
              <a:defRPr>
                <a:latin typeface="PT Sans"/>
                <a:ea typeface="PT Sans"/>
                <a:cs typeface="PT Sans"/>
                <a:sym typeface="PT Sans"/>
              </a:defRPr>
            </a:lvl4pPr>
            <a:lvl5pPr lvl="4" rtl="0" algn="ctr">
              <a:lnSpc>
                <a:spcPct val="100000"/>
              </a:lnSpc>
              <a:spcBef>
                <a:spcPts val="0"/>
              </a:spcBef>
              <a:spcAft>
                <a:spcPts val="0"/>
              </a:spcAft>
              <a:buSzPts val="1200"/>
              <a:buFont typeface="PT Sans"/>
              <a:buNone/>
              <a:defRPr>
                <a:latin typeface="PT Sans"/>
                <a:ea typeface="PT Sans"/>
                <a:cs typeface="PT Sans"/>
                <a:sym typeface="PT Sans"/>
              </a:defRPr>
            </a:lvl5pPr>
            <a:lvl6pPr lvl="5" rtl="0" algn="ctr">
              <a:lnSpc>
                <a:spcPct val="100000"/>
              </a:lnSpc>
              <a:spcBef>
                <a:spcPts val="0"/>
              </a:spcBef>
              <a:spcAft>
                <a:spcPts val="0"/>
              </a:spcAft>
              <a:buSzPts val="1200"/>
              <a:buFont typeface="PT Sans"/>
              <a:buNone/>
              <a:defRPr>
                <a:latin typeface="PT Sans"/>
                <a:ea typeface="PT Sans"/>
                <a:cs typeface="PT Sans"/>
                <a:sym typeface="PT Sans"/>
              </a:defRPr>
            </a:lvl6pPr>
            <a:lvl7pPr lvl="6" rtl="0" algn="ctr">
              <a:lnSpc>
                <a:spcPct val="100000"/>
              </a:lnSpc>
              <a:spcBef>
                <a:spcPts val="0"/>
              </a:spcBef>
              <a:spcAft>
                <a:spcPts val="0"/>
              </a:spcAft>
              <a:buSzPts val="1200"/>
              <a:buFont typeface="PT Sans"/>
              <a:buNone/>
              <a:defRPr>
                <a:latin typeface="PT Sans"/>
                <a:ea typeface="PT Sans"/>
                <a:cs typeface="PT Sans"/>
                <a:sym typeface="PT Sans"/>
              </a:defRPr>
            </a:lvl7pPr>
            <a:lvl8pPr lvl="7" rtl="0" algn="ctr">
              <a:lnSpc>
                <a:spcPct val="100000"/>
              </a:lnSpc>
              <a:spcBef>
                <a:spcPts val="0"/>
              </a:spcBef>
              <a:spcAft>
                <a:spcPts val="0"/>
              </a:spcAft>
              <a:buSzPts val="1200"/>
              <a:buFont typeface="PT Sans"/>
              <a:buNone/>
              <a:defRPr>
                <a:latin typeface="PT Sans"/>
                <a:ea typeface="PT Sans"/>
                <a:cs typeface="PT Sans"/>
                <a:sym typeface="PT Sans"/>
              </a:defRPr>
            </a:lvl8pPr>
            <a:lvl9pPr lvl="8" rtl="0" algn="ctr">
              <a:lnSpc>
                <a:spcPct val="100000"/>
              </a:lnSpc>
              <a:spcBef>
                <a:spcPts val="0"/>
              </a:spcBef>
              <a:spcAft>
                <a:spcPts val="0"/>
              </a:spcAft>
              <a:buSzPts val="1200"/>
              <a:buFont typeface="PT Sans"/>
              <a:buNone/>
              <a:defRPr>
                <a:latin typeface="PT Sans"/>
                <a:ea typeface="PT Sans"/>
                <a:cs typeface="PT Sans"/>
                <a:sym typeface="PT Sans"/>
              </a:defRPr>
            </a:lvl9pPr>
          </a:lstStyle>
          <a:p/>
        </p:txBody>
      </p:sp>
      <p:sp>
        <p:nvSpPr>
          <p:cNvPr id="162" name="Google Shape;162;p19"/>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163" name="Shape 163"/>
        <p:cNvGrpSpPr/>
        <p:nvPr/>
      </p:nvGrpSpPr>
      <p:grpSpPr>
        <a:xfrm>
          <a:off x="0" y="0"/>
          <a:ext cx="0" cy="0"/>
          <a:chOff x="0" y="0"/>
          <a:chExt cx="0" cy="0"/>
        </a:xfrm>
      </p:grpSpPr>
      <p:grpSp>
        <p:nvGrpSpPr>
          <p:cNvPr id="164" name="Google Shape;164;p20"/>
          <p:cNvGrpSpPr/>
          <p:nvPr/>
        </p:nvGrpSpPr>
        <p:grpSpPr>
          <a:xfrm>
            <a:off x="396500" y="170424"/>
            <a:ext cx="8360126" cy="4398447"/>
            <a:chOff x="1054783" y="1029605"/>
            <a:chExt cx="7587010" cy="3902100"/>
          </a:xfrm>
        </p:grpSpPr>
        <p:sp>
          <p:nvSpPr>
            <p:cNvPr id="165" name="Google Shape;165;p20"/>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0"/>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 name="Google Shape;167;p2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68" name="Google Shape;168;p20"/>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169" name="Shape 169"/>
        <p:cNvGrpSpPr/>
        <p:nvPr/>
      </p:nvGrpSpPr>
      <p:grpSpPr>
        <a:xfrm>
          <a:off x="0" y="0"/>
          <a:ext cx="0" cy="0"/>
          <a:chOff x="0" y="0"/>
          <a:chExt cx="0" cy="0"/>
        </a:xfrm>
      </p:grpSpPr>
      <p:grpSp>
        <p:nvGrpSpPr>
          <p:cNvPr id="170" name="Google Shape;170;p21"/>
          <p:cNvGrpSpPr/>
          <p:nvPr/>
        </p:nvGrpSpPr>
        <p:grpSpPr>
          <a:xfrm>
            <a:off x="772525" y="726625"/>
            <a:ext cx="6578100" cy="3438300"/>
            <a:chOff x="772525" y="726625"/>
            <a:chExt cx="6578100" cy="3438300"/>
          </a:xfrm>
        </p:grpSpPr>
        <p:sp>
          <p:nvSpPr>
            <p:cNvPr id="171" name="Google Shape;171;p21"/>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1"/>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 name="Google Shape;173;p21"/>
          <p:cNvGrpSpPr/>
          <p:nvPr/>
        </p:nvGrpSpPr>
        <p:grpSpPr>
          <a:xfrm>
            <a:off x="4924175" y="2984325"/>
            <a:ext cx="3447300" cy="1584600"/>
            <a:chOff x="4924175" y="3441525"/>
            <a:chExt cx="3447300" cy="1584600"/>
          </a:xfrm>
        </p:grpSpPr>
        <p:sp>
          <p:nvSpPr>
            <p:cNvPr id="174" name="Google Shape;174;p21"/>
            <p:cNvSpPr/>
            <p:nvPr/>
          </p:nvSpPr>
          <p:spPr>
            <a:xfrm>
              <a:off x="4924175" y="3441525"/>
              <a:ext cx="3447300" cy="1584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1"/>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 name="Google Shape;176;p21"/>
          <p:cNvSpPr txBox="1"/>
          <p:nvPr>
            <p:ph type="ctrTitle"/>
          </p:nvPr>
        </p:nvSpPr>
        <p:spPr>
          <a:xfrm>
            <a:off x="1697375" y="1229575"/>
            <a:ext cx="3294600" cy="997800"/>
          </a:xfrm>
          <a:prstGeom prst="rect">
            <a:avLst/>
          </a:prstGeom>
        </p:spPr>
        <p:txBody>
          <a:bodyPr anchorCtr="0" anchor="t" bIns="91425" lIns="91425" spcFirstLastPara="1" rIns="91425" wrap="square" tIns="91425">
            <a:noAutofit/>
          </a:bodyPr>
          <a:lstStyle>
            <a:lvl1pPr lvl="0" rtl="0">
              <a:spcBef>
                <a:spcPts val="0"/>
              </a:spcBef>
              <a:spcAft>
                <a:spcPts val="0"/>
              </a:spcAft>
              <a:buSzPts val="5200"/>
              <a:buNone/>
              <a:defRPr sz="6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7" name="Google Shape;177;p21"/>
          <p:cNvSpPr txBox="1"/>
          <p:nvPr>
            <p:ph idx="1" type="subTitle"/>
          </p:nvPr>
        </p:nvSpPr>
        <p:spPr>
          <a:xfrm>
            <a:off x="1697375" y="2291627"/>
            <a:ext cx="3294600" cy="99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78" name="Google Shape;178;p21"/>
          <p:cNvSpPr txBox="1"/>
          <p:nvPr/>
        </p:nvSpPr>
        <p:spPr>
          <a:xfrm>
            <a:off x="5017075" y="3285800"/>
            <a:ext cx="3294600" cy="8259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Source Code Pro"/>
                <a:ea typeface="Source Code Pro"/>
                <a:cs typeface="Source Code Pro"/>
                <a:sym typeface="Source Code Pro"/>
              </a:rPr>
              <a:t>CREDITS:</a:t>
            </a:r>
            <a:r>
              <a:rPr lang="en" sz="1000">
                <a:solidFill>
                  <a:schemeClr val="dk1"/>
                </a:solidFill>
                <a:latin typeface="Source Code Pro"/>
                <a:ea typeface="Source Code Pro"/>
                <a:cs typeface="Source Code Pro"/>
                <a:sym typeface="Source Code Pro"/>
              </a:rPr>
              <a:t> This presentation template was created by </a:t>
            </a:r>
            <a:r>
              <a:rPr b="1" lang="en" sz="1000" u="sng">
                <a:solidFill>
                  <a:schemeClr val="dk1"/>
                </a:solidFill>
                <a:latin typeface="Source Code Pro"/>
                <a:ea typeface="Source Code Pro"/>
                <a:cs typeface="Source Code Pro"/>
                <a:sym typeface="Source Code Pro"/>
                <a:hlinkClick r:id="rId2">
                  <a:extLst>
                    <a:ext uri="{A12FA001-AC4F-418D-AE19-62706E023703}">
                      <ahyp:hlinkClr val="tx"/>
                    </a:ext>
                  </a:extLst>
                </a:hlinkClick>
              </a:rPr>
              <a:t>Slidesgo</a:t>
            </a:r>
            <a:r>
              <a:rPr lang="en" sz="1000">
                <a:solidFill>
                  <a:schemeClr val="dk1"/>
                </a:solidFill>
                <a:latin typeface="Source Code Pro"/>
                <a:ea typeface="Source Code Pro"/>
                <a:cs typeface="Source Code Pro"/>
                <a:sym typeface="Source Code Pro"/>
              </a:rPr>
              <a:t>, and includes icons by </a:t>
            </a:r>
            <a:r>
              <a:rPr b="1" lang="en" sz="1000" u="sng">
                <a:solidFill>
                  <a:schemeClr val="dk1"/>
                </a:solidFill>
                <a:latin typeface="Source Code Pro"/>
                <a:ea typeface="Source Code Pro"/>
                <a:cs typeface="Source Code Pro"/>
                <a:sym typeface="Source Code Pro"/>
                <a:hlinkClick r:id="rId3">
                  <a:extLst>
                    <a:ext uri="{A12FA001-AC4F-418D-AE19-62706E023703}">
                      <ahyp:hlinkClr val="tx"/>
                    </a:ext>
                  </a:extLst>
                </a:hlinkClick>
              </a:rPr>
              <a:t>Flaticon</a:t>
            </a:r>
            <a:r>
              <a:rPr lang="en" sz="1000">
                <a:solidFill>
                  <a:schemeClr val="dk1"/>
                </a:solidFill>
                <a:latin typeface="Source Code Pro"/>
                <a:ea typeface="Source Code Pro"/>
                <a:cs typeface="Source Code Pro"/>
                <a:sym typeface="Source Code Pro"/>
              </a:rPr>
              <a:t>, and infographics &amp; images by </a:t>
            </a:r>
            <a:r>
              <a:rPr b="1" lang="en" sz="1000" u="sng">
                <a:solidFill>
                  <a:schemeClr val="dk1"/>
                </a:solidFill>
                <a:latin typeface="Source Code Pro"/>
                <a:ea typeface="Source Code Pro"/>
                <a:cs typeface="Source Code Pro"/>
                <a:sym typeface="Source Code Pro"/>
                <a:hlinkClick r:id="rId4">
                  <a:extLst>
                    <a:ext uri="{A12FA001-AC4F-418D-AE19-62706E023703}">
                      <ahyp:hlinkClr val="tx"/>
                    </a:ext>
                  </a:extLst>
                </a:hlinkClick>
              </a:rPr>
              <a:t>Freepik</a:t>
            </a:r>
            <a:r>
              <a:rPr lang="en" sz="1000" u="sng">
                <a:solidFill>
                  <a:schemeClr val="dk1"/>
                </a:solidFill>
                <a:latin typeface="Source Code Pro"/>
                <a:ea typeface="Source Code Pro"/>
                <a:cs typeface="Source Code Pro"/>
                <a:sym typeface="Source Code Pro"/>
              </a:rPr>
              <a:t> </a:t>
            </a:r>
            <a:endParaRPr b="1" sz="1000" u="sng">
              <a:solidFill>
                <a:schemeClr val="dk1"/>
              </a:solidFill>
              <a:latin typeface="Source Code Pro"/>
              <a:ea typeface="Source Code Pro"/>
              <a:cs typeface="Source Code Pro"/>
              <a:sym typeface="Source Code Pro"/>
            </a:endParaRPr>
          </a:p>
        </p:txBody>
      </p:sp>
      <p:sp>
        <p:nvSpPr>
          <p:cNvPr id="179" name="Google Shape;179;p21"/>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180" name="Google Shape;180;p21"/>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4">
    <p:spTree>
      <p:nvGrpSpPr>
        <p:cNvPr id="182" name="Shape 182"/>
        <p:cNvGrpSpPr/>
        <p:nvPr/>
      </p:nvGrpSpPr>
      <p:grpSpPr>
        <a:xfrm>
          <a:off x="0" y="0"/>
          <a:ext cx="0" cy="0"/>
          <a:chOff x="0" y="0"/>
          <a:chExt cx="0" cy="0"/>
        </a:xfrm>
      </p:grpSpPr>
      <p:grpSp>
        <p:nvGrpSpPr>
          <p:cNvPr id="183" name="Google Shape;183;p22"/>
          <p:cNvGrpSpPr/>
          <p:nvPr/>
        </p:nvGrpSpPr>
        <p:grpSpPr>
          <a:xfrm>
            <a:off x="772525" y="726625"/>
            <a:ext cx="6578100" cy="3438300"/>
            <a:chOff x="772525" y="726625"/>
            <a:chExt cx="6578100" cy="3438300"/>
          </a:xfrm>
        </p:grpSpPr>
        <p:sp>
          <p:nvSpPr>
            <p:cNvPr id="184" name="Google Shape;184;p22"/>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2"/>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 name="Google Shape;186;p22"/>
          <p:cNvGrpSpPr/>
          <p:nvPr/>
        </p:nvGrpSpPr>
        <p:grpSpPr>
          <a:xfrm>
            <a:off x="4924175" y="2984325"/>
            <a:ext cx="3447300" cy="1584600"/>
            <a:chOff x="4924175" y="3441525"/>
            <a:chExt cx="3447300" cy="1584600"/>
          </a:xfrm>
        </p:grpSpPr>
        <p:sp>
          <p:nvSpPr>
            <p:cNvPr id="187" name="Google Shape;187;p22"/>
            <p:cNvSpPr/>
            <p:nvPr/>
          </p:nvSpPr>
          <p:spPr>
            <a:xfrm>
              <a:off x="4924175" y="3441525"/>
              <a:ext cx="3447300" cy="1584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2"/>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22"/>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grpSp>
        <p:nvGrpSpPr>
          <p:cNvPr id="190" name="Google Shape;190;p22"/>
          <p:cNvGrpSpPr/>
          <p:nvPr/>
        </p:nvGrpSpPr>
        <p:grpSpPr>
          <a:xfrm>
            <a:off x="11575" y="0"/>
            <a:ext cx="9132325" cy="414900"/>
            <a:chOff x="11575" y="0"/>
            <a:chExt cx="9132325" cy="414900"/>
          </a:xfrm>
        </p:grpSpPr>
        <p:sp>
          <p:nvSpPr>
            <p:cNvPr id="191" name="Google Shape;191;p22"/>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4_1">
    <p:spTree>
      <p:nvGrpSpPr>
        <p:cNvPr id="193" name="Shape 193"/>
        <p:cNvGrpSpPr/>
        <p:nvPr/>
      </p:nvGrpSpPr>
      <p:grpSpPr>
        <a:xfrm>
          <a:off x="0" y="0"/>
          <a:ext cx="0" cy="0"/>
          <a:chOff x="0" y="0"/>
          <a:chExt cx="0" cy="0"/>
        </a:xfrm>
      </p:grpSpPr>
      <p:grpSp>
        <p:nvGrpSpPr>
          <p:cNvPr id="194" name="Google Shape;194;p23"/>
          <p:cNvGrpSpPr/>
          <p:nvPr/>
        </p:nvGrpSpPr>
        <p:grpSpPr>
          <a:xfrm>
            <a:off x="396500" y="170424"/>
            <a:ext cx="8360126" cy="4398447"/>
            <a:chOff x="1054783" y="1029605"/>
            <a:chExt cx="7587010" cy="3902100"/>
          </a:xfrm>
        </p:grpSpPr>
        <p:sp>
          <p:nvSpPr>
            <p:cNvPr id="195" name="Google Shape;195;p23"/>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3"/>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 name="Google Shape;197;p23"/>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98" name="Shape 198"/>
        <p:cNvGrpSpPr/>
        <p:nvPr/>
      </p:nvGrpSpPr>
      <p:grpSpPr>
        <a:xfrm>
          <a:off x="0" y="0"/>
          <a:ext cx="0" cy="0"/>
          <a:chOff x="0" y="0"/>
          <a:chExt cx="0" cy="0"/>
        </a:xfrm>
      </p:grpSpPr>
      <p:sp>
        <p:nvSpPr>
          <p:cNvPr id="199" name="Google Shape;199;p24"/>
          <p:cNvSpPr txBox="1"/>
          <p:nvPr>
            <p:ph idx="1" type="body"/>
          </p:nvPr>
        </p:nvSpPr>
        <p:spPr>
          <a:xfrm>
            <a:off x="248575" y="112509"/>
            <a:ext cx="8646900" cy="401700"/>
          </a:xfrm>
          <a:prstGeom prst="rect">
            <a:avLst/>
          </a:prstGeom>
          <a:noFill/>
          <a:ln>
            <a:noFill/>
          </a:ln>
        </p:spPr>
        <p:txBody>
          <a:bodyPr anchorCtr="0" anchor="t" bIns="34275" lIns="68575" spcFirstLastPara="1" rIns="68575" wrap="square" tIns="34275">
            <a:spAutoFit/>
          </a:bodyPr>
          <a:lstStyle>
            <a:lvl1pPr indent="-228600" lvl="0" marL="457200" algn="ctr">
              <a:lnSpc>
                <a:spcPct val="90000"/>
              </a:lnSpc>
              <a:spcBef>
                <a:spcPts val="600"/>
              </a:spcBef>
              <a:spcAft>
                <a:spcPts val="0"/>
              </a:spcAft>
              <a:buClr>
                <a:schemeClr val="accent3"/>
              </a:buClr>
              <a:buSzPts val="2400"/>
              <a:buNone/>
              <a:defRPr b="1" sz="2400">
                <a:solidFill>
                  <a:schemeClr val="accent3"/>
                </a:solidFill>
              </a:defRPr>
            </a:lvl1pPr>
            <a:lvl2pPr indent="-317500" lvl="1" marL="914400" algn="l">
              <a:lnSpc>
                <a:spcPct val="90000"/>
              </a:lnSpc>
              <a:spcBef>
                <a:spcPts val="1200"/>
              </a:spcBef>
              <a:spcAft>
                <a:spcPts val="0"/>
              </a:spcAft>
              <a:buClr>
                <a:schemeClr val="dk1"/>
              </a:buClr>
              <a:buSzPts val="1400"/>
              <a:buChar char="○"/>
              <a:defRPr>
                <a:solidFill>
                  <a:schemeClr val="dk1"/>
                </a:solidFill>
                <a:latin typeface="Calibri"/>
                <a:ea typeface="Calibri"/>
                <a:cs typeface="Calibri"/>
                <a:sym typeface="Calibri"/>
              </a:defRPr>
            </a:lvl2pPr>
            <a:lvl3pPr indent="-317500" lvl="2" marL="1371600" algn="l">
              <a:lnSpc>
                <a:spcPct val="90000"/>
              </a:lnSpc>
              <a:spcBef>
                <a:spcPts val="1200"/>
              </a:spcBef>
              <a:spcAft>
                <a:spcPts val="0"/>
              </a:spcAft>
              <a:buClr>
                <a:schemeClr val="dk1"/>
              </a:buClr>
              <a:buSzPts val="1400"/>
              <a:buChar char="■"/>
              <a:defRPr sz="1400">
                <a:solidFill>
                  <a:schemeClr val="dk1"/>
                </a:solidFill>
                <a:latin typeface="Calibri"/>
                <a:ea typeface="Calibri"/>
                <a:cs typeface="Calibri"/>
                <a:sym typeface="Calibri"/>
              </a:defRPr>
            </a:lvl3pPr>
            <a:lvl4pPr indent="-317500" lvl="3" marL="1828800" algn="l">
              <a:lnSpc>
                <a:spcPct val="90000"/>
              </a:lnSpc>
              <a:spcBef>
                <a:spcPts val="1200"/>
              </a:spcBef>
              <a:spcAft>
                <a:spcPts val="0"/>
              </a:spcAft>
              <a:buClr>
                <a:schemeClr val="dk1"/>
              </a:buClr>
              <a:buSzPts val="1400"/>
              <a:buChar char="●"/>
              <a:defRPr sz="1400">
                <a:solidFill>
                  <a:schemeClr val="dk1"/>
                </a:solidFill>
                <a:latin typeface="Calibri"/>
                <a:ea typeface="Calibri"/>
                <a:cs typeface="Calibri"/>
                <a:sym typeface="Calibri"/>
              </a:defRPr>
            </a:lvl4pPr>
            <a:lvl5pPr indent="-317500" lvl="4" marL="2286000" algn="l">
              <a:lnSpc>
                <a:spcPct val="90000"/>
              </a:lnSpc>
              <a:spcBef>
                <a:spcPts val="1200"/>
              </a:spcBef>
              <a:spcAft>
                <a:spcPts val="0"/>
              </a:spcAft>
              <a:buClr>
                <a:schemeClr val="dk1"/>
              </a:buClr>
              <a:buSzPts val="1400"/>
              <a:buChar char="○"/>
              <a:defRPr sz="1400">
                <a:solidFill>
                  <a:schemeClr val="dk1"/>
                </a:solidFill>
                <a:latin typeface="Calibri"/>
                <a:ea typeface="Calibri"/>
                <a:cs typeface="Calibri"/>
                <a:sym typeface="Calibri"/>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00" name="Google Shape;200;p24"/>
          <p:cNvSpPr/>
          <p:nvPr/>
        </p:nvSpPr>
        <p:spPr>
          <a:xfrm>
            <a:off x="7192394" y="4299260"/>
            <a:ext cx="1949201" cy="844240"/>
          </a:xfrm>
          <a:custGeom>
            <a:rect b="b" l="l" r="r" t="t"/>
            <a:pathLst>
              <a:path extrusionOk="0" h="1125653" w="2598934">
                <a:moveTo>
                  <a:pt x="955043" y="1067577"/>
                </a:moveTo>
                <a:cubicBezTo>
                  <a:pt x="960448" y="1067577"/>
                  <a:pt x="965854" y="1069639"/>
                  <a:pt x="969978" y="1073763"/>
                </a:cubicBezTo>
                <a:cubicBezTo>
                  <a:pt x="974102" y="1077887"/>
                  <a:pt x="976164" y="1083292"/>
                  <a:pt x="976164" y="1088697"/>
                </a:cubicBezTo>
                <a:lnTo>
                  <a:pt x="970839" y="1101553"/>
                </a:lnTo>
                <a:lnTo>
                  <a:pt x="988835" y="1119066"/>
                </a:lnTo>
                <a:lnTo>
                  <a:pt x="995635" y="1125653"/>
                </a:lnTo>
                <a:lnTo>
                  <a:pt x="990432" y="1125653"/>
                </a:lnTo>
                <a:lnTo>
                  <a:pt x="986336" y="1121686"/>
                </a:lnTo>
                <a:lnTo>
                  <a:pt x="968439" y="1104268"/>
                </a:lnTo>
                <a:lnTo>
                  <a:pt x="955043" y="1109818"/>
                </a:lnTo>
                <a:cubicBezTo>
                  <a:pt x="949638" y="1109818"/>
                  <a:pt x="944233" y="1107756"/>
                  <a:pt x="940109" y="1103632"/>
                </a:cubicBezTo>
                <a:cubicBezTo>
                  <a:pt x="931861" y="1095383"/>
                  <a:pt x="931861" y="1082011"/>
                  <a:pt x="940109" y="1073763"/>
                </a:cubicBezTo>
                <a:cubicBezTo>
                  <a:pt x="944233" y="1069639"/>
                  <a:pt x="949638" y="1067577"/>
                  <a:pt x="955043" y="1067577"/>
                </a:cubicBezTo>
                <a:close/>
                <a:moveTo>
                  <a:pt x="663285" y="977901"/>
                </a:moveTo>
                <a:cubicBezTo>
                  <a:pt x="680798" y="971374"/>
                  <a:pt x="700286" y="980281"/>
                  <a:pt x="706813" y="997793"/>
                </a:cubicBezTo>
                <a:cubicBezTo>
                  <a:pt x="713340" y="1015306"/>
                  <a:pt x="704434" y="1034795"/>
                  <a:pt x="686921" y="1041322"/>
                </a:cubicBezTo>
                <a:lnTo>
                  <a:pt x="679474" y="1041054"/>
                </a:lnTo>
                <a:lnTo>
                  <a:pt x="679133" y="1125653"/>
                </a:lnTo>
                <a:lnTo>
                  <a:pt x="670070" y="1125653"/>
                </a:lnTo>
                <a:lnTo>
                  <a:pt x="670413" y="1040728"/>
                </a:lnTo>
                <a:lnTo>
                  <a:pt x="661038" y="1040391"/>
                </a:lnTo>
                <a:cubicBezTo>
                  <a:pt x="653161" y="1036791"/>
                  <a:pt x="646657" y="1030186"/>
                  <a:pt x="643393" y="1021429"/>
                </a:cubicBezTo>
                <a:cubicBezTo>
                  <a:pt x="636867" y="1003917"/>
                  <a:pt x="645773" y="984428"/>
                  <a:pt x="663285" y="977901"/>
                </a:cubicBezTo>
                <a:close/>
                <a:moveTo>
                  <a:pt x="1045557" y="977064"/>
                </a:moveTo>
                <a:cubicBezTo>
                  <a:pt x="1050962" y="977064"/>
                  <a:pt x="1056366" y="979127"/>
                  <a:pt x="1060491" y="983251"/>
                </a:cubicBezTo>
                <a:cubicBezTo>
                  <a:pt x="1064616" y="987376"/>
                  <a:pt x="1066678" y="992780"/>
                  <a:pt x="1066678" y="998185"/>
                </a:cubicBezTo>
                <a:lnTo>
                  <a:pt x="1061250" y="1011286"/>
                </a:lnTo>
                <a:lnTo>
                  <a:pt x="1175880" y="1125653"/>
                </a:lnTo>
                <a:lnTo>
                  <a:pt x="1170743" y="1125653"/>
                </a:lnTo>
                <a:lnTo>
                  <a:pt x="1058694" y="1013863"/>
                </a:lnTo>
                <a:lnTo>
                  <a:pt x="1045557" y="1019305"/>
                </a:lnTo>
                <a:cubicBezTo>
                  <a:pt x="1040153" y="1019305"/>
                  <a:pt x="1034749" y="1017243"/>
                  <a:pt x="1030624" y="1013118"/>
                </a:cubicBezTo>
                <a:cubicBezTo>
                  <a:pt x="1022374" y="1004869"/>
                  <a:pt x="1022374" y="991501"/>
                  <a:pt x="1030624" y="983251"/>
                </a:cubicBezTo>
                <a:cubicBezTo>
                  <a:pt x="1034749" y="979127"/>
                  <a:pt x="1040153" y="977064"/>
                  <a:pt x="1045557" y="977064"/>
                </a:cubicBezTo>
                <a:close/>
                <a:moveTo>
                  <a:pt x="1100454" y="899070"/>
                </a:moveTo>
                <a:cubicBezTo>
                  <a:pt x="1108456" y="895756"/>
                  <a:pt x="1117721" y="895494"/>
                  <a:pt x="1126354" y="899070"/>
                </a:cubicBezTo>
                <a:cubicBezTo>
                  <a:pt x="1143621" y="906222"/>
                  <a:pt x="1151821" y="926018"/>
                  <a:pt x="1144668" y="943285"/>
                </a:cubicBezTo>
                <a:lnTo>
                  <a:pt x="1138735" y="949218"/>
                </a:lnTo>
                <a:lnTo>
                  <a:pt x="1315340" y="1125653"/>
                </a:lnTo>
                <a:lnTo>
                  <a:pt x="1302508" y="1125653"/>
                </a:lnTo>
                <a:lnTo>
                  <a:pt x="1132322" y="955631"/>
                </a:lnTo>
                <a:lnTo>
                  <a:pt x="1126354" y="961600"/>
                </a:lnTo>
                <a:cubicBezTo>
                  <a:pt x="1118352" y="964914"/>
                  <a:pt x="1109087" y="965176"/>
                  <a:pt x="1100453" y="961600"/>
                </a:cubicBezTo>
                <a:cubicBezTo>
                  <a:pt x="1083187" y="954448"/>
                  <a:pt x="1074987" y="934652"/>
                  <a:pt x="1082139" y="917385"/>
                </a:cubicBezTo>
                <a:cubicBezTo>
                  <a:pt x="1085716" y="908751"/>
                  <a:pt x="1092453" y="902385"/>
                  <a:pt x="1100454" y="899070"/>
                </a:cubicBezTo>
                <a:close/>
                <a:moveTo>
                  <a:pt x="182541" y="836025"/>
                </a:moveTo>
                <a:cubicBezTo>
                  <a:pt x="187946" y="836025"/>
                  <a:pt x="193350" y="838088"/>
                  <a:pt x="197475" y="842212"/>
                </a:cubicBezTo>
                <a:cubicBezTo>
                  <a:pt x="201600" y="846337"/>
                  <a:pt x="203662" y="851741"/>
                  <a:pt x="203662" y="857145"/>
                </a:cubicBezTo>
                <a:lnTo>
                  <a:pt x="198225" y="870268"/>
                </a:lnTo>
                <a:lnTo>
                  <a:pt x="382590" y="1054619"/>
                </a:lnTo>
                <a:lnTo>
                  <a:pt x="382590" y="1125653"/>
                </a:lnTo>
                <a:lnTo>
                  <a:pt x="378962" y="1125653"/>
                </a:lnTo>
                <a:lnTo>
                  <a:pt x="378962" y="1056125"/>
                </a:lnTo>
                <a:lnTo>
                  <a:pt x="195665" y="872828"/>
                </a:lnTo>
                <a:lnTo>
                  <a:pt x="182541" y="878265"/>
                </a:lnTo>
                <a:cubicBezTo>
                  <a:pt x="177137" y="878265"/>
                  <a:pt x="171733" y="876203"/>
                  <a:pt x="167608" y="872078"/>
                </a:cubicBezTo>
                <a:cubicBezTo>
                  <a:pt x="159358" y="863829"/>
                  <a:pt x="159358" y="850461"/>
                  <a:pt x="167608" y="842212"/>
                </a:cubicBezTo>
                <a:cubicBezTo>
                  <a:pt x="171733" y="838088"/>
                  <a:pt x="177137" y="836025"/>
                  <a:pt x="182541" y="836025"/>
                </a:cubicBezTo>
                <a:close/>
                <a:moveTo>
                  <a:pt x="1496296" y="835829"/>
                </a:moveTo>
                <a:cubicBezTo>
                  <a:pt x="1501701" y="835829"/>
                  <a:pt x="1507105" y="837892"/>
                  <a:pt x="1511230" y="842016"/>
                </a:cubicBezTo>
                <a:cubicBezTo>
                  <a:pt x="1515355" y="846141"/>
                  <a:pt x="1517417" y="851545"/>
                  <a:pt x="1517417" y="856950"/>
                </a:cubicBezTo>
                <a:lnTo>
                  <a:pt x="1511998" y="870030"/>
                </a:lnTo>
                <a:lnTo>
                  <a:pt x="1647248" y="1004977"/>
                </a:lnTo>
                <a:lnTo>
                  <a:pt x="1767910" y="1125653"/>
                </a:lnTo>
                <a:lnTo>
                  <a:pt x="1762781" y="1125653"/>
                </a:lnTo>
                <a:lnTo>
                  <a:pt x="1643904" y="1006766"/>
                </a:lnTo>
                <a:lnTo>
                  <a:pt x="1509454" y="872619"/>
                </a:lnTo>
                <a:lnTo>
                  <a:pt x="1496296" y="878070"/>
                </a:lnTo>
                <a:cubicBezTo>
                  <a:pt x="1490892" y="878070"/>
                  <a:pt x="1485488" y="876008"/>
                  <a:pt x="1481363" y="871883"/>
                </a:cubicBezTo>
                <a:cubicBezTo>
                  <a:pt x="1473113" y="863634"/>
                  <a:pt x="1473113" y="850266"/>
                  <a:pt x="1481363" y="842016"/>
                </a:cubicBezTo>
                <a:cubicBezTo>
                  <a:pt x="1485488" y="837892"/>
                  <a:pt x="1490892" y="835829"/>
                  <a:pt x="1496296" y="835829"/>
                </a:cubicBezTo>
                <a:close/>
                <a:moveTo>
                  <a:pt x="281142" y="808010"/>
                </a:moveTo>
                <a:cubicBezTo>
                  <a:pt x="299832" y="808010"/>
                  <a:pt x="314983" y="823162"/>
                  <a:pt x="314983" y="841851"/>
                </a:cubicBezTo>
                <a:lnTo>
                  <a:pt x="306949" y="861247"/>
                </a:lnTo>
                <a:lnTo>
                  <a:pt x="371643" y="925941"/>
                </a:lnTo>
                <a:lnTo>
                  <a:pt x="391050" y="917902"/>
                </a:lnTo>
                <a:cubicBezTo>
                  <a:pt x="409740" y="917902"/>
                  <a:pt x="424891" y="933054"/>
                  <a:pt x="424891" y="951743"/>
                </a:cubicBezTo>
                <a:cubicBezTo>
                  <a:pt x="424891" y="970433"/>
                  <a:pt x="409740" y="985584"/>
                  <a:pt x="391050" y="985584"/>
                </a:cubicBezTo>
                <a:cubicBezTo>
                  <a:pt x="372361" y="985584"/>
                  <a:pt x="357210" y="970433"/>
                  <a:pt x="357210" y="951743"/>
                </a:cubicBezTo>
                <a:lnTo>
                  <a:pt x="365241" y="932355"/>
                </a:lnTo>
                <a:lnTo>
                  <a:pt x="300542" y="867656"/>
                </a:lnTo>
                <a:lnTo>
                  <a:pt x="281142" y="875692"/>
                </a:lnTo>
                <a:cubicBezTo>
                  <a:pt x="262453" y="875692"/>
                  <a:pt x="247302" y="860541"/>
                  <a:pt x="247302" y="841851"/>
                </a:cubicBezTo>
                <a:cubicBezTo>
                  <a:pt x="247302" y="823162"/>
                  <a:pt x="262453" y="808010"/>
                  <a:pt x="281142" y="808010"/>
                </a:cubicBezTo>
                <a:close/>
                <a:moveTo>
                  <a:pt x="33840" y="792430"/>
                </a:moveTo>
                <a:cubicBezTo>
                  <a:pt x="52530" y="792430"/>
                  <a:pt x="67681" y="807581"/>
                  <a:pt x="67681" y="826271"/>
                </a:cubicBezTo>
                <a:lnTo>
                  <a:pt x="59648" y="845665"/>
                </a:lnTo>
                <a:lnTo>
                  <a:pt x="287571" y="1073589"/>
                </a:lnTo>
                <a:lnTo>
                  <a:pt x="287571" y="1125653"/>
                </a:lnTo>
                <a:lnTo>
                  <a:pt x="278509" y="1125653"/>
                </a:lnTo>
                <a:lnTo>
                  <a:pt x="278509" y="1077336"/>
                </a:lnTo>
                <a:lnTo>
                  <a:pt x="53247" y="852074"/>
                </a:lnTo>
                <a:lnTo>
                  <a:pt x="33840" y="860112"/>
                </a:lnTo>
                <a:cubicBezTo>
                  <a:pt x="15151" y="860112"/>
                  <a:pt x="0" y="844961"/>
                  <a:pt x="0" y="826271"/>
                </a:cubicBezTo>
                <a:cubicBezTo>
                  <a:pt x="0" y="807581"/>
                  <a:pt x="15151" y="792430"/>
                  <a:pt x="33840" y="792430"/>
                </a:cubicBezTo>
                <a:close/>
                <a:moveTo>
                  <a:pt x="1237387" y="643503"/>
                </a:moveTo>
                <a:cubicBezTo>
                  <a:pt x="1249052" y="643503"/>
                  <a:pt x="1258507" y="652959"/>
                  <a:pt x="1258507" y="664623"/>
                </a:cubicBezTo>
                <a:cubicBezTo>
                  <a:pt x="1258507" y="670456"/>
                  <a:pt x="1256143" y="675736"/>
                  <a:pt x="1252321" y="679557"/>
                </a:cubicBezTo>
                <a:lnTo>
                  <a:pt x="1239211" y="684988"/>
                </a:lnTo>
                <a:lnTo>
                  <a:pt x="1239164" y="758753"/>
                </a:lnTo>
                <a:cubicBezTo>
                  <a:pt x="1238471" y="803433"/>
                  <a:pt x="1237764" y="849618"/>
                  <a:pt x="1241361" y="895622"/>
                </a:cubicBezTo>
                <a:lnTo>
                  <a:pt x="1470658" y="1125653"/>
                </a:lnTo>
                <a:lnTo>
                  <a:pt x="1465518" y="1125653"/>
                </a:lnTo>
                <a:lnTo>
                  <a:pt x="1238305" y="897715"/>
                </a:lnTo>
                <a:lnTo>
                  <a:pt x="1237839" y="897248"/>
                </a:lnTo>
                <a:lnTo>
                  <a:pt x="1237854" y="897233"/>
                </a:lnTo>
                <a:lnTo>
                  <a:pt x="1237809" y="896570"/>
                </a:lnTo>
                <a:cubicBezTo>
                  <a:pt x="1234135" y="850175"/>
                  <a:pt x="1234843" y="803674"/>
                  <a:pt x="1235536" y="758693"/>
                </a:cubicBezTo>
                <a:lnTo>
                  <a:pt x="1235583" y="684996"/>
                </a:lnTo>
                <a:lnTo>
                  <a:pt x="1222453" y="679557"/>
                </a:lnTo>
                <a:cubicBezTo>
                  <a:pt x="1218631" y="675736"/>
                  <a:pt x="1216267" y="670456"/>
                  <a:pt x="1216267" y="664623"/>
                </a:cubicBezTo>
                <a:cubicBezTo>
                  <a:pt x="1216267" y="652959"/>
                  <a:pt x="1225723" y="643503"/>
                  <a:pt x="1237387" y="643503"/>
                </a:cubicBezTo>
                <a:close/>
                <a:moveTo>
                  <a:pt x="2520840" y="521597"/>
                </a:moveTo>
                <a:cubicBezTo>
                  <a:pt x="2527508" y="521597"/>
                  <a:pt x="2534177" y="524141"/>
                  <a:pt x="2539265" y="529229"/>
                </a:cubicBezTo>
                <a:cubicBezTo>
                  <a:pt x="2549441" y="539406"/>
                  <a:pt x="2549441" y="555904"/>
                  <a:pt x="2539265" y="566081"/>
                </a:cubicBezTo>
                <a:cubicBezTo>
                  <a:pt x="2529089" y="576257"/>
                  <a:pt x="2512590" y="576257"/>
                  <a:pt x="2502414" y="566081"/>
                </a:cubicBezTo>
                <a:cubicBezTo>
                  <a:pt x="2492237" y="555904"/>
                  <a:pt x="2492237" y="539406"/>
                  <a:pt x="2502414" y="529229"/>
                </a:cubicBezTo>
                <a:cubicBezTo>
                  <a:pt x="2507502" y="524141"/>
                  <a:pt x="2514171" y="521597"/>
                  <a:pt x="2520840" y="521597"/>
                </a:cubicBezTo>
                <a:close/>
                <a:moveTo>
                  <a:pt x="1273290" y="453781"/>
                </a:moveTo>
                <a:cubicBezTo>
                  <a:pt x="1278694" y="453781"/>
                  <a:pt x="1284099" y="455843"/>
                  <a:pt x="1288224" y="459968"/>
                </a:cubicBezTo>
                <a:cubicBezTo>
                  <a:pt x="1296473" y="468217"/>
                  <a:pt x="1296473" y="481585"/>
                  <a:pt x="1288224" y="489834"/>
                </a:cubicBezTo>
                <a:cubicBezTo>
                  <a:pt x="1284099" y="493959"/>
                  <a:pt x="1278694" y="496021"/>
                  <a:pt x="1273290" y="496021"/>
                </a:cubicBezTo>
                <a:lnTo>
                  <a:pt x="1260166" y="490584"/>
                </a:lnTo>
                <a:lnTo>
                  <a:pt x="965936" y="784815"/>
                </a:lnTo>
                <a:lnTo>
                  <a:pt x="971373" y="797939"/>
                </a:lnTo>
                <a:cubicBezTo>
                  <a:pt x="971373" y="803343"/>
                  <a:pt x="969311" y="808748"/>
                  <a:pt x="965186" y="812872"/>
                </a:cubicBezTo>
                <a:cubicBezTo>
                  <a:pt x="956936" y="821122"/>
                  <a:pt x="943568" y="821122"/>
                  <a:pt x="935319" y="812872"/>
                </a:cubicBezTo>
                <a:cubicBezTo>
                  <a:pt x="927069" y="804623"/>
                  <a:pt x="927069" y="791255"/>
                  <a:pt x="935319" y="783005"/>
                </a:cubicBezTo>
                <a:cubicBezTo>
                  <a:pt x="939444" y="778881"/>
                  <a:pt x="944848" y="776818"/>
                  <a:pt x="950252" y="776818"/>
                </a:cubicBezTo>
                <a:lnTo>
                  <a:pt x="963368" y="782252"/>
                </a:lnTo>
                <a:lnTo>
                  <a:pt x="1257604" y="488016"/>
                </a:lnTo>
                <a:lnTo>
                  <a:pt x="1252170" y="474901"/>
                </a:lnTo>
                <a:cubicBezTo>
                  <a:pt x="1252170" y="469497"/>
                  <a:pt x="1254232" y="464092"/>
                  <a:pt x="1258357" y="459968"/>
                </a:cubicBezTo>
                <a:cubicBezTo>
                  <a:pt x="1262482" y="455843"/>
                  <a:pt x="1267886" y="453781"/>
                  <a:pt x="1273290" y="453781"/>
                </a:cubicBezTo>
                <a:close/>
                <a:moveTo>
                  <a:pt x="574134" y="435708"/>
                </a:moveTo>
                <a:cubicBezTo>
                  <a:pt x="582798" y="435708"/>
                  <a:pt x="591461" y="439012"/>
                  <a:pt x="598070" y="445621"/>
                </a:cubicBezTo>
                <a:cubicBezTo>
                  <a:pt x="611287" y="458838"/>
                  <a:pt x="611287" y="480274"/>
                  <a:pt x="598070" y="493492"/>
                </a:cubicBezTo>
                <a:lnTo>
                  <a:pt x="578500" y="501597"/>
                </a:lnTo>
                <a:lnTo>
                  <a:pt x="578500" y="1125653"/>
                </a:lnTo>
                <a:lnTo>
                  <a:pt x="569438" y="1125653"/>
                </a:lnTo>
                <a:lnTo>
                  <a:pt x="569438" y="501460"/>
                </a:lnTo>
                <a:lnTo>
                  <a:pt x="550199" y="493492"/>
                </a:lnTo>
                <a:cubicBezTo>
                  <a:pt x="536981" y="480274"/>
                  <a:pt x="536981" y="458838"/>
                  <a:pt x="550199" y="445621"/>
                </a:cubicBezTo>
                <a:cubicBezTo>
                  <a:pt x="556808" y="439012"/>
                  <a:pt x="565471" y="435708"/>
                  <a:pt x="574134" y="435708"/>
                </a:cubicBezTo>
                <a:close/>
                <a:moveTo>
                  <a:pt x="2394780" y="395537"/>
                </a:moveTo>
                <a:cubicBezTo>
                  <a:pt x="2401448" y="395537"/>
                  <a:pt x="2408117" y="398081"/>
                  <a:pt x="2413205" y="403169"/>
                </a:cubicBezTo>
                <a:cubicBezTo>
                  <a:pt x="2423381" y="413346"/>
                  <a:pt x="2423381" y="429844"/>
                  <a:pt x="2413205" y="440021"/>
                </a:cubicBezTo>
                <a:cubicBezTo>
                  <a:pt x="2403029" y="450197"/>
                  <a:pt x="2386530" y="450197"/>
                  <a:pt x="2376354" y="440021"/>
                </a:cubicBezTo>
                <a:cubicBezTo>
                  <a:pt x="2366177" y="429844"/>
                  <a:pt x="2366177" y="413346"/>
                  <a:pt x="2376354" y="403169"/>
                </a:cubicBezTo>
                <a:cubicBezTo>
                  <a:pt x="2381442" y="398081"/>
                  <a:pt x="2388111" y="395537"/>
                  <a:pt x="2394780" y="395537"/>
                </a:cubicBezTo>
                <a:close/>
                <a:moveTo>
                  <a:pt x="1376363" y="375336"/>
                </a:moveTo>
                <a:cubicBezTo>
                  <a:pt x="1381768" y="375336"/>
                  <a:pt x="1387172" y="377398"/>
                  <a:pt x="1391297" y="381523"/>
                </a:cubicBezTo>
                <a:cubicBezTo>
                  <a:pt x="1399546" y="389772"/>
                  <a:pt x="1399546" y="403140"/>
                  <a:pt x="1391297" y="411389"/>
                </a:cubicBezTo>
                <a:lnTo>
                  <a:pt x="1378200" y="416815"/>
                </a:lnTo>
                <a:lnTo>
                  <a:pt x="1378525" y="637626"/>
                </a:lnTo>
                <a:cubicBezTo>
                  <a:pt x="1378576" y="718124"/>
                  <a:pt x="1378576" y="798369"/>
                  <a:pt x="1378576" y="877273"/>
                </a:cubicBezTo>
                <a:cubicBezTo>
                  <a:pt x="1454251" y="952933"/>
                  <a:pt x="1530679" y="1028909"/>
                  <a:pt x="1604593" y="1102371"/>
                </a:cubicBezTo>
                <a:lnTo>
                  <a:pt x="1627939" y="1125653"/>
                </a:lnTo>
                <a:lnTo>
                  <a:pt x="1622799" y="1125653"/>
                </a:lnTo>
                <a:lnTo>
                  <a:pt x="1602034" y="1104946"/>
                </a:lnTo>
                <a:cubicBezTo>
                  <a:pt x="1527954" y="1031303"/>
                  <a:pt x="1451331" y="955146"/>
                  <a:pt x="1375490" y="879305"/>
                </a:cubicBezTo>
                <a:lnTo>
                  <a:pt x="1374963" y="878778"/>
                </a:lnTo>
                <a:lnTo>
                  <a:pt x="1374948" y="878778"/>
                </a:lnTo>
                <a:lnTo>
                  <a:pt x="1374948" y="878026"/>
                </a:lnTo>
                <a:cubicBezTo>
                  <a:pt x="1374948" y="799008"/>
                  <a:pt x="1374948" y="718643"/>
                  <a:pt x="1374897" y="638019"/>
                </a:cubicBezTo>
                <a:lnTo>
                  <a:pt x="1374572" y="416834"/>
                </a:lnTo>
                <a:lnTo>
                  <a:pt x="1361430" y="411389"/>
                </a:lnTo>
                <a:cubicBezTo>
                  <a:pt x="1353180" y="403140"/>
                  <a:pt x="1353180" y="389772"/>
                  <a:pt x="1361430" y="381523"/>
                </a:cubicBezTo>
                <a:cubicBezTo>
                  <a:pt x="1365555" y="377398"/>
                  <a:pt x="1370959" y="375336"/>
                  <a:pt x="1376363" y="375336"/>
                </a:cubicBezTo>
                <a:close/>
                <a:moveTo>
                  <a:pt x="1637335" y="346101"/>
                </a:moveTo>
                <a:cubicBezTo>
                  <a:pt x="1643167" y="346101"/>
                  <a:pt x="1648447" y="348465"/>
                  <a:pt x="1652269" y="352287"/>
                </a:cubicBezTo>
                <a:lnTo>
                  <a:pt x="1656613" y="362774"/>
                </a:lnTo>
                <a:lnTo>
                  <a:pt x="1898939" y="363653"/>
                </a:lnTo>
                <a:lnTo>
                  <a:pt x="1900760" y="363653"/>
                </a:lnTo>
                <a:lnTo>
                  <a:pt x="1902070" y="364917"/>
                </a:lnTo>
                <a:cubicBezTo>
                  <a:pt x="1954277" y="415076"/>
                  <a:pt x="2005384" y="466696"/>
                  <a:pt x="2054805" y="516630"/>
                </a:cubicBezTo>
                <a:cubicBezTo>
                  <a:pt x="2104528" y="566849"/>
                  <a:pt x="2155952" y="618799"/>
                  <a:pt x="2209196" y="669997"/>
                </a:cubicBezTo>
                <a:cubicBezTo>
                  <a:pt x="2211951" y="672752"/>
                  <a:pt x="2214676" y="677960"/>
                  <a:pt x="2214676" y="683500"/>
                </a:cubicBezTo>
                <a:lnTo>
                  <a:pt x="2214676" y="683711"/>
                </a:lnTo>
                <a:cubicBezTo>
                  <a:pt x="2212342" y="733915"/>
                  <a:pt x="2212674" y="785655"/>
                  <a:pt x="2213005" y="835694"/>
                </a:cubicBezTo>
                <a:cubicBezTo>
                  <a:pt x="2213246" y="872576"/>
                  <a:pt x="2213502" y="910677"/>
                  <a:pt x="2212674" y="947860"/>
                </a:cubicBezTo>
                <a:lnTo>
                  <a:pt x="2213171" y="948357"/>
                </a:lnTo>
                <a:lnTo>
                  <a:pt x="2389531" y="1125653"/>
                </a:lnTo>
                <a:lnTo>
                  <a:pt x="2376727" y="1125653"/>
                </a:lnTo>
                <a:lnTo>
                  <a:pt x="2206728" y="954739"/>
                </a:lnTo>
                <a:lnTo>
                  <a:pt x="2203521" y="951502"/>
                </a:lnTo>
                <a:lnTo>
                  <a:pt x="2203566" y="949575"/>
                </a:lnTo>
                <a:cubicBezTo>
                  <a:pt x="2204439" y="911926"/>
                  <a:pt x="2204184" y="873208"/>
                  <a:pt x="2203942" y="835754"/>
                </a:cubicBezTo>
                <a:cubicBezTo>
                  <a:pt x="2203611" y="785640"/>
                  <a:pt x="2203280" y="733825"/>
                  <a:pt x="2205614" y="683410"/>
                </a:cubicBezTo>
                <a:cubicBezTo>
                  <a:pt x="2205568" y="680489"/>
                  <a:pt x="2203973" y="677599"/>
                  <a:pt x="2202844" y="676470"/>
                </a:cubicBezTo>
                <a:cubicBezTo>
                  <a:pt x="2149584" y="625257"/>
                  <a:pt x="2098115" y="573276"/>
                  <a:pt x="2048347" y="522997"/>
                </a:cubicBezTo>
                <a:lnTo>
                  <a:pt x="2048378" y="522997"/>
                </a:lnTo>
                <a:cubicBezTo>
                  <a:pt x="1999407" y="473530"/>
                  <a:pt x="1948782" y="422393"/>
                  <a:pt x="1897118" y="372715"/>
                </a:cubicBezTo>
                <a:lnTo>
                  <a:pt x="1656543" y="371837"/>
                </a:lnTo>
                <a:lnTo>
                  <a:pt x="1652269" y="382155"/>
                </a:lnTo>
                <a:cubicBezTo>
                  <a:pt x="1648447" y="385977"/>
                  <a:pt x="1643167" y="388341"/>
                  <a:pt x="1637335" y="388341"/>
                </a:cubicBezTo>
                <a:cubicBezTo>
                  <a:pt x="1625670" y="388341"/>
                  <a:pt x="1616215" y="378886"/>
                  <a:pt x="1616215" y="367221"/>
                </a:cubicBezTo>
                <a:cubicBezTo>
                  <a:pt x="1616215" y="355556"/>
                  <a:pt x="1625670" y="346101"/>
                  <a:pt x="1637335" y="346101"/>
                </a:cubicBezTo>
                <a:close/>
                <a:moveTo>
                  <a:pt x="1437888" y="301083"/>
                </a:moveTo>
                <a:cubicBezTo>
                  <a:pt x="1446551" y="301083"/>
                  <a:pt x="1455215" y="304387"/>
                  <a:pt x="1461823" y="310995"/>
                </a:cubicBezTo>
                <a:cubicBezTo>
                  <a:pt x="1468432" y="317604"/>
                  <a:pt x="1471736" y="326268"/>
                  <a:pt x="1471736" y="334931"/>
                </a:cubicBezTo>
                <a:lnTo>
                  <a:pt x="1463730" y="354263"/>
                </a:lnTo>
                <a:lnTo>
                  <a:pt x="1511275" y="401543"/>
                </a:lnTo>
                <a:cubicBezTo>
                  <a:pt x="1539622" y="429046"/>
                  <a:pt x="1568931" y="457483"/>
                  <a:pt x="1597172" y="487997"/>
                </a:cubicBezTo>
                <a:lnTo>
                  <a:pt x="1597608" y="488479"/>
                </a:lnTo>
                <a:lnTo>
                  <a:pt x="1597895" y="489051"/>
                </a:lnTo>
                <a:cubicBezTo>
                  <a:pt x="1600137" y="493552"/>
                  <a:pt x="1602456" y="498204"/>
                  <a:pt x="1602441" y="503367"/>
                </a:cubicBezTo>
                <a:lnTo>
                  <a:pt x="1602441" y="503819"/>
                </a:lnTo>
                <a:cubicBezTo>
                  <a:pt x="1600122" y="526941"/>
                  <a:pt x="1600453" y="549958"/>
                  <a:pt x="1600785" y="572223"/>
                </a:cubicBezTo>
                <a:cubicBezTo>
                  <a:pt x="1601026" y="588526"/>
                  <a:pt x="1601266" y="605356"/>
                  <a:pt x="1600499" y="622367"/>
                </a:cubicBezTo>
                <a:cubicBezTo>
                  <a:pt x="1707982" y="728496"/>
                  <a:pt x="1816159" y="837139"/>
                  <a:pt x="1920782" y="942214"/>
                </a:cubicBezTo>
                <a:cubicBezTo>
                  <a:pt x="1972658" y="994300"/>
                  <a:pt x="2026279" y="1048162"/>
                  <a:pt x="2079012" y="1100895"/>
                </a:cubicBezTo>
                <a:cubicBezTo>
                  <a:pt x="2095481" y="1101588"/>
                  <a:pt x="2111935" y="1101107"/>
                  <a:pt x="2127862" y="1100640"/>
                </a:cubicBezTo>
                <a:cubicBezTo>
                  <a:pt x="2152745" y="1099917"/>
                  <a:pt x="2178472" y="1099165"/>
                  <a:pt x="2204636" y="1102898"/>
                </a:cubicBezTo>
                <a:lnTo>
                  <a:pt x="2206171" y="1103124"/>
                </a:lnTo>
                <a:lnTo>
                  <a:pt x="2207255" y="1104238"/>
                </a:lnTo>
                <a:lnTo>
                  <a:pt x="2228537" y="1125653"/>
                </a:lnTo>
                <a:lnTo>
                  <a:pt x="2215725" y="1125653"/>
                </a:lnTo>
                <a:lnTo>
                  <a:pt x="2201821" y="1111659"/>
                </a:lnTo>
                <a:cubicBezTo>
                  <a:pt x="2176937" y="1108272"/>
                  <a:pt x="2152128" y="1108995"/>
                  <a:pt x="2128118" y="1109702"/>
                </a:cubicBezTo>
                <a:cubicBezTo>
                  <a:pt x="2111438" y="1110199"/>
                  <a:pt x="2094216" y="1110696"/>
                  <a:pt x="2076814" y="1109868"/>
                </a:cubicBezTo>
                <a:lnTo>
                  <a:pt x="2075069" y="1109777"/>
                </a:lnTo>
                <a:lnTo>
                  <a:pt x="2073834" y="1108543"/>
                </a:lnTo>
                <a:cubicBezTo>
                  <a:pt x="2020694" y="1055403"/>
                  <a:pt x="1966621" y="1001104"/>
                  <a:pt x="1914339" y="948597"/>
                </a:cubicBezTo>
                <a:cubicBezTo>
                  <a:pt x="1809249" y="843070"/>
                  <a:pt x="1700591" y="733945"/>
                  <a:pt x="1592671" y="627380"/>
                </a:cubicBezTo>
                <a:lnTo>
                  <a:pt x="1591225" y="625949"/>
                </a:lnTo>
                <a:lnTo>
                  <a:pt x="1591331" y="623917"/>
                </a:lnTo>
                <a:cubicBezTo>
                  <a:pt x="1592204" y="606500"/>
                  <a:pt x="1591949" y="589128"/>
                  <a:pt x="1591707" y="572328"/>
                </a:cubicBezTo>
                <a:cubicBezTo>
                  <a:pt x="1591376" y="549883"/>
                  <a:pt x="1591045" y="526685"/>
                  <a:pt x="1593378" y="503126"/>
                </a:cubicBezTo>
                <a:cubicBezTo>
                  <a:pt x="1593303" y="500296"/>
                  <a:pt x="1591752" y="497060"/>
                  <a:pt x="1590051" y="493642"/>
                </a:cubicBezTo>
                <a:cubicBezTo>
                  <a:pt x="1562112" y="463490"/>
                  <a:pt x="1533043" y="435279"/>
                  <a:pt x="1504938" y="408001"/>
                </a:cubicBezTo>
                <a:lnTo>
                  <a:pt x="1504953" y="408062"/>
                </a:lnTo>
                <a:lnTo>
                  <a:pt x="1457354" y="360718"/>
                </a:lnTo>
                <a:lnTo>
                  <a:pt x="1437888" y="368780"/>
                </a:lnTo>
                <a:cubicBezTo>
                  <a:pt x="1429224" y="368780"/>
                  <a:pt x="1420561" y="365476"/>
                  <a:pt x="1413952" y="358867"/>
                </a:cubicBezTo>
                <a:cubicBezTo>
                  <a:pt x="1400735" y="345649"/>
                  <a:pt x="1400735" y="324213"/>
                  <a:pt x="1413952" y="310995"/>
                </a:cubicBezTo>
                <a:cubicBezTo>
                  <a:pt x="1420561" y="304387"/>
                  <a:pt x="1429224" y="301083"/>
                  <a:pt x="1437888" y="301083"/>
                </a:cubicBezTo>
                <a:close/>
                <a:moveTo>
                  <a:pt x="2268719" y="269477"/>
                </a:moveTo>
                <a:cubicBezTo>
                  <a:pt x="2275388" y="269477"/>
                  <a:pt x="2282057" y="272021"/>
                  <a:pt x="2287145" y="277109"/>
                </a:cubicBezTo>
                <a:cubicBezTo>
                  <a:pt x="2297321" y="287285"/>
                  <a:pt x="2297321" y="303784"/>
                  <a:pt x="2287145" y="313961"/>
                </a:cubicBezTo>
                <a:cubicBezTo>
                  <a:pt x="2276969" y="324137"/>
                  <a:pt x="2260470" y="324137"/>
                  <a:pt x="2250294" y="313961"/>
                </a:cubicBezTo>
                <a:cubicBezTo>
                  <a:pt x="2240117" y="303784"/>
                  <a:pt x="2240117" y="287285"/>
                  <a:pt x="2250294" y="277109"/>
                </a:cubicBezTo>
                <a:cubicBezTo>
                  <a:pt x="2255382" y="272021"/>
                  <a:pt x="2262051" y="269477"/>
                  <a:pt x="2268719" y="269477"/>
                </a:cubicBezTo>
                <a:close/>
                <a:moveTo>
                  <a:pt x="1521466" y="230232"/>
                </a:moveTo>
                <a:cubicBezTo>
                  <a:pt x="1527299" y="230232"/>
                  <a:pt x="1532578" y="232596"/>
                  <a:pt x="1536400" y="236418"/>
                </a:cubicBezTo>
                <a:lnTo>
                  <a:pt x="1541840" y="249550"/>
                </a:lnTo>
                <a:lnTo>
                  <a:pt x="2044284" y="249666"/>
                </a:lnTo>
                <a:lnTo>
                  <a:pt x="2045037" y="249666"/>
                </a:lnTo>
                <a:lnTo>
                  <a:pt x="2439234" y="643864"/>
                </a:lnTo>
                <a:lnTo>
                  <a:pt x="2439234" y="951006"/>
                </a:lnTo>
                <a:lnTo>
                  <a:pt x="2598934" y="1111558"/>
                </a:lnTo>
                <a:lnTo>
                  <a:pt x="2598934" y="1116702"/>
                </a:lnTo>
                <a:lnTo>
                  <a:pt x="2436314" y="953203"/>
                </a:lnTo>
                <a:lnTo>
                  <a:pt x="2435606" y="952481"/>
                </a:lnTo>
                <a:lnTo>
                  <a:pt x="2435606" y="645369"/>
                </a:lnTo>
                <a:lnTo>
                  <a:pt x="2043531" y="253294"/>
                </a:lnTo>
                <a:lnTo>
                  <a:pt x="1541830" y="253178"/>
                </a:lnTo>
                <a:lnTo>
                  <a:pt x="1536400" y="266286"/>
                </a:lnTo>
                <a:cubicBezTo>
                  <a:pt x="1532578" y="270108"/>
                  <a:pt x="1527299" y="272472"/>
                  <a:pt x="1521466" y="272472"/>
                </a:cubicBezTo>
                <a:cubicBezTo>
                  <a:pt x="1509801" y="272472"/>
                  <a:pt x="1500346" y="263016"/>
                  <a:pt x="1500346" y="251352"/>
                </a:cubicBezTo>
                <a:cubicBezTo>
                  <a:pt x="1500346" y="239687"/>
                  <a:pt x="1509801" y="230232"/>
                  <a:pt x="1521466" y="230232"/>
                </a:cubicBezTo>
                <a:close/>
                <a:moveTo>
                  <a:pt x="1623636" y="128062"/>
                </a:moveTo>
                <a:cubicBezTo>
                  <a:pt x="1629041" y="128062"/>
                  <a:pt x="1634445" y="130124"/>
                  <a:pt x="1638570" y="134249"/>
                </a:cubicBezTo>
                <a:lnTo>
                  <a:pt x="1644008" y="147373"/>
                </a:lnTo>
                <a:lnTo>
                  <a:pt x="2365756" y="147286"/>
                </a:lnTo>
                <a:lnTo>
                  <a:pt x="2366523" y="147286"/>
                </a:lnTo>
                <a:lnTo>
                  <a:pt x="2367050" y="147828"/>
                </a:lnTo>
                <a:lnTo>
                  <a:pt x="2598934" y="380625"/>
                </a:lnTo>
                <a:lnTo>
                  <a:pt x="2598934" y="385754"/>
                </a:lnTo>
                <a:lnTo>
                  <a:pt x="2365003" y="150914"/>
                </a:lnTo>
                <a:lnTo>
                  <a:pt x="1644003" y="151001"/>
                </a:lnTo>
                <a:lnTo>
                  <a:pt x="1638570" y="164115"/>
                </a:lnTo>
                <a:cubicBezTo>
                  <a:pt x="1630320" y="172365"/>
                  <a:pt x="1616952" y="172365"/>
                  <a:pt x="1608703" y="164115"/>
                </a:cubicBezTo>
                <a:cubicBezTo>
                  <a:pt x="1600453" y="155866"/>
                  <a:pt x="1600453" y="142498"/>
                  <a:pt x="1608703" y="134249"/>
                </a:cubicBezTo>
                <a:cubicBezTo>
                  <a:pt x="1612827" y="130124"/>
                  <a:pt x="1618232" y="128062"/>
                  <a:pt x="1623636" y="128062"/>
                </a:cubicBezTo>
                <a:close/>
                <a:moveTo>
                  <a:pt x="1712491" y="37397"/>
                </a:moveTo>
                <a:cubicBezTo>
                  <a:pt x="1717873" y="36892"/>
                  <a:pt x="1723447" y="38440"/>
                  <a:pt x="1727938" y="42161"/>
                </a:cubicBezTo>
                <a:lnTo>
                  <a:pt x="1734133" y="53880"/>
                </a:lnTo>
                <a:lnTo>
                  <a:pt x="2421034" y="54480"/>
                </a:lnTo>
                <a:lnTo>
                  <a:pt x="2422930" y="54480"/>
                </a:lnTo>
                <a:lnTo>
                  <a:pt x="2424255" y="55820"/>
                </a:lnTo>
                <a:lnTo>
                  <a:pt x="2598934" y="230499"/>
                </a:lnTo>
                <a:lnTo>
                  <a:pt x="2598934" y="243319"/>
                </a:lnTo>
                <a:lnTo>
                  <a:pt x="2419137" y="63543"/>
                </a:lnTo>
                <a:lnTo>
                  <a:pt x="1733491" y="62942"/>
                </a:lnTo>
                <a:lnTo>
                  <a:pt x="1730728" y="71899"/>
                </a:lnTo>
                <a:cubicBezTo>
                  <a:pt x="1723287" y="80881"/>
                  <a:pt x="1709973" y="82130"/>
                  <a:pt x="1700990" y="74689"/>
                </a:cubicBezTo>
                <a:cubicBezTo>
                  <a:pt x="1692008" y="67247"/>
                  <a:pt x="1690759" y="53933"/>
                  <a:pt x="1698200" y="44951"/>
                </a:cubicBezTo>
                <a:cubicBezTo>
                  <a:pt x="1701921" y="40460"/>
                  <a:pt x="1707110" y="37902"/>
                  <a:pt x="1712491" y="37397"/>
                </a:cubicBezTo>
                <a:close/>
                <a:moveTo>
                  <a:pt x="2503903" y="0"/>
                </a:moveTo>
                <a:cubicBezTo>
                  <a:pt x="2515567" y="0"/>
                  <a:pt x="2525024" y="9455"/>
                  <a:pt x="2525024" y="21120"/>
                </a:cubicBezTo>
                <a:lnTo>
                  <a:pt x="2520961" y="30928"/>
                </a:lnTo>
                <a:lnTo>
                  <a:pt x="2598934" y="108655"/>
                </a:lnTo>
                <a:lnTo>
                  <a:pt x="2598934" y="121469"/>
                </a:lnTo>
                <a:lnTo>
                  <a:pt x="2514895" y="37687"/>
                </a:lnTo>
                <a:lnTo>
                  <a:pt x="2503903" y="42240"/>
                </a:lnTo>
                <a:cubicBezTo>
                  <a:pt x="2492239" y="42240"/>
                  <a:pt x="2482783" y="32785"/>
                  <a:pt x="2482783" y="21120"/>
                </a:cubicBezTo>
                <a:cubicBezTo>
                  <a:pt x="2482783" y="9455"/>
                  <a:pt x="2492239" y="0"/>
                  <a:pt x="2503903" y="0"/>
                </a:cubicBezTo>
                <a:close/>
              </a:path>
            </a:pathLst>
          </a:custGeom>
          <a:gradFill>
            <a:gsLst>
              <a:gs pos="0">
                <a:srgbClr val="96A8CE">
                  <a:alpha val="40000"/>
                </a:srgbClr>
              </a:gs>
              <a:gs pos="100000">
                <a:srgbClr val="374C75">
                  <a:alpha val="40000"/>
                </a:srgbClr>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201" name="Google Shape;201;p24"/>
          <p:cNvSpPr/>
          <p:nvPr/>
        </p:nvSpPr>
        <p:spPr>
          <a:xfrm flipH="1" rot="10800000">
            <a:off x="0" y="0"/>
            <a:ext cx="1253292" cy="772928"/>
          </a:xfrm>
          <a:custGeom>
            <a:rect b="b" l="l" r="r" t="t"/>
            <a:pathLst>
              <a:path extrusionOk="0" h="1030570" w="1671056">
                <a:moveTo>
                  <a:pt x="1055473" y="261879"/>
                </a:moveTo>
                <a:cubicBezTo>
                  <a:pt x="1065831" y="261879"/>
                  <a:pt x="1076190" y="257929"/>
                  <a:pt x="1084092" y="250027"/>
                </a:cubicBezTo>
                <a:cubicBezTo>
                  <a:pt x="1099895" y="234223"/>
                  <a:pt x="1099895" y="208593"/>
                  <a:pt x="1084092" y="192789"/>
                </a:cubicBezTo>
                <a:cubicBezTo>
                  <a:pt x="1068288" y="176986"/>
                  <a:pt x="1042657" y="176986"/>
                  <a:pt x="1026854" y="192789"/>
                </a:cubicBezTo>
                <a:lnTo>
                  <a:pt x="1017249" y="215979"/>
                </a:lnTo>
                <a:lnTo>
                  <a:pt x="322564" y="215114"/>
                </a:lnTo>
                <a:lnTo>
                  <a:pt x="0" y="215056"/>
                </a:lnTo>
                <a:lnTo>
                  <a:pt x="0" y="225891"/>
                </a:lnTo>
                <a:lnTo>
                  <a:pt x="323710" y="225949"/>
                </a:lnTo>
                <a:lnTo>
                  <a:pt x="1017240" y="226815"/>
                </a:lnTo>
                <a:lnTo>
                  <a:pt x="1026854" y="250027"/>
                </a:lnTo>
                <a:cubicBezTo>
                  <a:pt x="1034756" y="257929"/>
                  <a:pt x="1045114" y="261879"/>
                  <a:pt x="1055473" y="261879"/>
                </a:cubicBezTo>
                <a:close/>
                <a:moveTo>
                  <a:pt x="1630585" y="440342"/>
                </a:moveTo>
                <a:cubicBezTo>
                  <a:pt x="1640943" y="440342"/>
                  <a:pt x="1651302" y="436391"/>
                  <a:pt x="1659204" y="428489"/>
                </a:cubicBezTo>
                <a:cubicBezTo>
                  <a:pt x="1675007" y="412686"/>
                  <a:pt x="1675007" y="387054"/>
                  <a:pt x="1659204" y="371252"/>
                </a:cubicBezTo>
                <a:cubicBezTo>
                  <a:pt x="1651302" y="363350"/>
                  <a:pt x="1640943" y="359399"/>
                  <a:pt x="1630585" y="359399"/>
                </a:cubicBezTo>
                <a:lnTo>
                  <a:pt x="1607376" y="369011"/>
                </a:lnTo>
                <a:lnTo>
                  <a:pt x="1238380" y="0"/>
                </a:lnTo>
                <a:lnTo>
                  <a:pt x="0" y="0"/>
                </a:lnTo>
                <a:lnTo>
                  <a:pt x="0" y="10852"/>
                </a:lnTo>
                <a:lnTo>
                  <a:pt x="1233880" y="10852"/>
                </a:lnTo>
                <a:lnTo>
                  <a:pt x="1599720" y="376675"/>
                </a:lnTo>
                <a:lnTo>
                  <a:pt x="1590113" y="399870"/>
                </a:lnTo>
                <a:cubicBezTo>
                  <a:pt x="1590113" y="410229"/>
                  <a:pt x="1594064" y="420587"/>
                  <a:pt x="1601966" y="428489"/>
                </a:cubicBezTo>
                <a:cubicBezTo>
                  <a:pt x="1609868" y="436391"/>
                  <a:pt x="1620226" y="440342"/>
                  <a:pt x="1630585" y="440342"/>
                </a:cubicBezTo>
                <a:close/>
                <a:moveTo>
                  <a:pt x="446792" y="540373"/>
                </a:moveTo>
                <a:cubicBezTo>
                  <a:pt x="453254" y="540373"/>
                  <a:pt x="459716" y="537907"/>
                  <a:pt x="464648" y="532975"/>
                </a:cubicBezTo>
                <a:cubicBezTo>
                  <a:pt x="474511" y="523112"/>
                  <a:pt x="474511" y="507129"/>
                  <a:pt x="464648" y="497265"/>
                </a:cubicBezTo>
                <a:cubicBezTo>
                  <a:pt x="454784" y="487401"/>
                  <a:pt x="438800" y="487401"/>
                  <a:pt x="428937" y="497265"/>
                </a:cubicBezTo>
                <a:lnTo>
                  <a:pt x="421898" y="514256"/>
                </a:lnTo>
                <a:lnTo>
                  <a:pt x="0" y="514256"/>
                </a:lnTo>
                <a:lnTo>
                  <a:pt x="0" y="518594"/>
                </a:lnTo>
                <a:lnTo>
                  <a:pt x="422979" y="518594"/>
                </a:lnTo>
                <a:lnTo>
                  <a:pt x="428937" y="532975"/>
                </a:lnTo>
                <a:cubicBezTo>
                  <a:pt x="433869" y="537907"/>
                  <a:pt x="440330" y="540373"/>
                  <a:pt x="446792" y="540373"/>
                </a:cubicBezTo>
                <a:close/>
                <a:moveTo>
                  <a:pt x="0" y="903725"/>
                </a:moveTo>
                <a:lnTo>
                  <a:pt x="12723" y="898251"/>
                </a:lnTo>
                <a:lnTo>
                  <a:pt x="407788" y="898251"/>
                </a:lnTo>
                <a:lnTo>
                  <a:pt x="408418" y="897604"/>
                </a:lnTo>
                <a:cubicBezTo>
                  <a:pt x="489846" y="814681"/>
                  <a:pt x="573597" y="731255"/>
                  <a:pt x="654593" y="650564"/>
                </a:cubicBezTo>
                <a:lnTo>
                  <a:pt x="798726" y="506528"/>
                </a:lnTo>
                <a:lnTo>
                  <a:pt x="814426" y="513032"/>
                </a:lnTo>
                <a:cubicBezTo>
                  <a:pt x="820888" y="513032"/>
                  <a:pt x="827349" y="510566"/>
                  <a:pt x="832282" y="505635"/>
                </a:cubicBezTo>
                <a:cubicBezTo>
                  <a:pt x="842145" y="495771"/>
                  <a:pt x="842145" y="479787"/>
                  <a:pt x="832282" y="469923"/>
                </a:cubicBezTo>
                <a:cubicBezTo>
                  <a:pt x="822417" y="460060"/>
                  <a:pt x="806434" y="460060"/>
                  <a:pt x="796571" y="469923"/>
                </a:cubicBezTo>
                <a:cubicBezTo>
                  <a:pt x="791639" y="474855"/>
                  <a:pt x="789173" y="481317"/>
                  <a:pt x="789173" y="487779"/>
                </a:cubicBezTo>
                <a:lnTo>
                  <a:pt x="795666" y="503451"/>
                </a:lnTo>
                <a:lnTo>
                  <a:pt x="651534" y="647486"/>
                </a:lnTo>
                <a:cubicBezTo>
                  <a:pt x="570753" y="727961"/>
                  <a:pt x="487219" y="811189"/>
                  <a:pt x="405952" y="893914"/>
                </a:cubicBezTo>
                <a:lnTo>
                  <a:pt x="12705" y="893914"/>
                </a:lnTo>
                <a:lnTo>
                  <a:pt x="0" y="899355"/>
                </a:lnTo>
                <a:close/>
                <a:moveTo>
                  <a:pt x="1272231" y="1030570"/>
                </a:moveTo>
                <a:lnTo>
                  <a:pt x="1278333" y="1030570"/>
                </a:lnTo>
                <a:lnTo>
                  <a:pt x="1351368" y="956679"/>
                </a:lnTo>
                <a:lnTo>
                  <a:pt x="1367003" y="963156"/>
                </a:lnTo>
                <a:cubicBezTo>
                  <a:pt x="1373465" y="963156"/>
                  <a:pt x="1379927" y="960690"/>
                  <a:pt x="1384859" y="955759"/>
                </a:cubicBezTo>
                <a:cubicBezTo>
                  <a:pt x="1394722" y="945895"/>
                  <a:pt x="1394722" y="929911"/>
                  <a:pt x="1384859" y="920047"/>
                </a:cubicBezTo>
                <a:cubicBezTo>
                  <a:pt x="1374995" y="910184"/>
                  <a:pt x="1359012" y="910184"/>
                  <a:pt x="1349148" y="920047"/>
                </a:cubicBezTo>
                <a:cubicBezTo>
                  <a:pt x="1344216" y="924979"/>
                  <a:pt x="1341750" y="931441"/>
                  <a:pt x="1341750" y="937903"/>
                </a:cubicBezTo>
                <a:lnTo>
                  <a:pt x="1348269" y="953639"/>
                </a:lnTo>
                <a:close/>
                <a:moveTo>
                  <a:pt x="673342" y="1030570"/>
                </a:moveTo>
                <a:lnTo>
                  <a:pt x="688622" y="1030570"/>
                </a:lnTo>
                <a:lnTo>
                  <a:pt x="771980" y="946924"/>
                </a:lnTo>
                <a:cubicBezTo>
                  <a:pt x="828552" y="889751"/>
                  <a:pt x="884426" y="832671"/>
                  <a:pt x="940529" y="774147"/>
                </a:cubicBezTo>
                <a:cubicBezTo>
                  <a:pt x="1092875" y="770511"/>
                  <a:pt x="1246895" y="771015"/>
                  <a:pt x="1395892" y="771483"/>
                </a:cubicBezTo>
                <a:lnTo>
                  <a:pt x="1507913" y="771725"/>
                </a:lnTo>
                <a:lnTo>
                  <a:pt x="1517549" y="794990"/>
                </a:lnTo>
                <a:cubicBezTo>
                  <a:pt x="1533352" y="810793"/>
                  <a:pt x="1558983" y="810793"/>
                  <a:pt x="1574787" y="794990"/>
                </a:cubicBezTo>
                <a:cubicBezTo>
                  <a:pt x="1590590" y="779186"/>
                  <a:pt x="1590590" y="753556"/>
                  <a:pt x="1574787" y="737753"/>
                </a:cubicBezTo>
                <a:cubicBezTo>
                  <a:pt x="1558983" y="721949"/>
                  <a:pt x="1533352" y="721949"/>
                  <a:pt x="1517549" y="737753"/>
                </a:cubicBezTo>
                <a:lnTo>
                  <a:pt x="1507967" y="760889"/>
                </a:lnTo>
                <a:lnTo>
                  <a:pt x="1395928" y="760647"/>
                </a:lnTo>
                <a:cubicBezTo>
                  <a:pt x="1246156" y="760179"/>
                  <a:pt x="1091273" y="759675"/>
                  <a:pt x="938045" y="763365"/>
                </a:cubicBezTo>
                <a:lnTo>
                  <a:pt x="935813" y="763419"/>
                </a:lnTo>
                <a:lnTo>
                  <a:pt x="934265" y="765039"/>
                </a:lnTo>
                <a:cubicBezTo>
                  <a:pt x="877937" y="823815"/>
                  <a:pt x="821843" y="881134"/>
                  <a:pt x="765055" y="938533"/>
                </a:cubicBezTo>
                <a:close/>
              </a:path>
            </a:pathLst>
          </a:custGeom>
          <a:gradFill>
            <a:gsLst>
              <a:gs pos="0">
                <a:srgbClr val="96A8CE">
                  <a:alpha val="40000"/>
                </a:srgbClr>
              </a:gs>
              <a:gs pos="100000">
                <a:srgbClr val="374C75">
                  <a:alpha val="40000"/>
                </a:srgbClr>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5" name="Shape 205"/>
        <p:cNvGrpSpPr/>
        <p:nvPr/>
      </p:nvGrpSpPr>
      <p:grpSpPr>
        <a:xfrm>
          <a:off x="0" y="0"/>
          <a:ext cx="0" cy="0"/>
          <a:chOff x="0" y="0"/>
          <a:chExt cx="0" cy="0"/>
        </a:xfrm>
      </p:grpSpPr>
      <p:sp>
        <p:nvSpPr>
          <p:cNvPr id="206" name="Google Shape;206;p26"/>
          <p:cNvSpPr txBox="1"/>
          <p:nvPr>
            <p:ph type="ctrTitle"/>
          </p:nvPr>
        </p:nvSpPr>
        <p:spPr>
          <a:xfrm>
            <a:off x="1789400" y="1309975"/>
            <a:ext cx="4148400" cy="16779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5200"/>
              <a:buNone/>
              <a:defRPr sz="36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07" name="Google Shape;207;p26"/>
          <p:cNvSpPr txBox="1"/>
          <p:nvPr>
            <p:ph idx="1" type="subTitle"/>
          </p:nvPr>
        </p:nvSpPr>
        <p:spPr>
          <a:xfrm>
            <a:off x="5169200" y="3772200"/>
            <a:ext cx="3043800" cy="528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sz="15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8" name="Google Shape;208;p26"/>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209" name="Google Shape;209;p26"/>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6"/>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1" name="Shape 211"/>
        <p:cNvGrpSpPr/>
        <p:nvPr/>
      </p:nvGrpSpPr>
      <p:grpSpPr>
        <a:xfrm>
          <a:off x="0" y="0"/>
          <a:ext cx="0" cy="0"/>
          <a:chOff x="0" y="0"/>
          <a:chExt cx="0" cy="0"/>
        </a:xfrm>
      </p:grpSpPr>
      <p:sp>
        <p:nvSpPr>
          <p:cNvPr id="212" name="Google Shape;212;p27"/>
          <p:cNvSpPr txBox="1"/>
          <p:nvPr>
            <p:ph type="title"/>
          </p:nvPr>
        </p:nvSpPr>
        <p:spPr>
          <a:xfrm>
            <a:off x="1045150" y="1866000"/>
            <a:ext cx="3943500" cy="8256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3" name="Google Shape;213;p27"/>
          <p:cNvSpPr txBox="1"/>
          <p:nvPr>
            <p:ph hasCustomPrompt="1" idx="2" type="title"/>
          </p:nvPr>
        </p:nvSpPr>
        <p:spPr>
          <a:xfrm>
            <a:off x="5590076" y="1551675"/>
            <a:ext cx="22251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14" name="Google Shape;214;p27"/>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215" name="Google Shape;215;p27"/>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7"/>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7" name="Shape 217"/>
        <p:cNvGrpSpPr/>
        <p:nvPr/>
      </p:nvGrpSpPr>
      <p:grpSpPr>
        <a:xfrm>
          <a:off x="0" y="0"/>
          <a:ext cx="0" cy="0"/>
          <a:chOff x="0" y="0"/>
          <a:chExt cx="0" cy="0"/>
        </a:xfrm>
      </p:grpSpPr>
      <p:grpSp>
        <p:nvGrpSpPr>
          <p:cNvPr id="218" name="Google Shape;218;p28"/>
          <p:cNvGrpSpPr/>
          <p:nvPr/>
        </p:nvGrpSpPr>
        <p:grpSpPr>
          <a:xfrm>
            <a:off x="396500" y="170424"/>
            <a:ext cx="8360126" cy="4398447"/>
            <a:chOff x="1054783" y="1029605"/>
            <a:chExt cx="7587010" cy="3902100"/>
          </a:xfrm>
        </p:grpSpPr>
        <p:sp>
          <p:nvSpPr>
            <p:cNvPr id="219" name="Google Shape;219;p28"/>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8"/>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 name="Google Shape;221;p28"/>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2" name="Google Shape;222;p28"/>
          <p:cNvSpPr txBox="1"/>
          <p:nvPr>
            <p:ph idx="1" type="body"/>
          </p:nvPr>
        </p:nvSpPr>
        <p:spPr>
          <a:xfrm>
            <a:off x="720000" y="1238200"/>
            <a:ext cx="7704000" cy="3810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AutoNum type="arabicPeriod"/>
              <a:defRPr/>
            </a:lvl1pPr>
            <a:lvl2pPr indent="-304800" lvl="1" marL="914400">
              <a:spcBef>
                <a:spcPts val="0"/>
              </a:spcBef>
              <a:spcAft>
                <a:spcPts val="0"/>
              </a:spcAft>
              <a:buSzPts val="1200"/>
              <a:buAutoNum type="alphaLcPeriod"/>
              <a:defRPr/>
            </a:lvl2pPr>
            <a:lvl3pPr indent="-304800" lvl="2" marL="1371600">
              <a:spcBef>
                <a:spcPts val="0"/>
              </a:spcBef>
              <a:spcAft>
                <a:spcPts val="0"/>
              </a:spcAft>
              <a:buSzPts val="1200"/>
              <a:buAutoNum type="romanLcPeriod"/>
              <a:defRPr/>
            </a:lvl3pPr>
            <a:lvl4pPr indent="-304800" lvl="3" marL="1828800">
              <a:spcBef>
                <a:spcPts val="0"/>
              </a:spcBef>
              <a:spcAft>
                <a:spcPts val="0"/>
              </a:spcAft>
              <a:buSzPts val="1200"/>
              <a:buAutoNum type="arabicPeriod"/>
              <a:defRPr/>
            </a:lvl4pPr>
            <a:lvl5pPr indent="-304800" lvl="4" marL="2286000">
              <a:spcBef>
                <a:spcPts val="0"/>
              </a:spcBef>
              <a:spcAft>
                <a:spcPts val="0"/>
              </a:spcAft>
              <a:buSzPts val="1200"/>
              <a:buAutoNum type="alphaLcPeriod"/>
              <a:defRPr/>
            </a:lvl5pPr>
            <a:lvl6pPr indent="-304800" lvl="5" marL="2743200">
              <a:spcBef>
                <a:spcPts val="0"/>
              </a:spcBef>
              <a:spcAft>
                <a:spcPts val="0"/>
              </a:spcAft>
              <a:buSzPts val="1200"/>
              <a:buAutoNum type="romanLcPeriod"/>
              <a:defRPr/>
            </a:lvl6pPr>
            <a:lvl7pPr indent="-304800" lvl="6" marL="3200400">
              <a:spcBef>
                <a:spcPts val="0"/>
              </a:spcBef>
              <a:spcAft>
                <a:spcPts val="0"/>
              </a:spcAft>
              <a:buSzPts val="1200"/>
              <a:buAutoNum type="arabicPeriod"/>
              <a:defRPr/>
            </a:lvl7pPr>
            <a:lvl8pPr indent="-304800" lvl="7" marL="3657600">
              <a:spcBef>
                <a:spcPts val="0"/>
              </a:spcBef>
              <a:spcAft>
                <a:spcPts val="0"/>
              </a:spcAft>
              <a:buSzPts val="1200"/>
              <a:buAutoNum type="alphaLcPeriod"/>
              <a:defRPr/>
            </a:lvl8pPr>
            <a:lvl9pPr indent="-304800" lvl="8" marL="4114800">
              <a:spcBef>
                <a:spcPts val="0"/>
              </a:spcBef>
              <a:spcAft>
                <a:spcPts val="0"/>
              </a:spcAft>
              <a:buSzPts val="1200"/>
              <a:buAutoNum type="romanLcPeriod"/>
              <a:defRPr/>
            </a:lvl9pPr>
          </a:lstStyle>
          <a:p/>
        </p:txBody>
      </p:sp>
      <p:sp>
        <p:nvSpPr>
          <p:cNvPr id="223" name="Google Shape;223;p28"/>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4" name="Shape 224"/>
        <p:cNvGrpSpPr/>
        <p:nvPr/>
      </p:nvGrpSpPr>
      <p:grpSpPr>
        <a:xfrm>
          <a:off x="0" y="0"/>
          <a:ext cx="0" cy="0"/>
          <a:chOff x="0" y="0"/>
          <a:chExt cx="0" cy="0"/>
        </a:xfrm>
      </p:grpSpPr>
      <p:grpSp>
        <p:nvGrpSpPr>
          <p:cNvPr id="225" name="Google Shape;225;p29"/>
          <p:cNvGrpSpPr/>
          <p:nvPr/>
        </p:nvGrpSpPr>
        <p:grpSpPr>
          <a:xfrm>
            <a:off x="396500" y="170424"/>
            <a:ext cx="8360126" cy="4398447"/>
            <a:chOff x="1054783" y="1029605"/>
            <a:chExt cx="7587010" cy="3902100"/>
          </a:xfrm>
        </p:grpSpPr>
        <p:sp>
          <p:nvSpPr>
            <p:cNvPr id="226" name="Google Shape;226;p29"/>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9"/>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 name="Google Shape;228;p29"/>
          <p:cNvSpPr txBox="1"/>
          <p:nvPr>
            <p:ph idx="1" type="subTitle"/>
          </p:nvPr>
        </p:nvSpPr>
        <p:spPr>
          <a:xfrm>
            <a:off x="807625" y="2775700"/>
            <a:ext cx="3415800" cy="1490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9" name="Google Shape;229;p29"/>
          <p:cNvSpPr txBox="1"/>
          <p:nvPr>
            <p:ph idx="2" type="subTitle"/>
          </p:nvPr>
        </p:nvSpPr>
        <p:spPr>
          <a:xfrm>
            <a:off x="4922022" y="2775700"/>
            <a:ext cx="3415800" cy="1490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0" name="Google Shape;230;p29"/>
          <p:cNvSpPr txBox="1"/>
          <p:nvPr>
            <p:ph idx="3" type="subTitle"/>
          </p:nvPr>
        </p:nvSpPr>
        <p:spPr>
          <a:xfrm>
            <a:off x="807630" y="2403350"/>
            <a:ext cx="3415800" cy="421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000"/>
              <a:buFont typeface="Arial"/>
              <a:buNone/>
              <a:defRPr sz="2200">
                <a:latin typeface="Quantico"/>
                <a:ea typeface="Quantico"/>
                <a:cs typeface="Quantico"/>
                <a:sym typeface="Quantico"/>
              </a:defRPr>
            </a:lvl1pPr>
            <a:lvl2pPr lvl="1"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2pPr>
            <a:lvl3pPr lvl="2"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3pPr>
            <a:lvl4pPr lvl="3"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4pPr>
            <a:lvl5pPr lvl="4"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5pPr>
            <a:lvl6pPr lvl="5"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6pPr>
            <a:lvl7pPr lvl="6"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7pPr>
            <a:lvl8pPr lvl="7"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8pPr>
            <a:lvl9pPr lvl="8"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9pPr>
          </a:lstStyle>
          <a:p/>
        </p:txBody>
      </p:sp>
      <p:sp>
        <p:nvSpPr>
          <p:cNvPr id="231" name="Google Shape;231;p29"/>
          <p:cNvSpPr txBox="1"/>
          <p:nvPr>
            <p:ph idx="4" type="subTitle"/>
          </p:nvPr>
        </p:nvSpPr>
        <p:spPr>
          <a:xfrm>
            <a:off x="4922022" y="2403350"/>
            <a:ext cx="3415800" cy="4218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dk1"/>
              </a:buClr>
              <a:buSzPts val="2000"/>
              <a:buFont typeface="Arial"/>
              <a:buNone/>
              <a:defRPr sz="2200">
                <a:latin typeface="Quantico"/>
                <a:ea typeface="Quantico"/>
                <a:cs typeface="Quantico"/>
                <a:sym typeface="Quantico"/>
              </a:defRPr>
            </a:lvl1pPr>
            <a:lvl2pPr lvl="1"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2pPr>
            <a:lvl3pPr lvl="2"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3pPr>
            <a:lvl4pPr lvl="3"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4pPr>
            <a:lvl5pPr lvl="4"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5pPr>
            <a:lvl6pPr lvl="5"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6pPr>
            <a:lvl7pPr lvl="6"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7pPr>
            <a:lvl8pPr lvl="7"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8pPr>
            <a:lvl9pPr lvl="8" algn="ctr">
              <a:lnSpc>
                <a:spcPct val="100000"/>
              </a:lnSpc>
              <a:spcBef>
                <a:spcPts val="0"/>
              </a:spcBef>
              <a:spcAft>
                <a:spcPts val="0"/>
              </a:spcAft>
              <a:buClr>
                <a:schemeClr val="dk1"/>
              </a:buClr>
              <a:buSzPts val="2000"/>
              <a:buFont typeface="Arial"/>
              <a:buNone/>
              <a:defRPr sz="2000">
                <a:solidFill>
                  <a:schemeClr val="dk1"/>
                </a:solidFill>
                <a:latin typeface="Arial"/>
                <a:ea typeface="Arial"/>
                <a:cs typeface="Arial"/>
                <a:sym typeface="Arial"/>
              </a:defRPr>
            </a:lvl9pPr>
          </a:lstStyle>
          <a:p/>
        </p:txBody>
      </p:sp>
      <p:sp>
        <p:nvSpPr>
          <p:cNvPr id="232" name="Google Shape;232;p2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33" name="Google Shape;233;p29"/>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4" name="Shape 234"/>
        <p:cNvGrpSpPr/>
        <p:nvPr/>
      </p:nvGrpSpPr>
      <p:grpSpPr>
        <a:xfrm>
          <a:off x="0" y="0"/>
          <a:ext cx="0" cy="0"/>
          <a:chOff x="0" y="0"/>
          <a:chExt cx="0" cy="0"/>
        </a:xfrm>
      </p:grpSpPr>
      <p:grpSp>
        <p:nvGrpSpPr>
          <p:cNvPr id="235" name="Google Shape;235;p30"/>
          <p:cNvGrpSpPr/>
          <p:nvPr/>
        </p:nvGrpSpPr>
        <p:grpSpPr>
          <a:xfrm>
            <a:off x="396500" y="170424"/>
            <a:ext cx="8360126" cy="4398447"/>
            <a:chOff x="1054783" y="1029605"/>
            <a:chExt cx="7587010" cy="3902100"/>
          </a:xfrm>
        </p:grpSpPr>
        <p:sp>
          <p:nvSpPr>
            <p:cNvPr id="236" name="Google Shape;236;p30"/>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0"/>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3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39" name="Google Shape;239;p30"/>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0" name="Shape 240"/>
        <p:cNvGrpSpPr/>
        <p:nvPr/>
      </p:nvGrpSpPr>
      <p:grpSpPr>
        <a:xfrm>
          <a:off x="0" y="0"/>
          <a:ext cx="0" cy="0"/>
          <a:chOff x="0" y="0"/>
          <a:chExt cx="0" cy="0"/>
        </a:xfrm>
      </p:grpSpPr>
      <p:grpSp>
        <p:nvGrpSpPr>
          <p:cNvPr id="241" name="Google Shape;241;p31"/>
          <p:cNvGrpSpPr/>
          <p:nvPr/>
        </p:nvGrpSpPr>
        <p:grpSpPr>
          <a:xfrm>
            <a:off x="396500" y="170424"/>
            <a:ext cx="8360126" cy="4398447"/>
            <a:chOff x="1054783" y="1029605"/>
            <a:chExt cx="7587010" cy="3902100"/>
          </a:xfrm>
        </p:grpSpPr>
        <p:sp>
          <p:nvSpPr>
            <p:cNvPr id="242" name="Google Shape;242;p31"/>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1"/>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 name="Google Shape;244;p31"/>
          <p:cNvSpPr txBox="1"/>
          <p:nvPr>
            <p:ph type="title"/>
          </p:nvPr>
        </p:nvSpPr>
        <p:spPr>
          <a:xfrm>
            <a:off x="720000" y="475500"/>
            <a:ext cx="7704000" cy="557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sz="3200"/>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45" name="Google Shape;245;p31"/>
          <p:cNvSpPr txBox="1"/>
          <p:nvPr>
            <p:ph idx="1" type="body"/>
          </p:nvPr>
        </p:nvSpPr>
        <p:spPr>
          <a:xfrm>
            <a:off x="720000" y="1244275"/>
            <a:ext cx="3692400" cy="2955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4"/>
              </a:buClr>
              <a:buSzPts val="1200"/>
              <a:buAutoNum type="arabicPeriod"/>
              <a:defRPr/>
            </a:lvl1pPr>
            <a:lvl2pPr indent="-304800" lvl="1" marL="914400">
              <a:spcBef>
                <a:spcPts val="0"/>
              </a:spcBef>
              <a:spcAft>
                <a:spcPts val="0"/>
              </a:spcAft>
              <a:buClr>
                <a:srgbClr val="E76A28"/>
              </a:buClr>
              <a:buSzPts val="1200"/>
              <a:buFont typeface="Nunito Light"/>
              <a:buAutoNum type="alphaLcPeriod"/>
              <a:defRPr/>
            </a:lvl2pPr>
            <a:lvl3pPr indent="-304800" lvl="2" marL="1371600">
              <a:spcBef>
                <a:spcPts val="0"/>
              </a:spcBef>
              <a:spcAft>
                <a:spcPts val="0"/>
              </a:spcAft>
              <a:buClr>
                <a:srgbClr val="E76A28"/>
              </a:buClr>
              <a:buSzPts val="1200"/>
              <a:buFont typeface="Nunito Light"/>
              <a:buAutoNum type="romanLcPeriod"/>
              <a:defRPr sz="1300"/>
            </a:lvl3pPr>
            <a:lvl4pPr indent="-304800" lvl="3" marL="1828800">
              <a:spcBef>
                <a:spcPts val="0"/>
              </a:spcBef>
              <a:spcAft>
                <a:spcPts val="0"/>
              </a:spcAft>
              <a:buClr>
                <a:srgbClr val="E76A28"/>
              </a:buClr>
              <a:buSzPts val="1200"/>
              <a:buFont typeface="Nunito Light"/>
              <a:buAutoNum type="arabicPeriod"/>
              <a:defRPr sz="1300"/>
            </a:lvl4pPr>
            <a:lvl5pPr indent="-304800" lvl="4" marL="2286000">
              <a:spcBef>
                <a:spcPts val="0"/>
              </a:spcBef>
              <a:spcAft>
                <a:spcPts val="0"/>
              </a:spcAft>
              <a:buClr>
                <a:srgbClr val="E76A28"/>
              </a:buClr>
              <a:buSzPts val="1200"/>
              <a:buFont typeface="Nunito Light"/>
              <a:buAutoNum type="alphaLcPeriod"/>
              <a:defRPr sz="1300"/>
            </a:lvl5pPr>
            <a:lvl6pPr indent="-304800" lvl="5" marL="2743200">
              <a:spcBef>
                <a:spcPts val="0"/>
              </a:spcBef>
              <a:spcAft>
                <a:spcPts val="0"/>
              </a:spcAft>
              <a:buClr>
                <a:srgbClr val="999999"/>
              </a:buClr>
              <a:buSzPts val="1200"/>
              <a:buFont typeface="Nunito Light"/>
              <a:buAutoNum type="romanLcPeriod"/>
              <a:defRPr sz="1300"/>
            </a:lvl6pPr>
            <a:lvl7pPr indent="-304800" lvl="6" marL="3200400">
              <a:spcBef>
                <a:spcPts val="0"/>
              </a:spcBef>
              <a:spcAft>
                <a:spcPts val="0"/>
              </a:spcAft>
              <a:buClr>
                <a:srgbClr val="999999"/>
              </a:buClr>
              <a:buSzPts val="1200"/>
              <a:buFont typeface="Nunito Light"/>
              <a:buAutoNum type="arabicPeriod"/>
              <a:defRPr sz="1300"/>
            </a:lvl7pPr>
            <a:lvl8pPr indent="-304800" lvl="7" marL="3657600">
              <a:spcBef>
                <a:spcPts val="0"/>
              </a:spcBef>
              <a:spcAft>
                <a:spcPts val="0"/>
              </a:spcAft>
              <a:buClr>
                <a:srgbClr val="999999"/>
              </a:buClr>
              <a:buSzPts val="1200"/>
              <a:buFont typeface="Nunito Light"/>
              <a:buAutoNum type="alphaLcPeriod"/>
              <a:defRPr sz="1300"/>
            </a:lvl8pPr>
            <a:lvl9pPr indent="-304800" lvl="8" marL="4114800">
              <a:spcBef>
                <a:spcPts val="0"/>
              </a:spcBef>
              <a:spcAft>
                <a:spcPts val="0"/>
              </a:spcAft>
              <a:buClr>
                <a:srgbClr val="999999"/>
              </a:buClr>
              <a:buSzPts val="1200"/>
              <a:buFont typeface="Nunito Light"/>
              <a:buAutoNum type="romanLcPeriod"/>
              <a:defRPr sz="1300"/>
            </a:lvl9pPr>
          </a:lstStyle>
          <a:p/>
        </p:txBody>
      </p:sp>
      <p:sp>
        <p:nvSpPr>
          <p:cNvPr id="246" name="Google Shape;246;p31"/>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7" name="Shape 247"/>
        <p:cNvGrpSpPr/>
        <p:nvPr/>
      </p:nvGrpSpPr>
      <p:grpSpPr>
        <a:xfrm>
          <a:off x="0" y="0"/>
          <a:ext cx="0" cy="0"/>
          <a:chOff x="0" y="0"/>
          <a:chExt cx="0" cy="0"/>
        </a:xfrm>
      </p:grpSpPr>
      <p:grpSp>
        <p:nvGrpSpPr>
          <p:cNvPr id="248" name="Google Shape;248;p32"/>
          <p:cNvGrpSpPr/>
          <p:nvPr/>
        </p:nvGrpSpPr>
        <p:grpSpPr>
          <a:xfrm>
            <a:off x="396500" y="170424"/>
            <a:ext cx="8360126" cy="4398447"/>
            <a:chOff x="1054783" y="1029605"/>
            <a:chExt cx="7587010" cy="3902100"/>
          </a:xfrm>
        </p:grpSpPr>
        <p:sp>
          <p:nvSpPr>
            <p:cNvPr id="249" name="Google Shape;249;p32"/>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2"/>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 name="Google Shape;251;p32"/>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252" name="Google Shape;252;p32"/>
          <p:cNvSpPr txBox="1"/>
          <p:nvPr>
            <p:ph type="title"/>
          </p:nvPr>
        </p:nvSpPr>
        <p:spPr>
          <a:xfrm>
            <a:off x="2801700" y="1918054"/>
            <a:ext cx="5622300" cy="2473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0"/>
              <a:buNone/>
              <a:defRPr sz="7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3" name="Shape 253"/>
        <p:cNvGrpSpPr/>
        <p:nvPr/>
      </p:nvGrpSpPr>
      <p:grpSpPr>
        <a:xfrm>
          <a:off x="0" y="0"/>
          <a:ext cx="0" cy="0"/>
          <a:chOff x="0" y="0"/>
          <a:chExt cx="0" cy="0"/>
        </a:xfrm>
      </p:grpSpPr>
      <p:grpSp>
        <p:nvGrpSpPr>
          <p:cNvPr id="254" name="Google Shape;254;p33"/>
          <p:cNvGrpSpPr/>
          <p:nvPr/>
        </p:nvGrpSpPr>
        <p:grpSpPr>
          <a:xfrm>
            <a:off x="396500" y="170424"/>
            <a:ext cx="8360126" cy="4398447"/>
            <a:chOff x="1054783" y="1029605"/>
            <a:chExt cx="7587010" cy="3902100"/>
          </a:xfrm>
        </p:grpSpPr>
        <p:sp>
          <p:nvSpPr>
            <p:cNvPr id="255" name="Google Shape;255;p33"/>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3"/>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7" name="Google Shape;257;p33"/>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258" name="Google Shape;258;p33"/>
          <p:cNvSpPr txBox="1"/>
          <p:nvPr>
            <p:ph type="title"/>
          </p:nvPr>
        </p:nvSpPr>
        <p:spPr>
          <a:xfrm rot="515">
            <a:off x="2406900" y="1623064"/>
            <a:ext cx="6006600" cy="603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9" name="Google Shape;259;p33"/>
          <p:cNvSpPr txBox="1"/>
          <p:nvPr>
            <p:ph idx="1" type="subTitle"/>
          </p:nvPr>
        </p:nvSpPr>
        <p:spPr>
          <a:xfrm>
            <a:off x="3658200" y="2303046"/>
            <a:ext cx="4755300" cy="1472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0" name="Shape 260"/>
        <p:cNvGrpSpPr/>
        <p:nvPr/>
      </p:nvGrpSpPr>
      <p:grpSpPr>
        <a:xfrm>
          <a:off x="0" y="0"/>
          <a:ext cx="0" cy="0"/>
          <a:chOff x="0" y="0"/>
          <a:chExt cx="0" cy="0"/>
        </a:xfrm>
      </p:grpSpPr>
      <p:grpSp>
        <p:nvGrpSpPr>
          <p:cNvPr id="261" name="Google Shape;261;p34"/>
          <p:cNvGrpSpPr/>
          <p:nvPr/>
        </p:nvGrpSpPr>
        <p:grpSpPr>
          <a:xfrm>
            <a:off x="396500" y="170424"/>
            <a:ext cx="8360126" cy="4398447"/>
            <a:chOff x="1054783" y="1029605"/>
            <a:chExt cx="7587010" cy="3902100"/>
          </a:xfrm>
        </p:grpSpPr>
        <p:sp>
          <p:nvSpPr>
            <p:cNvPr id="262" name="Google Shape;262;p34"/>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4"/>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 name="Google Shape;264;p34"/>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265" name="Google Shape;265;p34"/>
          <p:cNvSpPr txBox="1"/>
          <p:nvPr>
            <p:ph type="title"/>
          </p:nvPr>
        </p:nvSpPr>
        <p:spPr>
          <a:xfrm>
            <a:off x="720000" y="2233875"/>
            <a:ext cx="7704000" cy="6153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300"/>
              <a:buNone/>
              <a:defRPr sz="3000"/>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6" name="Shape 266"/>
        <p:cNvGrpSpPr/>
        <p:nvPr/>
      </p:nvGrpSpPr>
      <p:grpSpPr>
        <a:xfrm>
          <a:off x="0" y="0"/>
          <a:ext cx="0" cy="0"/>
          <a:chOff x="0" y="0"/>
          <a:chExt cx="0" cy="0"/>
        </a:xfrm>
      </p:grpSpPr>
      <p:sp>
        <p:nvSpPr>
          <p:cNvPr id="267" name="Google Shape;267;p35"/>
          <p:cNvSpPr txBox="1"/>
          <p:nvPr>
            <p:ph hasCustomPrompt="1" type="title"/>
          </p:nvPr>
        </p:nvSpPr>
        <p:spPr>
          <a:xfrm>
            <a:off x="3030250" y="1291525"/>
            <a:ext cx="4711500" cy="11982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68" name="Google Shape;268;p35"/>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269" name="Google Shape;269;p35"/>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270" name="Google Shape;270;p35"/>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5"/>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72" name="Shape 27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2">
    <p:spTree>
      <p:nvGrpSpPr>
        <p:cNvPr id="273" name="Shape 273"/>
        <p:cNvGrpSpPr/>
        <p:nvPr/>
      </p:nvGrpSpPr>
      <p:grpSpPr>
        <a:xfrm>
          <a:off x="0" y="0"/>
          <a:ext cx="0" cy="0"/>
          <a:chOff x="0" y="0"/>
          <a:chExt cx="0" cy="0"/>
        </a:xfrm>
      </p:grpSpPr>
      <p:grpSp>
        <p:nvGrpSpPr>
          <p:cNvPr id="274" name="Google Shape;274;p37"/>
          <p:cNvGrpSpPr/>
          <p:nvPr/>
        </p:nvGrpSpPr>
        <p:grpSpPr>
          <a:xfrm>
            <a:off x="396500" y="170424"/>
            <a:ext cx="8360126" cy="4398447"/>
            <a:chOff x="1054783" y="1029605"/>
            <a:chExt cx="7587010" cy="3902100"/>
          </a:xfrm>
        </p:grpSpPr>
        <p:sp>
          <p:nvSpPr>
            <p:cNvPr id="275" name="Google Shape;275;p37"/>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7"/>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 name="Google Shape;277;p37"/>
          <p:cNvSpPr txBox="1"/>
          <p:nvPr>
            <p:ph type="ctrTitle"/>
          </p:nvPr>
        </p:nvSpPr>
        <p:spPr>
          <a:xfrm>
            <a:off x="1114016" y="1879714"/>
            <a:ext cx="3065100" cy="404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2"/>
              </a:buClr>
              <a:buSzPts val="2000"/>
              <a:buNone/>
              <a:defRPr sz="2200"/>
            </a:lvl1pPr>
            <a:lvl2pPr lvl="1">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278" name="Google Shape;278;p37"/>
          <p:cNvSpPr txBox="1"/>
          <p:nvPr>
            <p:ph hasCustomPrompt="1" idx="2" type="title"/>
          </p:nvPr>
        </p:nvSpPr>
        <p:spPr>
          <a:xfrm>
            <a:off x="1113997" y="1269525"/>
            <a:ext cx="1298700" cy="6102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000"/>
            </a:lvl1pPr>
            <a:lvl2pPr lvl="1"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279" name="Google Shape;279;p37"/>
          <p:cNvSpPr txBox="1"/>
          <p:nvPr>
            <p:ph idx="3" type="ctrTitle"/>
          </p:nvPr>
        </p:nvSpPr>
        <p:spPr>
          <a:xfrm>
            <a:off x="1114008" y="2892814"/>
            <a:ext cx="3065100" cy="404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2"/>
              </a:buClr>
              <a:buSzPts val="2000"/>
              <a:buNone/>
              <a:defRPr sz="2200"/>
            </a:lvl1pPr>
            <a:lvl2pPr lvl="1">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280" name="Google Shape;280;p37"/>
          <p:cNvSpPr txBox="1"/>
          <p:nvPr>
            <p:ph hasCustomPrompt="1" idx="4" type="title"/>
          </p:nvPr>
        </p:nvSpPr>
        <p:spPr>
          <a:xfrm>
            <a:off x="1113997" y="2283824"/>
            <a:ext cx="1298700" cy="6102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000"/>
            </a:lvl1pPr>
            <a:lvl2pPr lvl="1"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281" name="Google Shape;281;p37"/>
          <p:cNvSpPr txBox="1"/>
          <p:nvPr>
            <p:ph idx="5" type="ctrTitle"/>
          </p:nvPr>
        </p:nvSpPr>
        <p:spPr>
          <a:xfrm>
            <a:off x="1114107" y="3908761"/>
            <a:ext cx="3065100" cy="404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2"/>
              </a:buClr>
              <a:buSzPts val="2000"/>
              <a:buNone/>
              <a:defRPr sz="2200"/>
            </a:lvl1pPr>
            <a:lvl2pPr lvl="1">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282" name="Google Shape;282;p37"/>
          <p:cNvSpPr txBox="1"/>
          <p:nvPr>
            <p:ph hasCustomPrompt="1" idx="6" type="title"/>
          </p:nvPr>
        </p:nvSpPr>
        <p:spPr>
          <a:xfrm>
            <a:off x="1113998" y="3298125"/>
            <a:ext cx="1298700" cy="609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000"/>
            </a:lvl1pPr>
            <a:lvl2pPr lvl="1"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283" name="Google Shape;283;p37"/>
          <p:cNvSpPr txBox="1"/>
          <p:nvPr>
            <p:ph hasCustomPrompt="1" idx="7" type="title"/>
          </p:nvPr>
        </p:nvSpPr>
        <p:spPr>
          <a:xfrm>
            <a:off x="4965997" y="1270125"/>
            <a:ext cx="1298700" cy="6090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600"/>
              <a:buNone/>
              <a:defRPr sz="3000"/>
            </a:lvl1pPr>
            <a:lvl2pPr lvl="1"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284" name="Google Shape;284;p37"/>
          <p:cNvSpPr txBox="1"/>
          <p:nvPr>
            <p:ph idx="8" type="ctrTitle"/>
          </p:nvPr>
        </p:nvSpPr>
        <p:spPr>
          <a:xfrm>
            <a:off x="4966007" y="1879725"/>
            <a:ext cx="3065100" cy="404100"/>
          </a:xfrm>
          <a:prstGeom prst="rect">
            <a:avLst/>
          </a:prstGeom>
          <a:ln>
            <a:noFill/>
          </a:ln>
        </p:spPr>
        <p:txBody>
          <a:bodyPr anchorCtr="0" anchor="b" bIns="91425" lIns="91425" spcFirstLastPara="1" rIns="91425" wrap="square" tIns="91425">
            <a:noAutofit/>
          </a:bodyPr>
          <a:lstStyle>
            <a:lvl1pPr lvl="0">
              <a:spcBef>
                <a:spcPts val="0"/>
              </a:spcBef>
              <a:spcAft>
                <a:spcPts val="0"/>
              </a:spcAft>
              <a:buClr>
                <a:schemeClr val="lt2"/>
              </a:buClr>
              <a:buSzPts val="2000"/>
              <a:buNone/>
              <a:defRPr sz="2200"/>
            </a:lvl1pPr>
            <a:lvl2pPr lvl="1">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285" name="Google Shape;285;p37"/>
          <p:cNvSpPr txBox="1"/>
          <p:nvPr>
            <p:ph idx="9" type="title"/>
          </p:nvPr>
        </p:nvSpPr>
        <p:spPr>
          <a:xfrm>
            <a:off x="719988" y="459128"/>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86" name="Google Shape;286;p37"/>
          <p:cNvSpPr txBox="1"/>
          <p:nvPr>
            <p:ph idx="13" type="ctrTitle"/>
          </p:nvPr>
        </p:nvSpPr>
        <p:spPr>
          <a:xfrm>
            <a:off x="4966007" y="2892814"/>
            <a:ext cx="3065100" cy="404100"/>
          </a:xfrm>
          <a:prstGeom prst="rect">
            <a:avLst/>
          </a:prstGeom>
        </p:spPr>
        <p:txBody>
          <a:bodyPr anchorCtr="0" anchor="b" bIns="91425" lIns="91425" spcFirstLastPara="1" rIns="91425" wrap="square" tIns="91425">
            <a:noAutofit/>
          </a:bodyPr>
          <a:lstStyle>
            <a:lvl1pPr lvl="0">
              <a:spcBef>
                <a:spcPts val="0"/>
              </a:spcBef>
              <a:spcAft>
                <a:spcPts val="0"/>
              </a:spcAft>
              <a:buClr>
                <a:schemeClr val="lt2"/>
              </a:buClr>
              <a:buSzPts val="2000"/>
              <a:buNone/>
              <a:defRPr sz="2200"/>
            </a:lvl1pPr>
            <a:lvl2pPr lvl="1">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287" name="Google Shape;287;p37"/>
          <p:cNvSpPr txBox="1"/>
          <p:nvPr>
            <p:ph hasCustomPrompt="1" idx="14" type="title"/>
          </p:nvPr>
        </p:nvSpPr>
        <p:spPr>
          <a:xfrm>
            <a:off x="4965997" y="2283824"/>
            <a:ext cx="1298700" cy="609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000"/>
            </a:lvl1pPr>
            <a:lvl2pPr lvl="1"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288" name="Google Shape;288;p37"/>
          <p:cNvSpPr txBox="1"/>
          <p:nvPr>
            <p:ph hasCustomPrompt="1" idx="15" type="title"/>
          </p:nvPr>
        </p:nvSpPr>
        <p:spPr>
          <a:xfrm>
            <a:off x="4965997" y="3298125"/>
            <a:ext cx="1298700" cy="6090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600"/>
              <a:buNone/>
              <a:defRPr sz="3000"/>
            </a:lvl1pPr>
            <a:lvl2pPr lvl="1"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2pPr>
            <a:lvl3pPr lvl="2"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3pPr>
            <a:lvl4pPr lvl="3"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4pPr>
            <a:lvl5pPr lvl="4"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5pPr>
            <a:lvl6pPr lvl="5"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6pPr>
            <a:lvl7pPr lvl="6"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7pPr>
            <a:lvl8pPr lvl="7"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8pPr>
            <a:lvl9pPr lvl="8" algn="r">
              <a:spcBef>
                <a:spcPts val="0"/>
              </a:spcBef>
              <a:spcAft>
                <a:spcPts val="0"/>
              </a:spcAft>
              <a:buSzPts val="3600"/>
              <a:buFont typeface="Fira Sans Extra Condensed"/>
              <a:buNone/>
              <a:defRPr b="0" sz="3600">
                <a:latin typeface="Fira Sans Extra Condensed"/>
                <a:ea typeface="Fira Sans Extra Condensed"/>
                <a:cs typeface="Fira Sans Extra Condensed"/>
                <a:sym typeface="Fira Sans Extra Condensed"/>
              </a:defRPr>
            </a:lvl9pPr>
          </a:lstStyle>
          <a:p>
            <a:r>
              <a:t>xx%</a:t>
            </a:r>
          </a:p>
        </p:txBody>
      </p:sp>
      <p:sp>
        <p:nvSpPr>
          <p:cNvPr id="289" name="Google Shape;289;p37"/>
          <p:cNvSpPr txBox="1"/>
          <p:nvPr>
            <p:ph idx="16" type="ctrTitle"/>
          </p:nvPr>
        </p:nvSpPr>
        <p:spPr>
          <a:xfrm>
            <a:off x="4966007" y="3908750"/>
            <a:ext cx="3065100" cy="404100"/>
          </a:xfrm>
          <a:prstGeom prst="rect">
            <a:avLst/>
          </a:prstGeom>
          <a:ln>
            <a:noFill/>
          </a:ln>
        </p:spPr>
        <p:txBody>
          <a:bodyPr anchorCtr="0" anchor="b" bIns="91425" lIns="91425" spcFirstLastPara="1" rIns="91425" wrap="square" tIns="91425">
            <a:noAutofit/>
          </a:bodyPr>
          <a:lstStyle>
            <a:lvl1pPr lvl="0">
              <a:spcBef>
                <a:spcPts val="0"/>
              </a:spcBef>
              <a:spcAft>
                <a:spcPts val="0"/>
              </a:spcAft>
              <a:buClr>
                <a:schemeClr val="lt2"/>
              </a:buClr>
              <a:buSzPts val="2000"/>
              <a:buNone/>
              <a:defRPr sz="2200"/>
            </a:lvl1pPr>
            <a:lvl2pPr lvl="1">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2pPr>
            <a:lvl3pPr lvl="2">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3pPr>
            <a:lvl4pPr lvl="3">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4pPr>
            <a:lvl5pPr lvl="4">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5pPr>
            <a:lvl6pPr lvl="5">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6pPr>
            <a:lvl7pPr lvl="6">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7pPr>
            <a:lvl8pPr lvl="7">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8pPr>
            <a:lvl9pPr lvl="8">
              <a:spcBef>
                <a:spcPts val="0"/>
              </a:spcBef>
              <a:spcAft>
                <a:spcPts val="0"/>
              </a:spcAft>
              <a:buClr>
                <a:schemeClr val="lt2"/>
              </a:buClr>
              <a:buSzPts val="2000"/>
              <a:buFont typeface="Denk One"/>
              <a:buNone/>
              <a:defRPr sz="2000">
                <a:solidFill>
                  <a:schemeClr val="lt2"/>
                </a:solidFill>
                <a:latin typeface="Denk One"/>
                <a:ea typeface="Denk One"/>
                <a:cs typeface="Denk One"/>
                <a:sym typeface="Denk One"/>
              </a:defRPr>
            </a:lvl9pPr>
          </a:lstStyle>
          <a:p/>
        </p:txBody>
      </p:sp>
      <p:sp>
        <p:nvSpPr>
          <p:cNvPr id="290" name="Google Shape;290;p37"/>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1_1_1_1_1">
    <p:spTree>
      <p:nvGrpSpPr>
        <p:cNvPr id="291" name="Shape 291"/>
        <p:cNvGrpSpPr/>
        <p:nvPr/>
      </p:nvGrpSpPr>
      <p:grpSpPr>
        <a:xfrm>
          <a:off x="0" y="0"/>
          <a:ext cx="0" cy="0"/>
          <a:chOff x="0" y="0"/>
          <a:chExt cx="0" cy="0"/>
        </a:xfrm>
      </p:grpSpPr>
      <p:grpSp>
        <p:nvGrpSpPr>
          <p:cNvPr id="292" name="Google Shape;292;p38"/>
          <p:cNvGrpSpPr/>
          <p:nvPr/>
        </p:nvGrpSpPr>
        <p:grpSpPr>
          <a:xfrm>
            <a:off x="396500" y="170424"/>
            <a:ext cx="8360126" cy="4398447"/>
            <a:chOff x="1054783" y="1029605"/>
            <a:chExt cx="7587010" cy="3902100"/>
          </a:xfrm>
        </p:grpSpPr>
        <p:sp>
          <p:nvSpPr>
            <p:cNvPr id="293" name="Google Shape;293;p38"/>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8"/>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5" name="Google Shape;295;p38"/>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296" name="Google Shape;296;p38"/>
          <p:cNvSpPr txBox="1"/>
          <p:nvPr>
            <p:ph idx="1" type="body"/>
          </p:nvPr>
        </p:nvSpPr>
        <p:spPr>
          <a:xfrm>
            <a:off x="720000" y="1355450"/>
            <a:ext cx="3453900" cy="1623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Font typeface="Anaheim"/>
              <a:buChar char="●"/>
              <a:defRPr sz="1200"/>
            </a:lvl1pPr>
            <a:lvl2pPr indent="-304800" lvl="1" marL="914400">
              <a:spcBef>
                <a:spcPts val="0"/>
              </a:spcBef>
              <a:spcAft>
                <a:spcPts val="0"/>
              </a:spcAft>
              <a:buClr>
                <a:srgbClr val="434343"/>
              </a:buClr>
              <a:buSzPts val="1200"/>
              <a:buFont typeface="Anaheim"/>
              <a:buChar char="○"/>
              <a:defRPr/>
            </a:lvl2pPr>
            <a:lvl3pPr indent="-304800" lvl="2" marL="1371600">
              <a:spcBef>
                <a:spcPts val="0"/>
              </a:spcBef>
              <a:spcAft>
                <a:spcPts val="0"/>
              </a:spcAft>
              <a:buClr>
                <a:srgbClr val="434343"/>
              </a:buClr>
              <a:buSzPts val="1200"/>
              <a:buFont typeface="Anaheim"/>
              <a:buChar char="■"/>
              <a:defRPr/>
            </a:lvl3pPr>
            <a:lvl4pPr indent="-304800" lvl="3" marL="1828800">
              <a:spcBef>
                <a:spcPts val="0"/>
              </a:spcBef>
              <a:spcAft>
                <a:spcPts val="0"/>
              </a:spcAft>
              <a:buClr>
                <a:srgbClr val="434343"/>
              </a:buClr>
              <a:buSzPts val="1200"/>
              <a:buFont typeface="Anaheim"/>
              <a:buChar char="●"/>
              <a:defRPr/>
            </a:lvl4pPr>
            <a:lvl5pPr indent="-304800" lvl="4" marL="2286000">
              <a:spcBef>
                <a:spcPts val="0"/>
              </a:spcBef>
              <a:spcAft>
                <a:spcPts val="0"/>
              </a:spcAft>
              <a:buClr>
                <a:srgbClr val="434343"/>
              </a:buClr>
              <a:buSzPts val="1200"/>
              <a:buFont typeface="Anaheim"/>
              <a:buChar char="○"/>
              <a:defRPr/>
            </a:lvl5pPr>
            <a:lvl6pPr indent="-304800" lvl="5" marL="2743200">
              <a:spcBef>
                <a:spcPts val="0"/>
              </a:spcBef>
              <a:spcAft>
                <a:spcPts val="0"/>
              </a:spcAft>
              <a:buClr>
                <a:srgbClr val="434343"/>
              </a:buClr>
              <a:buSzPts val="1200"/>
              <a:buFont typeface="Anaheim"/>
              <a:buChar char="■"/>
              <a:defRPr/>
            </a:lvl6pPr>
            <a:lvl7pPr indent="-304800" lvl="6" marL="3200400">
              <a:spcBef>
                <a:spcPts val="0"/>
              </a:spcBef>
              <a:spcAft>
                <a:spcPts val="0"/>
              </a:spcAft>
              <a:buClr>
                <a:srgbClr val="434343"/>
              </a:buClr>
              <a:buSzPts val="1200"/>
              <a:buFont typeface="Anaheim"/>
              <a:buChar char="●"/>
              <a:defRPr/>
            </a:lvl7pPr>
            <a:lvl8pPr indent="-304800" lvl="7" marL="3657600">
              <a:spcBef>
                <a:spcPts val="0"/>
              </a:spcBef>
              <a:spcAft>
                <a:spcPts val="0"/>
              </a:spcAft>
              <a:buClr>
                <a:srgbClr val="434343"/>
              </a:buClr>
              <a:buSzPts val="1200"/>
              <a:buFont typeface="Anaheim"/>
              <a:buChar char="○"/>
              <a:defRPr/>
            </a:lvl8pPr>
            <a:lvl9pPr indent="-304800" lvl="8" marL="4114800">
              <a:spcBef>
                <a:spcPts val="0"/>
              </a:spcBef>
              <a:spcAft>
                <a:spcPts val="0"/>
              </a:spcAft>
              <a:buClr>
                <a:srgbClr val="434343"/>
              </a:buClr>
              <a:buSzPts val="1200"/>
              <a:buFont typeface="Anaheim"/>
              <a:buChar char="■"/>
              <a:defRPr/>
            </a:lvl9pPr>
          </a:lstStyle>
          <a:p/>
        </p:txBody>
      </p:sp>
      <p:sp>
        <p:nvSpPr>
          <p:cNvPr id="297" name="Google Shape;297;p38"/>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298" name="Shape 298"/>
        <p:cNvGrpSpPr/>
        <p:nvPr/>
      </p:nvGrpSpPr>
      <p:grpSpPr>
        <a:xfrm>
          <a:off x="0" y="0"/>
          <a:ext cx="0" cy="0"/>
          <a:chOff x="0" y="0"/>
          <a:chExt cx="0" cy="0"/>
        </a:xfrm>
      </p:grpSpPr>
      <p:grpSp>
        <p:nvGrpSpPr>
          <p:cNvPr id="299" name="Google Shape;299;p39"/>
          <p:cNvGrpSpPr/>
          <p:nvPr/>
        </p:nvGrpSpPr>
        <p:grpSpPr>
          <a:xfrm>
            <a:off x="396500" y="170424"/>
            <a:ext cx="8360126" cy="4398447"/>
            <a:chOff x="1054783" y="1029605"/>
            <a:chExt cx="7587010" cy="3902100"/>
          </a:xfrm>
        </p:grpSpPr>
        <p:sp>
          <p:nvSpPr>
            <p:cNvPr id="300" name="Google Shape;300;p39"/>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9"/>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2" name="Google Shape;302;p39"/>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303" name="Google Shape;303;p39"/>
          <p:cNvSpPr txBox="1"/>
          <p:nvPr>
            <p:ph idx="1" type="body"/>
          </p:nvPr>
        </p:nvSpPr>
        <p:spPr>
          <a:xfrm>
            <a:off x="720000" y="1357275"/>
            <a:ext cx="4209600" cy="249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2"/>
              </a:buClr>
              <a:buSzPts val="1200"/>
              <a:buFont typeface="Anaheim"/>
              <a:buChar char="●"/>
              <a:defRPr/>
            </a:lvl1pPr>
            <a:lvl2pPr indent="-304800" lvl="1" marL="914400">
              <a:spcBef>
                <a:spcPts val="0"/>
              </a:spcBef>
              <a:spcAft>
                <a:spcPts val="0"/>
              </a:spcAft>
              <a:buClr>
                <a:srgbClr val="434343"/>
              </a:buClr>
              <a:buSzPts val="1200"/>
              <a:buFont typeface="Anaheim"/>
              <a:buChar char="○"/>
              <a:defRPr/>
            </a:lvl2pPr>
            <a:lvl3pPr indent="-304800" lvl="2" marL="1371600">
              <a:spcBef>
                <a:spcPts val="0"/>
              </a:spcBef>
              <a:spcAft>
                <a:spcPts val="0"/>
              </a:spcAft>
              <a:buClr>
                <a:srgbClr val="434343"/>
              </a:buClr>
              <a:buSzPts val="1200"/>
              <a:buFont typeface="Anaheim"/>
              <a:buChar char="■"/>
              <a:defRPr/>
            </a:lvl3pPr>
            <a:lvl4pPr indent="-304800" lvl="3" marL="1828800">
              <a:spcBef>
                <a:spcPts val="0"/>
              </a:spcBef>
              <a:spcAft>
                <a:spcPts val="0"/>
              </a:spcAft>
              <a:buClr>
                <a:srgbClr val="434343"/>
              </a:buClr>
              <a:buSzPts val="1200"/>
              <a:buFont typeface="Anaheim"/>
              <a:buChar char="●"/>
              <a:defRPr/>
            </a:lvl4pPr>
            <a:lvl5pPr indent="-304800" lvl="4" marL="2286000">
              <a:spcBef>
                <a:spcPts val="0"/>
              </a:spcBef>
              <a:spcAft>
                <a:spcPts val="0"/>
              </a:spcAft>
              <a:buClr>
                <a:srgbClr val="434343"/>
              </a:buClr>
              <a:buSzPts val="1200"/>
              <a:buFont typeface="Anaheim"/>
              <a:buChar char="○"/>
              <a:defRPr/>
            </a:lvl5pPr>
            <a:lvl6pPr indent="-304800" lvl="5" marL="2743200">
              <a:spcBef>
                <a:spcPts val="0"/>
              </a:spcBef>
              <a:spcAft>
                <a:spcPts val="0"/>
              </a:spcAft>
              <a:buClr>
                <a:srgbClr val="434343"/>
              </a:buClr>
              <a:buSzPts val="1200"/>
              <a:buFont typeface="Anaheim"/>
              <a:buChar char="■"/>
              <a:defRPr/>
            </a:lvl6pPr>
            <a:lvl7pPr indent="-304800" lvl="6" marL="3200400">
              <a:spcBef>
                <a:spcPts val="0"/>
              </a:spcBef>
              <a:spcAft>
                <a:spcPts val="0"/>
              </a:spcAft>
              <a:buClr>
                <a:srgbClr val="434343"/>
              </a:buClr>
              <a:buSzPts val="1200"/>
              <a:buFont typeface="Anaheim"/>
              <a:buChar char="●"/>
              <a:defRPr/>
            </a:lvl7pPr>
            <a:lvl8pPr indent="-304800" lvl="7" marL="3657600">
              <a:spcBef>
                <a:spcPts val="0"/>
              </a:spcBef>
              <a:spcAft>
                <a:spcPts val="0"/>
              </a:spcAft>
              <a:buClr>
                <a:srgbClr val="434343"/>
              </a:buClr>
              <a:buSzPts val="1200"/>
              <a:buFont typeface="Anaheim"/>
              <a:buChar char="○"/>
              <a:defRPr/>
            </a:lvl8pPr>
            <a:lvl9pPr indent="-304800" lvl="8" marL="4114800">
              <a:spcBef>
                <a:spcPts val="0"/>
              </a:spcBef>
              <a:spcAft>
                <a:spcPts val="0"/>
              </a:spcAft>
              <a:buClr>
                <a:srgbClr val="434343"/>
              </a:buClr>
              <a:buSzPts val="1200"/>
              <a:buFont typeface="Anaheim"/>
              <a:buChar char="■"/>
              <a:defRPr/>
            </a:lvl9pPr>
          </a:lstStyle>
          <a:p/>
        </p:txBody>
      </p:sp>
      <p:sp>
        <p:nvSpPr>
          <p:cNvPr id="304" name="Google Shape;304;p3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
    <p:spTree>
      <p:nvGrpSpPr>
        <p:cNvPr id="305" name="Shape 305"/>
        <p:cNvGrpSpPr/>
        <p:nvPr/>
      </p:nvGrpSpPr>
      <p:grpSpPr>
        <a:xfrm>
          <a:off x="0" y="0"/>
          <a:ext cx="0" cy="0"/>
          <a:chOff x="0" y="0"/>
          <a:chExt cx="0" cy="0"/>
        </a:xfrm>
      </p:grpSpPr>
      <p:grpSp>
        <p:nvGrpSpPr>
          <p:cNvPr id="306" name="Google Shape;306;p40"/>
          <p:cNvGrpSpPr/>
          <p:nvPr/>
        </p:nvGrpSpPr>
        <p:grpSpPr>
          <a:xfrm>
            <a:off x="396500" y="170424"/>
            <a:ext cx="8360126" cy="4398447"/>
            <a:chOff x="1054783" y="1029605"/>
            <a:chExt cx="7587010" cy="3902100"/>
          </a:xfrm>
        </p:grpSpPr>
        <p:sp>
          <p:nvSpPr>
            <p:cNvPr id="307" name="Google Shape;307;p40"/>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0"/>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9" name="Google Shape;309;p40"/>
          <p:cNvSpPr txBox="1"/>
          <p:nvPr>
            <p:ph type="title"/>
          </p:nvPr>
        </p:nvSpPr>
        <p:spPr>
          <a:xfrm>
            <a:off x="720000" y="1448625"/>
            <a:ext cx="2257200" cy="4023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10" name="Google Shape;310;p40"/>
          <p:cNvSpPr txBox="1"/>
          <p:nvPr>
            <p:ph idx="1" type="subTitle"/>
          </p:nvPr>
        </p:nvSpPr>
        <p:spPr>
          <a:xfrm>
            <a:off x="720176" y="1807975"/>
            <a:ext cx="2257200" cy="2037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1" name="Google Shape;311;p40"/>
          <p:cNvSpPr txBox="1"/>
          <p:nvPr>
            <p:ph idx="2" type="title"/>
          </p:nvPr>
        </p:nvSpPr>
        <p:spPr>
          <a:xfrm>
            <a:off x="3491775" y="1448625"/>
            <a:ext cx="2257500" cy="3900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12" name="Google Shape;312;p40"/>
          <p:cNvSpPr txBox="1"/>
          <p:nvPr>
            <p:ph idx="3" type="subTitle"/>
          </p:nvPr>
        </p:nvSpPr>
        <p:spPr>
          <a:xfrm>
            <a:off x="3491950" y="1807325"/>
            <a:ext cx="2257500" cy="2037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3" name="Google Shape;313;p40"/>
          <p:cNvSpPr txBox="1"/>
          <p:nvPr>
            <p:ph idx="4" type="title"/>
          </p:nvPr>
        </p:nvSpPr>
        <p:spPr>
          <a:xfrm>
            <a:off x="6162250" y="1448625"/>
            <a:ext cx="2257500" cy="3900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14" name="Google Shape;314;p40"/>
          <p:cNvSpPr txBox="1"/>
          <p:nvPr>
            <p:ph idx="5" type="subTitle"/>
          </p:nvPr>
        </p:nvSpPr>
        <p:spPr>
          <a:xfrm>
            <a:off x="6162250" y="1808000"/>
            <a:ext cx="2257500" cy="2037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15" name="Google Shape;315;p40"/>
          <p:cNvSpPr txBox="1"/>
          <p:nvPr>
            <p:ph idx="6" type="title"/>
          </p:nvPr>
        </p:nvSpPr>
        <p:spPr>
          <a:xfrm>
            <a:off x="719988" y="459128"/>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316" name="Google Shape;316;p40"/>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4">
    <p:spTree>
      <p:nvGrpSpPr>
        <p:cNvPr id="317" name="Shape 317"/>
        <p:cNvGrpSpPr/>
        <p:nvPr/>
      </p:nvGrpSpPr>
      <p:grpSpPr>
        <a:xfrm>
          <a:off x="0" y="0"/>
          <a:ext cx="0" cy="0"/>
          <a:chOff x="0" y="0"/>
          <a:chExt cx="0" cy="0"/>
        </a:xfrm>
      </p:grpSpPr>
      <p:grpSp>
        <p:nvGrpSpPr>
          <p:cNvPr id="318" name="Google Shape;318;p41"/>
          <p:cNvGrpSpPr/>
          <p:nvPr/>
        </p:nvGrpSpPr>
        <p:grpSpPr>
          <a:xfrm>
            <a:off x="396500" y="170424"/>
            <a:ext cx="8360126" cy="4398447"/>
            <a:chOff x="1054783" y="1029605"/>
            <a:chExt cx="7587010" cy="3902100"/>
          </a:xfrm>
        </p:grpSpPr>
        <p:sp>
          <p:nvSpPr>
            <p:cNvPr id="319" name="Google Shape;319;p41"/>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1"/>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 name="Google Shape;321;p41"/>
          <p:cNvSpPr txBox="1"/>
          <p:nvPr>
            <p:ph type="title"/>
          </p:nvPr>
        </p:nvSpPr>
        <p:spPr>
          <a:xfrm>
            <a:off x="717350" y="1295950"/>
            <a:ext cx="3728400" cy="4059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22" name="Google Shape;322;p41"/>
          <p:cNvSpPr txBox="1"/>
          <p:nvPr>
            <p:ph idx="1" type="subTitle"/>
          </p:nvPr>
        </p:nvSpPr>
        <p:spPr>
          <a:xfrm>
            <a:off x="717350" y="1651849"/>
            <a:ext cx="3728400" cy="101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23" name="Google Shape;323;p41"/>
          <p:cNvSpPr txBox="1"/>
          <p:nvPr>
            <p:ph idx="2" type="title"/>
          </p:nvPr>
        </p:nvSpPr>
        <p:spPr>
          <a:xfrm>
            <a:off x="4691091" y="1295950"/>
            <a:ext cx="3728400" cy="4059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24" name="Google Shape;324;p41"/>
          <p:cNvSpPr txBox="1"/>
          <p:nvPr>
            <p:ph idx="3" type="subTitle"/>
          </p:nvPr>
        </p:nvSpPr>
        <p:spPr>
          <a:xfrm>
            <a:off x="4691095" y="1651851"/>
            <a:ext cx="3728400" cy="101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25" name="Google Shape;325;p41"/>
          <p:cNvSpPr txBox="1"/>
          <p:nvPr>
            <p:ph idx="4" type="title"/>
          </p:nvPr>
        </p:nvSpPr>
        <p:spPr>
          <a:xfrm>
            <a:off x="717350" y="2865407"/>
            <a:ext cx="3728400" cy="4059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26" name="Google Shape;326;p41"/>
          <p:cNvSpPr txBox="1"/>
          <p:nvPr>
            <p:ph idx="5" type="subTitle"/>
          </p:nvPr>
        </p:nvSpPr>
        <p:spPr>
          <a:xfrm>
            <a:off x="717350" y="3220675"/>
            <a:ext cx="3728400" cy="101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27" name="Google Shape;327;p41"/>
          <p:cNvSpPr txBox="1"/>
          <p:nvPr>
            <p:ph idx="6" type="title"/>
          </p:nvPr>
        </p:nvSpPr>
        <p:spPr>
          <a:xfrm>
            <a:off x="4691091" y="2865413"/>
            <a:ext cx="3728400" cy="4059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28" name="Google Shape;328;p41"/>
          <p:cNvSpPr txBox="1"/>
          <p:nvPr>
            <p:ph idx="7" type="subTitle"/>
          </p:nvPr>
        </p:nvSpPr>
        <p:spPr>
          <a:xfrm>
            <a:off x="4691095" y="3220676"/>
            <a:ext cx="3728400" cy="101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29" name="Google Shape;329;p41"/>
          <p:cNvSpPr txBox="1"/>
          <p:nvPr>
            <p:ph idx="8" type="title"/>
          </p:nvPr>
        </p:nvSpPr>
        <p:spPr>
          <a:xfrm>
            <a:off x="719988" y="459128"/>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330" name="Google Shape;330;p41"/>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5">
    <p:spTree>
      <p:nvGrpSpPr>
        <p:cNvPr id="331" name="Shape 331"/>
        <p:cNvGrpSpPr/>
        <p:nvPr/>
      </p:nvGrpSpPr>
      <p:grpSpPr>
        <a:xfrm>
          <a:off x="0" y="0"/>
          <a:ext cx="0" cy="0"/>
          <a:chOff x="0" y="0"/>
          <a:chExt cx="0" cy="0"/>
        </a:xfrm>
      </p:grpSpPr>
      <p:grpSp>
        <p:nvGrpSpPr>
          <p:cNvPr id="332" name="Google Shape;332;p42"/>
          <p:cNvGrpSpPr/>
          <p:nvPr/>
        </p:nvGrpSpPr>
        <p:grpSpPr>
          <a:xfrm>
            <a:off x="396500" y="170424"/>
            <a:ext cx="8360126" cy="4398447"/>
            <a:chOff x="1054783" y="1029605"/>
            <a:chExt cx="7587010" cy="3902100"/>
          </a:xfrm>
        </p:grpSpPr>
        <p:sp>
          <p:nvSpPr>
            <p:cNvPr id="333" name="Google Shape;333;p42"/>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2"/>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 name="Google Shape;335;p42"/>
          <p:cNvSpPr txBox="1"/>
          <p:nvPr>
            <p:ph type="title"/>
          </p:nvPr>
        </p:nvSpPr>
        <p:spPr>
          <a:xfrm>
            <a:off x="724350" y="953007"/>
            <a:ext cx="2563200" cy="7380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36" name="Google Shape;336;p42"/>
          <p:cNvSpPr txBox="1"/>
          <p:nvPr>
            <p:ph idx="1" type="subTitle"/>
          </p:nvPr>
        </p:nvSpPr>
        <p:spPr>
          <a:xfrm>
            <a:off x="724350" y="1650487"/>
            <a:ext cx="2563200" cy="10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37" name="Google Shape;337;p42"/>
          <p:cNvSpPr txBox="1"/>
          <p:nvPr>
            <p:ph idx="2" type="title"/>
          </p:nvPr>
        </p:nvSpPr>
        <p:spPr>
          <a:xfrm>
            <a:off x="3290800" y="961215"/>
            <a:ext cx="2563200" cy="7380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38" name="Google Shape;338;p42"/>
          <p:cNvSpPr txBox="1"/>
          <p:nvPr>
            <p:ph idx="3" type="subTitle"/>
          </p:nvPr>
        </p:nvSpPr>
        <p:spPr>
          <a:xfrm>
            <a:off x="3290800" y="1650487"/>
            <a:ext cx="2563200" cy="10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39" name="Google Shape;339;p42"/>
          <p:cNvSpPr txBox="1"/>
          <p:nvPr>
            <p:ph idx="4" type="title"/>
          </p:nvPr>
        </p:nvSpPr>
        <p:spPr>
          <a:xfrm>
            <a:off x="724350" y="2741296"/>
            <a:ext cx="2563200" cy="7380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40" name="Google Shape;340;p42"/>
          <p:cNvSpPr txBox="1"/>
          <p:nvPr>
            <p:ph idx="5" type="subTitle"/>
          </p:nvPr>
        </p:nvSpPr>
        <p:spPr>
          <a:xfrm>
            <a:off x="724350" y="3436046"/>
            <a:ext cx="2563200" cy="10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41" name="Google Shape;341;p42"/>
          <p:cNvSpPr txBox="1"/>
          <p:nvPr>
            <p:ph idx="6" type="title"/>
          </p:nvPr>
        </p:nvSpPr>
        <p:spPr>
          <a:xfrm>
            <a:off x="3290793" y="2741302"/>
            <a:ext cx="2563200" cy="7380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42" name="Google Shape;342;p42"/>
          <p:cNvSpPr txBox="1"/>
          <p:nvPr>
            <p:ph idx="7" type="subTitle"/>
          </p:nvPr>
        </p:nvSpPr>
        <p:spPr>
          <a:xfrm>
            <a:off x="3290793" y="3436048"/>
            <a:ext cx="2563200" cy="10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43" name="Google Shape;343;p42"/>
          <p:cNvSpPr txBox="1"/>
          <p:nvPr>
            <p:ph idx="8" type="title"/>
          </p:nvPr>
        </p:nvSpPr>
        <p:spPr>
          <a:xfrm>
            <a:off x="5852375" y="961215"/>
            <a:ext cx="2563200" cy="7380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44" name="Google Shape;344;p42"/>
          <p:cNvSpPr txBox="1"/>
          <p:nvPr>
            <p:ph idx="9" type="subTitle"/>
          </p:nvPr>
        </p:nvSpPr>
        <p:spPr>
          <a:xfrm>
            <a:off x="5852377" y="1650487"/>
            <a:ext cx="2563200" cy="10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45" name="Google Shape;345;p42"/>
          <p:cNvSpPr txBox="1"/>
          <p:nvPr>
            <p:ph idx="13" type="title"/>
          </p:nvPr>
        </p:nvSpPr>
        <p:spPr>
          <a:xfrm>
            <a:off x="5852375" y="2741298"/>
            <a:ext cx="2563200" cy="7380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2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46" name="Google Shape;346;p42"/>
          <p:cNvSpPr txBox="1"/>
          <p:nvPr>
            <p:ph idx="14" type="subTitle"/>
          </p:nvPr>
        </p:nvSpPr>
        <p:spPr>
          <a:xfrm>
            <a:off x="5852378" y="3436047"/>
            <a:ext cx="2563200" cy="10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47" name="Google Shape;347;p42"/>
          <p:cNvSpPr txBox="1"/>
          <p:nvPr>
            <p:ph idx="15" type="title"/>
          </p:nvPr>
        </p:nvSpPr>
        <p:spPr>
          <a:xfrm>
            <a:off x="719988" y="459128"/>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348" name="Google Shape;348;p42"/>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6">
    <p:spTree>
      <p:nvGrpSpPr>
        <p:cNvPr id="349" name="Shape 349"/>
        <p:cNvGrpSpPr/>
        <p:nvPr/>
      </p:nvGrpSpPr>
      <p:grpSpPr>
        <a:xfrm>
          <a:off x="0" y="0"/>
          <a:ext cx="0" cy="0"/>
          <a:chOff x="0" y="0"/>
          <a:chExt cx="0" cy="0"/>
        </a:xfrm>
      </p:grpSpPr>
      <p:grpSp>
        <p:nvGrpSpPr>
          <p:cNvPr id="350" name="Google Shape;350;p43"/>
          <p:cNvGrpSpPr/>
          <p:nvPr/>
        </p:nvGrpSpPr>
        <p:grpSpPr>
          <a:xfrm>
            <a:off x="396500" y="170424"/>
            <a:ext cx="8360126" cy="4398447"/>
            <a:chOff x="1054783" y="1029605"/>
            <a:chExt cx="7587010" cy="3902100"/>
          </a:xfrm>
        </p:grpSpPr>
        <p:sp>
          <p:nvSpPr>
            <p:cNvPr id="351" name="Google Shape;351;p43"/>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3"/>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43"/>
          <p:cNvSpPr txBox="1"/>
          <p:nvPr>
            <p:ph hasCustomPrompt="1" type="title"/>
          </p:nvPr>
        </p:nvSpPr>
        <p:spPr>
          <a:xfrm>
            <a:off x="1252403" y="1022536"/>
            <a:ext cx="4190700" cy="7335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6000"/>
              <a:buNone/>
              <a:defRPr sz="4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354" name="Google Shape;354;p43"/>
          <p:cNvSpPr txBox="1"/>
          <p:nvPr>
            <p:ph idx="1" type="subTitle"/>
          </p:nvPr>
        </p:nvSpPr>
        <p:spPr>
          <a:xfrm>
            <a:off x="1252403" y="1620161"/>
            <a:ext cx="4190700" cy="3846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Font typeface="PT Sans"/>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Font typeface="PT Sans"/>
              <a:buNone/>
              <a:defRPr>
                <a:latin typeface="PT Sans"/>
                <a:ea typeface="PT Sans"/>
                <a:cs typeface="PT Sans"/>
                <a:sym typeface="PT Sans"/>
              </a:defRPr>
            </a:lvl4pPr>
            <a:lvl5pPr lvl="4" algn="ctr">
              <a:lnSpc>
                <a:spcPct val="100000"/>
              </a:lnSpc>
              <a:spcBef>
                <a:spcPts val="0"/>
              </a:spcBef>
              <a:spcAft>
                <a:spcPts val="0"/>
              </a:spcAft>
              <a:buSzPts val="1200"/>
              <a:buFont typeface="PT Sans"/>
              <a:buNone/>
              <a:defRPr>
                <a:latin typeface="PT Sans"/>
                <a:ea typeface="PT Sans"/>
                <a:cs typeface="PT Sans"/>
                <a:sym typeface="PT Sans"/>
              </a:defRPr>
            </a:lvl5pPr>
            <a:lvl6pPr lvl="5" algn="ctr">
              <a:lnSpc>
                <a:spcPct val="100000"/>
              </a:lnSpc>
              <a:spcBef>
                <a:spcPts val="0"/>
              </a:spcBef>
              <a:spcAft>
                <a:spcPts val="0"/>
              </a:spcAft>
              <a:buSzPts val="1200"/>
              <a:buFont typeface="PT Sans"/>
              <a:buNone/>
              <a:defRPr>
                <a:latin typeface="PT Sans"/>
                <a:ea typeface="PT Sans"/>
                <a:cs typeface="PT Sans"/>
                <a:sym typeface="PT Sans"/>
              </a:defRPr>
            </a:lvl6pPr>
            <a:lvl7pPr lvl="6" algn="ctr">
              <a:lnSpc>
                <a:spcPct val="100000"/>
              </a:lnSpc>
              <a:spcBef>
                <a:spcPts val="0"/>
              </a:spcBef>
              <a:spcAft>
                <a:spcPts val="0"/>
              </a:spcAft>
              <a:buSzPts val="1200"/>
              <a:buFont typeface="PT Sans"/>
              <a:buNone/>
              <a:defRPr>
                <a:latin typeface="PT Sans"/>
                <a:ea typeface="PT Sans"/>
                <a:cs typeface="PT Sans"/>
                <a:sym typeface="PT Sans"/>
              </a:defRPr>
            </a:lvl7pPr>
            <a:lvl8pPr lvl="7" algn="ctr">
              <a:lnSpc>
                <a:spcPct val="100000"/>
              </a:lnSpc>
              <a:spcBef>
                <a:spcPts val="0"/>
              </a:spcBef>
              <a:spcAft>
                <a:spcPts val="0"/>
              </a:spcAft>
              <a:buSzPts val="1200"/>
              <a:buFont typeface="PT Sans"/>
              <a:buNone/>
              <a:defRPr>
                <a:latin typeface="PT Sans"/>
                <a:ea typeface="PT Sans"/>
                <a:cs typeface="PT Sans"/>
                <a:sym typeface="PT Sans"/>
              </a:defRPr>
            </a:lvl8pPr>
            <a:lvl9pPr lvl="8" algn="ctr">
              <a:lnSpc>
                <a:spcPct val="100000"/>
              </a:lnSpc>
              <a:spcBef>
                <a:spcPts val="0"/>
              </a:spcBef>
              <a:spcAft>
                <a:spcPts val="0"/>
              </a:spcAft>
              <a:buSzPts val="1200"/>
              <a:buFont typeface="PT Sans"/>
              <a:buNone/>
              <a:defRPr>
                <a:latin typeface="PT Sans"/>
                <a:ea typeface="PT Sans"/>
                <a:cs typeface="PT Sans"/>
                <a:sym typeface="PT Sans"/>
              </a:defRPr>
            </a:lvl9pPr>
          </a:lstStyle>
          <a:p/>
        </p:txBody>
      </p:sp>
      <p:sp>
        <p:nvSpPr>
          <p:cNvPr id="355" name="Google Shape;355;p43"/>
          <p:cNvSpPr txBox="1"/>
          <p:nvPr>
            <p:ph hasCustomPrompt="1" idx="2" type="title"/>
          </p:nvPr>
        </p:nvSpPr>
        <p:spPr>
          <a:xfrm>
            <a:off x="1252403" y="2080661"/>
            <a:ext cx="4190700" cy="7335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6000"/>
              <a:buNone/>
              <a:defRPr sz="4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356" name="Google Shape;356;p43"/>
          <p:cNvSpPr txBox="1"/>
          <p:nvPr>
            <p:ph idx="3" type="subTitle"/>
          </p:nvPr>
        </p:nvSpPr>
        <p:spPr>
          <a:xfrm>
            <a:off x="1252403" y="2678261"/>
            <a:ext cx="4190700" cy="3846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Font typeface="PT Sans"/>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Font typeface="PT Sans"/>
              <a:buNone/>
              <a:defRPr>
                <a:latin typeface="PT Sans"/>
                <a:ea typeface="PT Sans"/>
                <a:cs typeface="PT Sans"/>
                <a:sym typeface="PT Sans"/>
              </a:defRPr>
            </a:lvl4pPr>
            <a:lvl5pPr lvl="4" algn="ctr">
              <a:lnSpc>
                <a:spcPct val="100000"/>
              </a:lnSpc>
              <a:spcBef>
                <a:spcPts val="0"/>
              </a:spcBef>
              <a:spcAft>
                <a:spcPts val="0"/>
              </a:spcAft>
              <a:buSzPts val="1200"/>
              <a:buFont typeface="PT Sans"/>
              <a:buNone/>
              <a:defRPr>
                <a:latin typeface="PT Sans"/>
                <a:ea typeface="PT Sans"/>
                <a:cs typeface="PT Sans"/>
                <a:sym typeface="PT Sans"/>
              </a:defRPr>
            </a:lvl5pPr>
            <a:lvl6pPr lvl="5" algn="ctr">
              <a:lnSpc>
                <a:spcPct val="100000"/>
              </a:lnSpc>
              <a:spcBef>
                <a:spcPts val="0"/>
              </a:spcBef>
              <a:spcAft>
                <a:spcPts val="0"/>
              </a:spcAft>
              <a:buSzPts val="1200"/>
              <a:buFont typeface="PT Sans"/>
              <a:buNone/>
              <a:defRPr>
                <a:latin typeface="PT Sans"/>
                <a:ea typeface="PT Sans"/>
                <a:cs typeface="PT Sans"/>
                <a:sym typeface="PT Sans"/>
              </a:defRPr>
            </a:lvl6pPr>
            <a:lvl7pPr lvl="6" algn="ctr">
              <a:lnSpc>
                <a:spcPct val="100000"/>
              </a:lnSpc>
              <a:spcBef>
                <a:spcPts val="0"/>
              </a:spcBef>
              <a:spcAft>
                <a:spcPts val="0"/>
              </a:spcAft>
              <a:buSzPts val="1200"/>
              <a:buFont typeface="PT Sans"/>
              <a:buNone/>
              <a:defRPr>
                <a:latin typeface="PT Sans"/>
                <a:ea typeface="PT Sans"/>
                <a:cs typeface="PT Sans"/>
                <a:sym typeface="PT Sans"/>
              </a:defRPr>
            </a:lvl7pPr>
            <a:lvl8pPr lvl="7" algn="ctr">
              <a:lnSpc>
                <a:spcPct val="100000"/>
              </a:lnSpc>
              <a:spcBef>
                <a:spcPts val="0"/>
              </a:spcBef>
              <a:spcAft>
                <a:spcPts val="0"/>
              </a:spcAft>
              <a:buSzPts val="1200"/>
              <a:buFont typeface="PT Sans"/>
              <a:buNone/>
              <a:defRPr>
                <a:latin typeface="PT Sans"/>
                <a:ea typeface="PT Sans"/>
                <a:cs typeface="PT Sans"/>
                <a:sym typeface="PT Sans"/>
              </a:defRPr>
            </a:lvl8pPr>
            <a:lvl9pPr lvl="8" algn="ctr">
              <a:lnSpc>
                <a:spcPct val="100000"/>
              </a:lnSpc>
              <a:spcBef>
                <a:spcPts val="0"/>
              </a:spcBef>
              <a:spcAft>
                <a:spcPts val="0"/>
              </a:spcAft>
              <a:buSzPts val="1200"/>
              <a:buFont typeface="PT Sans"/>
              <a:buNone/>
              <a:defRPr>
                <a:latin typeface="PT Sans"/>
                <a:ea typeface="PT Sans"/>
                <a:cs typeface="PT Sans"/>
                <a:sym typeface="PT Sans"/>
              </a:defRPr>
            </a:lvl9pPr>
          </a:lstStyle>
          <a:p/>
        </p:txBody>
      </p:sp>
      <p:sp>
        <p:nvSpPr>
          <p:cNvPr id="357" name="Google Shape;357;p43"/>
          <p:cNvSpPr txBox="1"/>
          <p:nvPr>
            <p:ph hasCustomPrompt="1" idx="4" type="title"/>
          </p:nvPr>
        </p:nvSpPr>
        <p:spPr>
          <a:xfrm>
            <a:off x="1252404" y="3138786"/>
            <a:ext cx="4190700" cy="7335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6000"/>
              <a:buNone/>
              <a:defRPr sz="4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358" name="Google Shape;358;p43"/>
          <p:cNvSpPr txBox="1"/>
          <p:nvPr>
            <p:ph idx="5" type="subTitle"/>
          </p:nvPr>
        </p:nvSpPr>
        <p:spPr>
          <a:xfrm>
            <a:off x="1252404" y="3736386"/>
            <a:ext cx="4190700" cy="3846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200"/>
              <a:buFont typeface="PT Sans"/>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Font typeface="PT Sans"/>
              <a:buNone/>
              <a:defRPr>
                <a:latin typeface="PT Sans"/>
                <a:ea typeface="PT Sans"/>
                <a:cs typeface="PT Sans"/>
                <a:sym typeface="PT Sans"/>
              </a:defRPr>
            </a:lvl4pPr>
            <a:lvl5pPr lvl="4" algn="ctr">
              <a:lnSpc>
                <a:spcPct val="100000"/>
              </a:lnSpc>
              <a:spcBef>
                <a:spcPts val="0"/>
              </a:spcBef>
              <a:spcAft>
                <a:spcPts val="0"/>
              </a:spcAft>
              <a:buSzPts val="1200"/>
              <a:buFont typeface="PT Sans"/>
              <a:buNone/>
              <a:defRPr>
                <a:latin typeface="PT Sans"/>
                <a:ea typeface="PT Sans"/>
                <a:cs typeface="PT Sans"/>
                <a:sym typeface="PT Sans"/>
              </a:defRPr>
            </a:lvl5pPr>
            <a:lvl6pPr lvl="5" algn="ctr">
              <a:lnSpc>
                <a:spcPct val="100000"/>
              </a:lnSpc>
              <a:spcBef>
                <a:spcPts val="0"/>
              </a:spcBef>
              <a:spcAft>
                <a:spcPts val="0"/>
              </a:spcAft>
              <a:buSzPts val="1200"/>
              <a:buFont typeface="PT Sans"/>
              <a:buNone/>
              <a:defRPr>
                <a:latin typeface="PT Sans"/>
                <a:ea typeface="PT Sans"/>
                <a:cs typeface="PT Sans"/>
                <a:sym typeface="PT Sans"/>
              </a:defRPr>
            </a:lvl6pPr>
            <a:lvl7pPr lvl="6" algn="ctr">
              <a:lnSpc>
                <a:spcPct val="100000"/>
              </a:lnSpc>
              <a:spcBef>
                <a:spcPts val="0"/>
              </a:spcBef>
              <a:spcAft>
                <a:spcPts val="0"/>
              </a:spcAft>
              <a:buSzPts val="1200"/>
              <a:buFont typeface="PT Sans"/>
              <a:buNone/>
              <a:defRPr>
                <a:latin typeface="PT Sans"/>
                <a:ea typeface="PT Sans"/>
                <a:cs typeface="PT Sans"/>
                <a:sym typeface="PT Sans"/>
              </a:defRPr>
            </a:lvl7pPr>
            <a:lvl8pPr lvl="7" algn="ctr">
              <a:lnSpc>
                <a:spcPct val="100000"/>
              </a:lnSpc>
              <a:spcBef>
                <a:spcPts val="0"/>
              </a:spcBef>
              <a:spcAft>
                <a:spcPts val="0"/>
              </a:spcAft>
              <a:buSzPts val="1200"/>
              <a:buFont typeface="PT Sans"/>
              <a:buNone/>
              <a:defRPr>
                <a:latin typeface="PT Sans"/>
                <a:ea typeface="PT Sans"/>
                <a:cs typeface="PT Sans"/>
                <a:sym typeface="PT Sans"/>
              </a:defRPr>
            </a:lvl8pPr>
            <a:lvl9pPr lvl="8" algn="ctr">
              <a:lnSpc>
                <a:spcPct val="100000"/>
              </a:lnSpc>
              <a:spcBef>
                <a:spcPts val="0"/>
              </a:spcBef>
              <a:spcAft>
                <a:spcPts val="0"/>
              </a:spcAft>
              <a:buSzPts val="1200"/>
              <a:buFont typeface="PT Sans"/>
              <a:buNone/>
              <a:defRPr>
                <a:latin typeface="PT Sans"/>
                <a:ea typeface="PT Sans"/>
                <a:cs typeface="PT Sans"/>
                <a:sym typeface="PT Sans"/>
              </a:defRPr>
            </a:lvl9pPr>
          </a:lstStyle>
          <a:p/>
        </p:txBody>
      </p:sp>
      <p:sp>
        <p:nvSpPr>
          <p:cNvPr id="359" name="Google Shape;359;p43"/>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7">
    <p:spTree>
      <p:nvGrpSpPr>
        <p:cNvPr id="360" name="Shape 360"/>
        <p:cNvGrpSpPr/>
        <p:nvPr/>
      </p:nvGrpSpPr>
      <p:grpSpPr>
        <a:xfrm>
          <a:off x="0" y="0"/>
          <a:ext cx="0" cy="0"/>
          <a:chOff x="0" y="0"/>
          <a:chExt cx="0" cy="0"/>
        </a:xfrm>
      </p:grpSpPr>
      <p:grpSp>
        <p:nvGrpSpPr>
          <p:cNvPr id="361" name="Google Shape;361;p44"/>
          <p:cNvGrpSpPr/>
          <p:nvPr/>
        </p:nvGrpSpPr>
        <p:grpSpPr>
          <a:xfrm>
            <a:off x="396500" y="170424"/>
            <a:ext cx="8360126" cy="4398447"/>
            <a:chOff x="1054783" y="1029605"/>
            <a:chExt cx="7587010" cy="3902100"/>
          </a:xfrm>
        </p:grpSpPr>
        <p:sp>
          <p:nvSpPr>
            <p:cNvPr id="362" name="Google Shape;362;p44"/>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4"/>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4" name="Google Shape;364;p4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365" name="Google Shape;365;p44"/>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366" name="Shape 366"/>
        <p:cNvGrpSpPr/>
        <p:nvPr/>
      </p:nvGrpSpPr>
      <p:grpSpPr>
        <a:xfrm>
          <a:off x="0" y="0"/>
          <a:ext cx="0" cy="0"/>
          <a:chOff x="0" y="0"/>
          <a:chExt cx="0" cy="0"/>
        </a:xfrm>
      </p:grpSpPr>
      <p:grpSp>
        <p:nvGrpSpPr>
          <p:cNvPr id="367" name="Google Shape;367;p45"/>
          <p:cNvGrpSpPr/>
          <p:nvPr/>
        </p:nvGrpSpPr>
        <p:grpSpPr>
          <a:xfrm>
            <a:off x="772525" y="726625"/>
            <a:ext cx="6578100" cy="3438300"/>
            <a:chOff x="772525" y="726625"/>
            <a:chExt cx="6578100" cy="3438300"/>
          </a:xfrm>
        </p:grpSpPr>
        <p:sp>
          <p:nvSpPr>
            <p:cNvPr id="368" name="Google Shape;368;p45"/>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5"/>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 name="Google Shape;370;p45"/>
          <p:cNvGrpSpPr/>
          <p:nvPr/>
        </p:nvGrpSpPr>
        <p:grpSpPr>
          <a:xfrm>
            <a:off x="4924175" y="2984325"/>
            <a:ext cx="3447300" cy="1584600"/>
            <a:chOff x="4924175" y="3441525"/>
            <a:chExt cx="3447300" cy="1584600"/>
          </a:xfrm>
        </p:grpSpPr>
        <p:sp>
          <p:nvSpPr>
            <p:cNvPr id="371" name="Google Shape;371;p45"/>
            <p:cNvSpPr/>
            <p:nvPr/>
          </p:nvSpPr>
          <p:spPr>
            <a:xfrm>
              <a:off x="4924175" y="3441525"/>
              <a:ext cx="3447300" cy="1584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5"/>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 name="Google Shape;373;p45"/>
          <p:cNvSpPr txBox="1"/>
          <p:nvPr>
            <p:ph type="ctrTitle"/>
          </p:nvPr>
        </p:nvSpPr>
        <p:spPr>
          <a:xfrm>
            <a:off x="1697375" y="1229575"/>
            <a:ext cx="3294600" cy="997800"/>
          </a:xfrm>
          <a:prstGeom prst="rect">
            <a:avLst/>
          </a:prstGeom>
        </p:spPr>
        <p:txBody>
          <a:bodyPr anchorCtr="0" anchor="t" bIns="91425" lIns="91425" spcFirstLastPara="1" rIns="91425" wrap="square" tIns="91425">
            <a:noAutofit/>
          </a:bodyPr>
          <a:lstStyle>
            <a:lvl1pPr lvl="0">
              <a:spcBef>
                <a:spcPts val="0"/>
              </a:spcBef>
              <a:spcAft>
                <a:spcPts val="0"/>
              </a:spcAft>
              <a:buSzPts val="5200"/>
              <a:buNone/>
              <a:defRPr sz="6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74" name="Google Shape;374;p45"/>
          <p:cNvSpPr txBox="1"/>
          <p:nvPr>
            <p:ph idx="1" type="subTitle"/>
          </p:nvPr>
        </p:nvSpPr>
        <p:spPr>
          <a:xfrm>
            <a:off x="1697375" y="2291627"/>
            <a:ext cx="3294600" cy="99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75" name="Google Shape;375;p45"/>
          <p:cNvSpPr txBox="1"/>
          <p:nvPr/>
        </p:nvSpPr>
        <p:spPr>
          <a:xfrm>
            <a:off x="5017075" y="3285800"/>
            <a:ext cx="3294600" cy="8259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Source Code Pro"/>
                <a:ea typeface="Source Code Pro"/>
                <a:cs typeface="Source Code Pro"/>
                <a:sym typeface="Source Code Pro"/>
              </a:rPr>
              <a:t>CREDITS:</a:t>
            </a:r>
            <a:r>
              <a:rPr lang="en" sz="1000">
                <a:solidFill>
                  <a:schemeClr val="dk1"/>
                </a:solidFill>
                <a:latin typeface="Source Code Pro"/>
                <a:ea typeface="Source Code Pro"/>
                <a:cs typeface="Source Code Pro"/>
                <a:sym typeface="Source Code Pro"/>
              </a:rPr>
              <a:t> This presentation template was created by </a:t>
            </a:r>
            <a:r>
              <a:rPr b="1" lang="en" sz="1000" u="sng">
                <a:solidFill>
                  <a:schemeClr val="dk1"/>
                </a:solidFill>
                <a:latin typeface="Source Code Pro"/>
                <a:ea typeface="Source Code Pro"/>
                <a:cs typeface="Source Code Pro"/>
                <a:sym typeface="Source Code Pro"/>
                <a:hlinkClick r:id="rId2">
                  <a:extLst>
                    <a:ext uri="{A12FA001-AC4F-418D-AE19-62706E023703}">
                      <ahyp:hlinkClr val="tx"/>
                    </a:ext>
                  </a:extLst>
                </a:hlinkClick>
              </a:rPr>
              <a:t>Slidesgo</a:t>
            </a:r>
            <a:r>
              <a:rPr lang="en" sz="1000">
                <a:solidFill>
                  <a:schemeClr val="dk1"/>
                </a:solidFill>
                <a:latin typeface="Source Code Pro"/>
                <a:ea typeface="Source Code Pro"/>
                <a:cs typeface="Source Code Pro"/>
                <a:sym typeface="Source Code Pro"/>
              </a:rPr>
              <a:t>, and includes icons by </a:t>
            </a:r>
            <a:r>
              <a:rPr b="1" lang="en" sz="1000" u="sng">
                <a:solidFill>
                  <a:schemeClr val="dk1"/>
                </a:solidFill>
                <a:latin typeface="Source Code Pro"/>
                <a:ea typeface="Source Code Pro"/>
                <a:cs typeface="Source Code Pro"/>
                <a:sym typeface="Source Code Pro"/>
                <a:hlinkClick r:id="rId3">
                  <a:extLst>
                    <a:ext uri="{A12FA001-AC4F-418D-AE19-62706E023703}">
                      <ahyp:hlinkClr val="tx"/>
                    </a:ext>
                  </a:extLst>
                </a:hlinkClick>
              </a:rPr>
              <a:t>Flaticon</a:t>
            </a:r>
            <a:r>
              <a:rPr lang="en" sz="1000">
                <a:solidFill>
                  <a:schemeClr val="dk1"/>
                </a:solidFill>
                <a:latin typeface="Source Code Pro"/>
                <a:ea typeface="Source Code Pro"/>
                <a:cs typeface="Source Code Pro"/>
                <a:sym typeface="Source Code Pro"/>
              </a:rPr>
              <a:t>, and infographics &amp; images by </a:t>
            </a:r>
            <a:r>
              <a:rPr b="1" lang="en" sz="1000" u="sng">
                <a:solidFill>
                  <a:schemeClr val="dk1"/>
                </a:solidFill>
                <a:latin typeface="Source Code Pro"/>
                <a:ea typeface="Source Code Pro"/>
                <a:cs typeface="Source Code Pro"/>
                <a:sym typeface="Source Code Pro"/>
                <a:hlinkClick r:id="rId4">
                  <a:extLst>
                    <a:ext uri="{A12FA001-AC4F-418D-AE19-62706E023703}">
                      <ahyp:hlinkClr val="tx"/>
                    </a:ext>
                  </a:extLst>
                </a:hlinkClick>
              </a:rPr>
              <a:t>Freepik</a:t>
            </a:r>
            <a:r>
              <a:rPr lang="en" sz="1000" u="sng">
                <a:solidFill>
                  <a:schemeClr val="dk1"/>
                </a:solidFill>
                <a:latin typeface="Source Code Pro"/>
                <a:ea typeface="Source Code Pro"/>
                <a:cs typeface="Source Code Pro"/>
                <a:sym typeface="Source Code Pro"/>
              </a:rPr>
              <a:t> </a:t>
            </a:r>
            <a:endParaRPr b="1" sz="1000" u="sng">
              <a:solidFill>
                <a:schemeClr val="dk1"/>
              </a:solidFill>
              <a:latin typeface="Source Code Pro"/>
              <a:ea typeface="Source Code Pro"/>
              <a:cs typeface="Source Code Pro"/>
              <a:sym typeface="Source Code Pro"/>
            </a:endParaRPr>
          </a:p>
        </p:txBody>
      </p:sp>
      <p:sp>
        <p:nvSpPr>
          <p:cNvPr id="376" name="Google Shape;376;p45"/>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
        <p:nvSpPr>
          <p:cNvPr id="377" name="Google Shape;377;p45"/>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5"/>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4">
    <p:spTree>
      <p:nvGrpSpPr>
        <p:cNvPr id="379" name="Shape 379"/>
        <p:cNvGrpSpPr/>
        <p:nvPr/>
      </p:nvGrpSpPr>
      <p:grpSpPr>
        <a:xfrm>
          <a:off x="0" y="0"/>
          <a:ext cx="0" cy="0"/>
          <a:chOff x="0" y="0"/>
          <a:chExt cx="0" cy="0"/>
        </a:xfrm>
      </p:grpSpPr>
      <p:grpSp>
        <p:nvGrpSpPr>
          <p:cNvPr id="380" name="Google Shape;380;p46"/>
          <p:cNvGrpSpPr/>
          <p:nvPr/>
        </p:nvGrpSpPr>
        <p:grpSpPr>
          <a:xfrm>
            <a:off x="772525" y="726625"/>
            <a:ext cx="6578100" cy="3438300"/>
            <a:chOff x="772525" y="726625"/>
            <a:chExt cx="6578100" cy="3438300"/>
          </a:xfrm>
        </p:grpSpPr>
        <p:sp>
          <p:nvSpPr>
            <p:cNvPr id="381" name="Google Shape;381;p46"/>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6"/>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 name="Google Shape;383;p46"/>
          <p:cNvGrpSpPr/>
          <p:nvPr/>
        </p:nvGrpSpPr>
        <p:grpSpPr>
          <a:xfrm>
            <a:off x="4924175" y="2984325"/>
            <a:ext cx="3447300" cy="1584600"/>
            <a:chOff x="4924175" y="3441525"/>
            <a:chExt cx="3447300" cy="1584600"/>
          </a:xfrm>
        </p:grpSpPr>
        <p:sp>
          <p:nvSpPr>
            <p:cNvPr id="384" name="Google Shape;384;p46"/>
            <p:cNvSpPr/>
            <p:nvPr/>
          </p:nvSpPr>
          <p:spPr>
            <a:xfrm>
              <a:off x="4924175" y="3441525"/>
              <a:ext cx="3447300" cy="1584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6"/>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6" name="Google Shape;386;p46"/>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grpSp>
        <p:nvGrpSpPr>
          <p:cNvPr id="387" name="Google Shape;387;p46"/>
          <p:cNvGrpSpPr/>
          <p:nvPr/>
        </p:nvGrpSpPr>
        <p:grpSpPr>
          <a:xfrm>
            <a:off x="11575" y="0"/>
            <a:ext cx="9132325" cy="414900"/>
            <a:chOff x="11575" y="0"/>
            <a:chExt cx="9132325" cy="414900"/>
          </a:xfrm>
        </p:grpSpPr>
        <p:sp>
          <p:nvSpPr>
            <p:cNvPr id="388" name="Google Shape;388;p46"/>
            <p:cNvSpPr/>
            <p:nvPr/>
          </p:nvSpPr>
          <p:spPr>
            <a:xfrm>
              <a:off x="11575" y="0"/>
              <a:ext cx="3048600" cy="4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6"/>
            <p:cNvSpPr/>
            <p:nvPr/>
          </p:nvSpPr>
          <p:spPr>
            <a:xfrm>
              <a:off x="3059300" y="0"/>
              <a:ext cx="6084600" cy="414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4_1">
    <p:spTree>
      <p:nvGrpSpPr>
        <p:cNvPr id="390" name="Shape 390"/>
        <p:cNvGrpSpPr/>
        <p:nvPr/>
      </p:nvGrpSpPr>
      <p:grpSpPr>
        <a:xfrm>
          <a:off x="0" y="0"/>
          <a:ext cx="0" cy="0"/>
          <a:chOff x="0" y="0"/>
          <a:chExt cx="0" cy="0"/>
        </a:xfrm>
      </p:grpSpPr>
      <p:grpSp>
        <p:nvGrpSpPr>
          <p:cNvPr id="391" name="Google Shape;391;p47"/>
          <p:cNvGrpSpPr/>
          <p:nvPr/>
        </p:nvGrpSpPr>
        <p:grpSpPr>
          <a:xfrm>
            <a:off x="396500" y="170424"/>
            <a:ext cx="8360126" cy="4398447"/>
            <a:chOff x="1054783" y="1029605"/>
            <a:chExt cx="7587010" cy="3902100"/>
          </a:xfrm>
        </p:grpSpPr>
        <p:sp>
          <p:nvSpPr>
            <p:cNvPr id="392" name="Google Shape;392;p47"/>
            <p:cNvSpPr/>
            <p:nvPr/>
          </p:nvSpPr>
          <p:spPr>
            <a:xfrm>
              <a:off x="1054793" y="1029605"/>
              <a:ext cx="7587000" cy="39021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7"/>
            <p:cNvSpPr/>
            <p:nvPr/>
          </p:nvSpPr>
          <p:spPr>
            <a:xfrm>
              <a:off x="1054783" y="1029605"/>
              <a:ext cx="7587000" cy="226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4" name="Google Shape;394;p47"/>
          <p:cNvSpPr txBox="1"/>
          <p:nvPr/>
        </p:nvSpPr>
        <p:spPr>
          <a:xfrm>
            <a:off x="344300" y="4753684"/>
            <a:ext cx="8478600" cy="180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Source Code Pro"/>
                <a:ea typeface="Source Code Pro"/>
                <a:cs typeface="Source Code Pro"/>
                <a:sym typeface="Source Code Pro"/>
              </a:rPr>
              <a:t>1 0 1 1   0 1 1   0 1   1 0 1 1 0 0 1   1 0   1 1 0 1 1   0 1 1   0 1   1 1 0 1 1 0   1 1 0 1 1 1   1 1 0 1 </a:t>
            </a:r>
            <a:endParaRPr sz="1000">
              <a:solidFill>
                <a:schemeClr val="dk1"/>
              </a:solidFill>
              <a:latin typeface="Source Code Pro"/>
              <a:ea typeface="Source Code Pro"/>
              <a:cs typeface="Source Code Pro"/>
              <a:sym typeface="Source Code Pro"/>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395" name="Shape 395"/>
        <p:cNvGrpSpPr/>
        <p:nvPr/>
      </p:nvGrpSpPr>
      <p:grpSpPr>
        <a:xfrm>
          <a:off x="0" y="0"/>
          <a:ext cx="0" cy="0"/>
          <a:chOff x="0" y="0"/>
          <a:chExt cx="0" cy="0"/>
        </a:xfrm>
      </p:grpSpPr>
      <p:sp>
        <p:nvSpPr>
          <p:cNvPr id="396" name="Google Shape;396;p48"/>
          <p:cNvSpPr txBox="1"/>
          <p:nvPr>
            <p:ph idx="1" type="body"/>
          </p:nvPr>
        </p:nvSpPr>
        <p:spPr>
          <a:xfrm>
            <a:off x="248575" y="112509"/>
            <a:ext cx="8646900" cy="401700"/>
          </a:xfrm>
          <a:prstGeom prst="rect">
            <a:avLst/>
          </a:prstGeom>
          <a:noFill/>
          <a:ln>
            <a:noFill/>
          </a:ln>
        </p:spPr>
        <p:txBody>
          <a:bodyPr anchorCtr="0" anchor="t" bIns="34275" lIns="68575" spcFirstLastPara="1" rIns="68575" wrap="square" tIns="34275">
            <a:spAutoFit/>
          </a:bodyPr>
          <a:lstStyle>
            <a:lvl1pPr indent="-228600" lvl="0" marL="457200" algn="ctr">
              <a:lnSpc>
                <a:spcPct val="90000"/>
              </a:lnSpc>
              <a:spcBef>
                <a:spcPts val="600"/>
              </a:spcBef>
              <a:spcAft>
                <a:spcPts val="0"/>
              </a:spcAft>
              <a:buClr>
                <a:schemeClr val="accent3"/>
              </a:buClr>
              <a:buSzPts val="2400"/>
              <a:buNone/>
              <a:defRPr b="1" sz="2400">
                <a:solidFill>
                  <a:schemeClr val="accent3"/>
                </a:solidFill>
              </a:defRPr>
            </a:lvl1pPr>
            <a:lvl2pPr indent="-317500" lvl="1" marL="914400" algn="l">
              <a:lnSpc>
                <a:spcPct val="90000"/>
              </a:lnSpc>
              <a:spcBef>
                <a:spcPts val="1200"/>
              </a:spcBef>
              <a:spcAft>
                <a:spcPts val="0"/>
              </a:spcAft>
              <a:buClr>
                <a:schemeClr val="dk1"/>
              </a:buClr>
              <a:buSzPts val="1400"/>
              <a:buChar char="○"/>
              <a:defRPr>
                <a:solidFill>
                  <a:schemeClr val="dk1"/>
                </a:solidFill>
                <a:latin typeface="Calibri"/>
                <a:ea typeface="Calibri"/>
                <a:cs typeface="Calibri"/>
                <a:sym typeface="Calibri"/>
              </a:defRPr>
            </a:lvl2pPr>
            <a:lvl3pPr indent="-317500" lvl="2" marL="1371600" algn="l">
              <a:lnSpc>
                <a:spcPct val="90000"/>
              </a:lnSpc>
              <a:spcBef>
                <a:spcPts val="1200"/>
              </a:spcBef>
              <a:spcAft>
                <a:spcPts val="0"/>
              </a:spcAft>
              <a:buClr>
                <a:schemeClr val="dk1"/>
              </a:buClr>
              <a:buSzPts val="1400"/>
              <a:buChar char="■"/>
              <a:defRPr sz="1400">
                <a:solidFill>
                  <a:schemeClr val="dk1"/>
                </a:solidFill>
                <a:latin typeface="Calibri"/>
                <a:ea typeface="Calibri"/>
                <a:cs typeface="Calibri"/>
                <a:sym typeface="Calibri"/>
              </a:defRPr>
            </a:lvl3pPr>
            <a:lvl4pPr indent="-317500" lvl="3" marL="1828800" algn="l">
              <a:lnSpc>
                <a:spcPct val="90000"/>
              </a:lnSpc>
              <a:spcBef>
                <a:spcPts val="1200"/>
              </a:spcBef>
              <a:spcAft>
                <a:spcPts val="0"/>
              </a:spcAft>
              <a:buClr>
                <a:schemeClr val="dk1"/>
              </a:buClr>
              <a:buSzPts val="1400"/>
              <a:buChar char="●"/>
              <a:defRPr sz="1400">
                <a:solidFill>
                  <a:schemeClr val="dk1"/>
                </a:solidFill>
                <a:latin typeface="Calibri"/>
                <a:ea typeface="Calibri"/>
                <a:cs typeface="Calibri"/>
                <a:sym typeface="Calibri"/>
              </a:defRPr>
            </a:lvl4pPr>
            <a:lvl5pPr indent="-317500" lvl="4" marL="2286000" algn="l">
              <a:lnSpc>
                <a:spcPct val="90000"/>
              </a:lnSpc>
              <a:spcBef>
                <a:spcPts val="1200"/>
              </a:spcBef>
              <a:spcAft>
                <a:spcPts val="0"/>
              </a:spcAft>
              <a:buClr>
                <a:schemeClr val="dk1"/>
              </a:buClr>
              <a:buSzPts val="1400"/>
              <a:buChar char="○"/>
              <a:defRPr sz="1400">
                <a:solidFill>
                  <a:schemeClr val="dk1"/>
                </a:solidFill>
                <a:latin typeface="Calibri"/>
                <a:ea typeface="Calibri"/>
                <a:cs typeface="Calibri"/>
                <a:sym typeface="Calibri"/>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397" name="Google Shape;397;p48"/>
          <p:cNvSpPr/>
          <p:nvPr/>
        </p:nvSpPr>
        <p:spPr>
          <a:xfrm>
            <a:off x="7192394" y="4299260"/>
            <a:ext cx="1949201" cy="844240"/>
          </a:xfrm>
          <a:custGeom>
            <a:rect b="b" l="l" r="r" t="t"/>
            <a:pathLst>
              <a:path extrusionOk="0" h="1125653" w="2598934">
                <a:moveTo>
                  <a:pt x="955043" y="1067577"/>
                </a:moveTo>
                <a:cubicBezTo>
                  <a:pt x="960448" y="1067577"/>
                  <a:pt x="965854" y="1069639"/>
                  <a:pt x="969978" y="1073763"/>
                </a:cubicBezTo>
                <a:cubicBezTo>
                  <a:pt x="974102" y="1077887"/>
                  <a:pt x="976164" y="1083292"/>
                  <a:pt x="976164" y="1088697"/>
                </a:cubicBezTo>
                <a:lnTo>
                  <a:pt x="970839" y="1101553"/>
                </a:lnTo>
                <a:lnTo>
                  <a:pt x="988835" y="1119066"/>
                </a:lnTo>
                <a:lnTo>
                  <a:pt x="995635" y="1125653"/>
                </a:lnTo>
                <a:lnTo>
                  <a:pt x="990432" y="1125653"/>
                </a:lnTo>
                <a:lnTo>
                  <a:pt x="986336" y="1121686"/>
                </a:lnTo>
                <a:lnTo>
                  <a:pt x="968439" y="1104268"/>
                </a:lnTo>
                <a:lnTo>
                  <a:pt x="955043" y="1109818"/>
                </a:lnTo>
                <a:cubicBezTo>
                  <a:pt x="949638" y="1109818"/>
                  <a:pt x="944233" y="1107756"/>
                  <a:pt x="940109" y="1103632"/>
                </a:cubicBezTo>
                <a:cubicBezTo>
                  <a:pt x="931861" y="1095383"/>
                  <a:pt x="931861" y="1082011"/>
                  <a:pt x="940109" y="1073763"/>
                </a:cubicBezTo>
                <a:cubicBezTo>
                  <a:pt x="944233" y="1069639"/>
                  <a:pt x="949638" y="1067577"/>
                  <a:pt x="955043" y="1067577"/>
                </a:cubicBezTo>
                <a:close/>
                <a:moveTo>
                  <a:pt x="663285" y="977901"/>
                </a:moveTo>
                <a:cubicBezTo>
                  <a:pt x="680798" y="971374"/>
                  <a:pt x="700286" y="980281"/>
                  <a:pt x="706813" y="997793"/>
                </a:cubicBezTo>
                <a:cubicBezTo>
                  <a:pt x="713340" y="1015306"/>
                  <a:pt x="704434" y="1034795"/>
                  <a:pt x="686921" y="1041322"/>
                </a:cubicBezTo>
                <a:lnTo>
                  <a:pt x="679474" y="1041054"/>
                </a:lnTo>
                <a:lnTo>
                  <a:pt x="679133" y="1125653"/>
                </a:lnTo>
                <a:lnTo>
                  <a:pt x="670070" y="1125653"/>
                </a:lnTo>
                <a:lnTo>
                  <a:pt x="670413" y="1040728"/>
                </a:lnTo>
                <a:lnTo>
                  <a:pt x="661038" y="1040391"/>
                </a:lnTo>
                <a:cubicBezTo>
                  <a:pt x="653161" y="1036791"/>
                  <a:pt x="646657" y="1030186"/>
                  <a:pt x="643393" y="1021429"/>
                </a:cubicBezTo>
                <a:cubicBezTo>
                  <a:pt x="636867" y="1003917"/>
                  <a:pt x="645773" y="984428"/>
                  <a:pt x="663285" y="977901"/>
                </a:cubicBezTo>
                <a:close/>
                <a:moveTo>
                  <a:pt x="1045557" y="977064"/>
                </a:moveTo>
                <a:cubicBezTo>
                  <a:pt x="1050962" y="977064"/>
                  <a:pt x="1056366" y="979127"/>
                  <a:pt x="1060491" y="983251"/>
                </a:cubicBezTo>
                <a:cubicBezTo>
                  <a:pt x="1064616" y="987376"/>
                  <a:pt x="1066678" y="992780"/>
                  <a:pt x="1066678" y="998185"/>
                </a:cubicBezTo>
                <a:lnTo>
                  <a:pt x="1061250" y="1011286"/>
                </a:lnTo>
                <a:lnTo>
                  <a:pt x="1175880" y="1125653"/>
                </a:lnTo>
                <a:lnTo>
                  <a:pt x="1170743" y="1125653"/>
                </a:lnTo>
                <a:lnTo>
                  <a:pt x="1058694" y="1013863"/>
                </a:lnTo>
                <a:lnTo>
                  <a:pt x="1045557" y="1019305"/>
                </a:lnTo>
                <a:cubicBezTo>
                  <a:pt x="1040153" y="1019305"/>
                  <a:pt x="1034749" y="1017243"/>
                  <a:pt x="1030624" y="1013118"/>
                </a:cubicBezTo>
                <a:cubicBezTo>
                  <a:pt x="1022374" y="1004869"/>
                  <a:pt x="1022374" y="991501"/>
                  <a:pt x="1030624" y="983251"/>
                </a:cubicBezTo>
                <a:cubicBezTo>
                  <a:pt x="1034749" y="979127"/>
                  <a:pt x="1040153" y="977064"/>
                  <a:pt x="1045557" y="977064"/>
                </a:cubicBezTo>
                <a:close/>
                <a:moveTo>
                  <a:pt x="1100454" y="899070"/>
                </a:moveTo>
                <a:cubicBezTo>
                  <a:pt x="1108456" y="895756"/>
                  <a:pt x="1117721" y="895494"/>
                  <a:pt x="1126354" y="899070"/>
                </a:cubicBezTo>
                <a:cubicBezTo>
                  <a:pt x="1143621" y="906222"/>
                  <a:pt x="1151821" y="926018"/>
                  <a:pt x="1144668" y="943285"/>
                </a:cubicBezTo>
                <a:lnTo>
                  <a:pt x="1138735" y="949218"/>
                </a:lnTo>
                <a:lnTo>
                  <a:pt x="1315340" y="1125653"/>
                </a:lnTo>
                <a:lnTo>
                  <a:pt x="1302508" y="1125653"/>
                </a:lnTo>
                <a:lnTo>
                  <a:pt x="1132322" y="955631"/>
                </a:lnTo>
                <a:lnTo>
                  <a:pt x="1126354" y="961600"/>
                </a:lnTo>
                <a:cubicBezTo>
                  <a:pt x="1118352" y="964914"/>
                  <a:pt x="1109087" y="965176"/>
                  <a:pt x="1100453" y="961600"/>
                </a:cubicBezTo>
                <a:cubicBezTo>
                  <a:pt x="1083187" y="954448"/>
                  <a:pt x="1074987" y="934652"/>
                  <a:pt x="1082139" y="917385"/>
                </a:cubicBezTo>
                <a:cubicBezTo>
                  <a:pt x="1085716" y="908751"/>
                  <a:pt x="1092453" y="902385"/>
                  <a:pt x="1100454" y="899070"/>
                </a:cubicBezTo>
                <a:close/>
                <a:moveTo>
                  <a:pt x="182541" y="836025"/>
                </a:moveTo>
                <a:cubicBezTo>
                  <a:pt x="187946" y="836025"/>
                  <a:pt x="193350" y="838088"/>
                  <a:pt x="197475" y="842212"/>
                </a:cubicBezTo>
                <a:cubicBezTo>
                  <a:pt x="201600" y="846337"/>
                  <a:pt x="203662" y="851741"/>
                  <a:pt x="203662" y="857145"/>
                </a:cubicBezTo>
                <a:lnTo>
                  <a:pt x="198225" y="870268"/>
                </a:lnTo>
                <a:lnTo>
                  <a:pt x="382590" y="1054619"/>
                </a:lnTo>
                <a:lnTo>
                  <a:pt x="382590" y="1125653"/>
                </a:lnTo>
                <a:lnTo>
                  <a:pt x="378962" y="1125653"/>
                </a:lnTo>
                <a:lnTo>
                  <a:pt x="378962" y="1056125"/>
                </a:lnTo>
                <a:lnTo>
                  <a:pt x="195665" y="872828"/>
                </a:lnTo>
                <a:lnTo>
                  <a:pt x="182541" y="878265"/>
                </a:lnTo>
                <a:cubicBezTo>
                  <a:pt x="177137" y="878265"/>
                  <a:pt x="171733" y="876203"/>
                  <a:pt x="167608" y="872078"/>
                </a:cubicBezTo>
                <a:cubicBezTo>
                  <a:pt x="159358" y="863829"/>
                  <a:pt x="159358" y="850461"/>
                  <a:pt x="167608" y="842212"/>
                </a:cubicBezTo>
                <a:cubicBezTo>
                  <a:pt x="171733" y="838088"/>
                  <a:pt x="177137" y="836025"/>
                  <a:pt x="182541" y="836025"/>
                </a:cubicBezTo>
                <a:close/>
                <a:moveTo>
                  <a:pt x="1496296" y="835829"/>
                </a:moveTo>
                <a:cubicBezTo>
                  <a:pt x="1501701" y="835829"/>
                  <a:pt x="1507105" y="837892"/>
                  <a:pt x="1511230" y="842016"/>
                </a:cubicBezTo>
                <a:cubicBezTo>
                  <a:pt x="1515355" y="846141"/>
                  <a:pt x="1517417" y="851545"/>
                  <a:pt x="1517417" y="856950"/>
                </a:cubicBezTo>
                <a:lnTo>
                  <a:pt x="1511998" y="870030"/>
                </a:lnTo>
                <a:lnTo>
                  <a:pt x="1647248" y="1004977"/>
                </a:lnTo>
                <a:lnTo>
                  <a:pt x="1767910" y="1125653"/>
                </a:lnTo>
                <a:lnTo>
                  <a:pt x="1762781" y="1125653"/>
                </a:lnTo>
                <a:lnTo>
                  <a:pt x="1643904" y="1006766"/>
                </a:lnTo>
                <a:lnTo>
                  <a:pt x="1509454" y="872619"/>
                </a:lnTo>
                <a:lnTo>
                  <a:pt x="1496296" y="878070"/>
                </a:lnTo>
                <a:cubicBezTo>
                  <a:pt x="1490892" y="878070"/>
                  <a:pt x="1485488" y="876008"/>
                  <a:pt x="1481363" y="871883"/>
                </a:cubicBezTo>
                <a:cubicBezTo>
                  <a:pt x="1473113" y="863634"/>
                  <a:pt x="1473113" y="850266"/>
                  <a:pt x="1481363" y="842016"/>
                </a:cubicBezTo>
                <a:cubicBezTo>
                  <a:pt x="1485488" y="837892"/>
                  <a:pt x="1490892" y="835829"/>
                  <a:pt x="1496296" y="835829"/>
                </a:cubicBezTo>
                <a:close/>
                <a:moveTo>
                  <a:pt x="281142" y="808010"/>
                </a:moveTo>
                <a:cubicBezTo>
                  <a:pt x="299832" y="808010"/>
                  <a:pt x="314983" y="823162"/>
                  <a:pt x="314983" y="841851"/>
                </a:cubicBezTo>
                <a:lnTo>
                  <a:pt x="306949" y="861247"/>
                </a:lnTo>
                <a:lnTo>
                  <a:pt x="371643" y="925941"/>
                </a:lnTo>
                <a:lnTo>
                  <a:pt x="391050" y="917902"/>
                </a:lnTo>
                <a:cubicBezTo>
                  <a:pt x="409740" y="917902"/>
                  <a:pt x="424891" y="933054"/>
                  <a:pt x="424891" y="951743"/>
                </a:cubicBezTo>
                <a:cubicBezTo>
                  <a:pt x="424891" y="970433"/>
                  <a:pt x="409740" y="985584"/>
                  <a:pt x="391050" y="985584"/>
                </a:cubicBezTo>
                <a:cubicBezTo>
                  <a:pt x="372361" y="985584"/>
                  <a:pt x="357210" y="970433"/>
                  <a:pt x="357210" y="951743"/>
                </a:cubicBezTo>
                <a:lnTo>
                  <a:pt x="365241" y="932355"/>
                </a:lnTo>
                <a:lnTo>
                  <a:pt x="300542" y="867656"/>
                </a:lnTo>
                <a:lnTo>
                  <a:pt x="281142" y="875692"/>
                </a:lnTo>
                <a:cubicBezTo>
                  <a:pt x="262453" y="875692"/>
                  <a:pt x="247302" y="860541"/>
                  <a:pt x="247302" y="841851"/>
                </a:cubicBezTo>
                <a:cubicBezTo>
                  <a:pt x="247302" y="823162"/>
                  <a:pt x="262453" y="808010"/>
                  <a:pt x="281142" y="808010"/>
                </a:cubicBezTo>
                <a:close/>
                <a:moveTo>
                  <a:pt x="33840" y="792430"/>
                </a:moveTo>
                <a:cubicBezTo>
                  <a:pt x="52530" y="792430"/>
                  <a:pt x="67681" y="807581"/>
                  <a:pt x="67681" y="826271"/>
                </a:cubicBezTo>
                <a:lnTo>
                  <a:pt x="59648" y="845665"/>
                </a:lnTo>
                <a:lnTo>
                  <a:pt x="287571" y="1073589"/>
                </a:lnTo>
                <a:lnTo>
                  <a:pt x="287571" y="1125653"/>
                </a:lnTo>
                <a:lnTo>
                  <a:pt x="278509" y="1125653"/>
                </a:lnTo>
                <a:lnTo>
                  <a:pt x="278509" y="1077336"/>
                </a:lnTo>
                <a:lnTo>
                  <a:pt x="53247" y="852074"/>
                </a:lnTo>
                <a:lnTo>
                  <a:pt x="33840" y="860112"/>
                </a:lnTo>
                <a:cubicBezTo>
                  <a:pt x="15151" y="860112"/>
                  <a:pt x="0" y="844961"/>
                  <a:pt x="0" y="826271"/>
                </a:cubicBezTo>
                <a:cubicBezTo>
                  <a:pt x="0" y="807581"/>
                  <a:pt x="15151" y="792430"/>
                  <a:pt x="33840" y="792430"/>
                </a:cubicBezTo>
                <a:close/>
                <a:moveTo>
                  <a:pt x="1237387" y="643503"/>
                </a:moveTo>
                <a:cubicBezTo>
                  <a:pt x="1249052" y="643503"/>
                  <a:pt x="1258507" y="652959"/>
                  <a:pt x="1258507" y="664623"/>
                </a:cubicBezTo>
                <a:cubicBezTo>
                  <a:pt x="1258507" y="670456"/>
                  <a:pt x="1256143" y="675736"/>
                  <a:pt x="1252321" y="679557"/>
                </a:cubicBezTo>
                <a:lnTo>
                  <a:pt x="1239211" y="684988"/>
                </a:lnTo>
                <a:lnTo>
                  <a:pt x="1239164" y="758753"/>
                </a:lnTo>
                <a:cubicBezTo>
                  <a:pt x="1238471" y="803433"/>
                  <a:pt x="1237764" y="849618"/>
                  <a:pt x="1241361" y="895622"/>
                </a:cubicBezTo>
                <a:lnTo>
                  <a:pt x="1470658" y="1125653"/>
                </a:lnTo>
                <a:lnTo>
                  <a:pt x="1465518" y="1125653"/>
                </a:lnTo>
                <a:lnTo>
                  <a:pt x="1238305" y="897715"/>
                </a:lnTo>
                <a:lnTo>
                  <a:pt x="1237839" y="897248"/>
                </a:lnTo>
                <a:lnTo>
                  <a:pt x="1237854" y="897233"/>
                </a:lnTo>
                <a:lnTo>
                  <a:pt x="1237809" y="896570"/>
                </a:lnTo>
                <a:cubicBezTo>
                  <a:pt x="1234135" y="850175"/>
                  <a:pt x="1234843" y="803674"/>
                  <a:pt x="1235536" y="758693"/>
                </a:cubicBezTo>
                <a:lnTo>
                  <a:pt x="1235583" y="684996"/>
                </a:lnTo>
                <a:lnTo>
                  <a:pt x="1222453" y="679557"/>
                </a:lnTo>
                <a:cubicBezTo>
                  <a:pt x="1218631" y="675736"/>
                  <a:pt x="1216267" y="670456"/>
                  <a:pt x="1216267" y="664623"/>
                </a:cubicBezTo>
                <a:cubicBezTo>
                  <a:pt x="1216267" y="652959"/>
                  <a:pt x="1225723" y="643503"/>
                  <a:pt x="1237387" y="643503"/>
                </a:cubicBezTo>
                <a:close/>
                <a:moveTo>
                  <a:pt x="2520840" y="521597"/>
                </a:moveTo>
                <a:cubicBezTo>
                  <a:pt x="2527508" y="521597"/>
                  <a:pt x="2534177" y="524141"/>
                  <a:pt x="2539265" y="529229"/>
                </a:cubicBezTo>
                <a:cubicBezTo>
                  <a:pt x="2549441" y="539406"/>
                  <a:pt x="2549441" y="555904"/>
                  <a:pt x="2539265" y="566081"/>
                </a:cubicBezTo>
                <a:cubicBezTo>
                  <a:pt x="2529089" y="576257"/>
                  <a:pt x="2512590" y="576257"/>
                  <a:pt x="2502414" y="566081"/>
                </a:cubicBezTo>
                <a:cubicBezTo>
                  <a:pt x="2492237" y="555904"/>
                  <a:pt x="2492237" y="539406"/>
                  <a:pt x="2502414" y="529229"/>
                </a:cubicBezTo>
                <a:cubicBezTo>
                  <a:pt x="2507502" y="524141"/>
                  <a:pt x="2514171" y="521597"/>
                  <a:pt x="2520840" y="521597"/>
                </a:cubicBezTo>
                <a:close/>
                <a:moveTo>
                  <a:pt x="1273290" y="453781"/>
                </a:moveTo>
                <a:cubicBezTo>
                  <a:pt x="1278694" y="453781"/>
                  <a:pt x="1284099" y="455843"/>
                  <a:pt x="1288224" y="459968"/>
                </a:cubicBezTo>
                <a:cubicBezTo>
                  <a:pt x="1296473" y="468217"/>
                  <a:pt x="1296473" y="481585"/>
                  <a:pt x="1288224" y="489834"/>
                </a:cubicBezTo>
                <a:cubicBezTo>
                  <a:pt x="1284099" y="493959"/>
                  <a:pt x="1278694" y="496021"/>
                  <a:pt x="1273290" y="496021"/>
                </a:cubicBezTo>
                <a:lnTo>
                  <a:pt x="1260166" y="490584"/>
                </a:lnTo>
                <a:lnTo>
                  <a:pt x="965936" y="784815"/>
                </a:lnTo>
                <a:lnTo>
                  <a:pt x="971373" y="797939"/>
                </a:lnTo>
                <a:cubicBezTo>
                  <a:pt x="971373" y="803343"/>
                  <a:pt x="969311" y="808748"/>
                  <a:pt x="965186" y="812872"/>
                </a:cubicBezTo>
                <a:cubicBezTo>
                  <a:pt x="956936" y="821122"/>
                  <a:pt x="943568" y="821122"/>
                  <a:pt x="935319" y="812872"/>
                </a:cubicBezTo>
                <a:cubicBezTo>
                  <a:pt x="927069" y="804623"/>
                  <a:pt x="927069" y="791255"/>
                  <a:pt x="935319" y="783005"/>
                </a:cubicBezTo>
                <a:cubicBezTo>
                  <a:pt x="939444" y="778881"/>
                  <a:pt x="944848" y="776818"/>
                  <a:pt x="950252" y="776818"/>
                </a:cubicBezTo>
                <a:lnTo>
                  <a:pt x="963368" y="782252"/>
                </a:lnTo>
                <a:lnTo>
                  <a:pt x="1257604" y="488016"/>
                </a:lnTo>
                <a:lnTo>
                  <a:pt x="1252170" y="474901"/>
                </a:lnTo>
                <a:cubicBezTo>
                  <a:pt x="1252170" y="469497"/>
                  <a:pt x="1254232" y="464092"/>
                  <a:pt x="1258357" y="459968"/>
                </a:cubicBezTo>
                <a:cubicBezTo>
                  <a:pt x="1262482" y="455843"/>
                  <a:pt x="1267886" y="453781"/>
                  <a:pt x="1273290" y="453781"/>
                </a:cubicBezTo>
                <a:close/>
                <a:moveTo>
                  <a:pt x="574134" y="435708"/>
                </a:moveTo>
                <a:cubicBezTo>
                  <a:pt x="582798" y="435708"/>
                  <a:pt x="591461" y="439012"/>
                  <a:pt x="598070" y="445621"/>
                </a:cubicBezTo>
                <a:cubicBezTo>
                  <a:pt x="611287" y="458838"/>
                  <a:pt x="611287" y="480274"/>
                  <a:pt x="598070" y="493492"/>
                </a:cubicBezTo>
                <a:lnTo>
                  <a:pt x="578500" y="501597"/>
                </a:lnTo>
                <a:lnTo>
                  <a:pt x="578500" y="1125653"/>
                </a:lnTo>
                <a:lnTo>
                  <a:pt x="569438" y="1125653"/>
                </a:lnTo>
                <a:lnTo>
                  <a:pt x="569438" y="501460"/>
                </a:lnTo>
                <a:lnTo>
                  <a:pt x="550199" y="493492"/>
                </a:lnTo>
                <a:cubicBezTo>
                  <a:pt x="536981" y="480274"/>
                  <a:pt x="536981" y="458838"/>
                  <a:pt x="550199" y="445621"/>
                </a:cubicBezTo>
                <a:cubicBezTo>
                  <a:pt x="556808" y="439012"/>
                  <a:pt x="565471" y="435708"/>
                  <a:pt x="574134" y="435708"/>
                </a:cubicBezTo>
                <a:close/>
                <a:moveTo>
                  <a:pt x="2394780" y="395537"/>
                </a:moveTo>
                <a:cubicBezTo>
                  <a:pt x="2401448" y="395537"/>
                  <a:pt x="2408117" y="398081"/>
                  <a:pt x="2413205" y="403169"/>
                </a:cubicBezTo>
                <a:cubicBezTo>
                  <a:pt x="2423381" y="413346"/>
                  <a:pt x="2423381" y="429844"/>
                  <a:pt x="2413205" y="440021"/>
                </a:cubicBezTo>
                <a:cubicBezTo>
                  <a:pt x="2403029" y="450197"/>
                  <a:pt x="2386530" y="450197"/>
                  <a:pt x="2376354" y="440021"/>
                </a:cubicBezTo>
                <a:cubicBezTo>
                  <a:pt x="2366177" y="429844"/>
                  <a:pt x="2366177" y="413346"/>
                  <a:pt x="2376354" y="403169"/>
                </a:cubicBezTo>
                <a:cubicBezTo>
                  <a:pt x="2381442" y="398081"/>
                  <a:pt x="2388111" y="395537"/>
                  <a:pt x="2394780" y="395537"/>
                </a:cubicBezTo>
                <a:close/>
                <a:moveTo>
                  <a:pt x="1376363" y="375336"/>
                </a:moveTo>
                <a:cubicBezTo>
                  <a:pt x="1381768" y="375336"/>
                  <a:pt x="1387172" y="377398"/>
                  <a:pt x="1391297" y="381523"/>
                </a:cubicBezTo>
                <a:cubicBezTo>
                  <a:pt x="1399546" y="389772"/>
                  <a:pt x="1399546" y="403140"/>
                  <a:pt x="1391297" y="411389"/>
                </a:cubicBezTo>
                <a:lnTo>
                  <a:pt x="1378200" y="416815"/>
                </a:lnTo>
                <a:lnTo>
                  <a:pt x="1378525" y="637626"/>
                </a:lnTo>
                <a:cubicBezTo>
                  <a:pt x="1378576" y="718124"/>
                  <a:pt x="1378576" y="798369"/>
                  <a:pt x="1378576" y="877273"/>
                </a:cubicBezTo>
                <a:cubicBezTo>
                  <a:pt x="1454251" y="952933"/>
                  <a:pt x="1530679" y="1028909"/>
                  <a:pt x="1604593" y="1102371"/>
                </a:cubicBezTo>
                <a:lnTo>
                  <a:pt x="1627939" y="1125653"/>
                </a:lnTo>
                <a:lnTo>
                  <a:pt x="1622799" y="1125653"/>
                </a:lnTo>
                <a:lnTo>
                  <a:pt x="1602034" y="1104946"/>
                </a:lnTo>
                <a:cubicBezTo>
                  <a:pt x="1527954" y="1031303"/>
                  <a:pt x="1451331" y="955146"/>
                  <a:pt x="1375490" y="879305"/>
                </a:cubicBezTo>
                <a:lnTo>
                  <a:pt x="1374963" y="878778"/>
                </a:lnTo>
                <a:lnTo>
                  <a:pt x="1374948" y="878778"/>
                </a:lnTo>
                <a:lnTo>
                  <a:pt x="1374948" y="878026"/>
                </a:lnTo>
                <a:cubicBezTo>
                  <a:pt x="1374948" y="799008"/>
                  <a:pt x="1374948" y="718643"/>
                  <a:pt x="1374897" y="638019"/>
                </a:cubicBezTo>
                <a:lnTo>
                  <a:pt x="1374572" y="416834"/>
                </a:lnTo>
                <a:lnTo>
                  <a:pt x="1361430" y="411389"/>
                </a:lnTo>
                <a:cubicBezTo>
                  <a:pt x="1353180" y="403140"/>
                  <a:pt x="1353180" y="389772"/>
                  <a:pt x="1361430" y="381523"/>
                </a:cubicBezTo>
                <a:cubicBezTo>
                  <a:pt x="1365555" y="377398"/>
                  <a:pt x="1370959" y="375336"/>
                  <a:pt x="1376363" y="375336"/>
                </a:cubicBezTo>
                <a:close/>
                <a:moveTo>
                  <a:pt x="1637335" y="346101"/>
                </a:moveTo>
                <a:cubicBezTo>
                  <a:pt x="1643167" y="346101"/>
                  <a:pt x="1648447" y="348465"/>
                  <a:pt x="1652269" y="352287"/>
                </a:cubicBezTo>
                <a:lnTo>
                  <a:pt x="1656613" y="362774"/>
                </a:lnTo>
                <a:lnTo>
                  <a:pt x="1898939" y="363653"/>
                </a:lnTo>
                <a:lnTo>
                  <a:pt x="1900760" y="363653"/>
                </a:lnTo>
                <a:lnTo>
                  <a:pt x="1902070" y="364917"/>
                </a:lnTo>
                <a:cubicBezTo>
                  <a:pt x="1954277" y="415076"/>
                  <a:pt x="2005384" y="466696"/>
                  <a:pt x="2054805" y="516630"/>
                </a:cubicBezTo>
                <a:cubicBezTo>
                  <a:pt x="2104528" y="566849"/>
                  <a:pt x="2155952" y="618799"/>
                  <a:pt x="2209196" y="669997"/>
                </a:cubicBezTo>
                <a:cubicBezTo>
                  <a:pt x="2211951" y="672752"/>
                  <a:pt x="2214676" y="677960"/>
                  <a:pt x="2214676" y="683500"/>
                </a:cubicBezTo>
                <a:lnTo>
                  <a:pt x="2214676" y="683711"/>
                </a:lnTo>
                <a:cubicBezTo>
                  <a:pt x="2212342" y="733915"/>
                  <a:pt x="2212674" y="785655"/>
                  <a:pt x="2213005" y="835694"/>
                </a:cubicBezTo>
                <a:cubicBezTo>
                  <a:pt x="2213246" y="872576"/>
                  <a:pt x="2213502" y="910677"/>
                  <a:pt x="2212674" y="947860"/>
                </a:cubicBezTo>
                <a:lnTo>
                  <a:pt x="2213171" y="948357"/>
                </a:lnTo>
                <a:lnTo>
                  <a:pt x="2389531" y="1125653"/>
                </a:lnTo>
                <a:lnTo>
                  <a:pt x="2376727" y="1125653"/>
                </a:lnTo>
                <a:lnTo>
                  <a:pt x="2206728" y="954739"/>
                </a:lnTo>
                <a:lnTo>
                  <a:pt x="2203521" y="951502"/>
                </a:lnTo>
                <a:lnTo>
                  <a:pt x="2203566" y="949575"/>
                </a:lnTo>
                <a:cubicBezTo>
                  <a:pt x="2204439" y="911926"/>
                  <a:pt x="2204184" y="873208"/>
                  <a:pt x="2203942" y="835754"/>
                </a:cubicBezTo>
                <a:cubicBezTo>
                  <a:pt x="2203611" y="785640"/>
                  <a:pt x="2203280" y="733825"/>
                  <a:pt x="2205614" y="683410"/>
                </a:cubicBezTo>
                <a:cubicBezTo>
                  <a:pt x="2205568" y="680489"/>
                  <a:pt x="2203973" y="677599"/>
                  <a:pt x="2202844" y="676470"/>
                </a:cubicBezTo>
                <a:cubicBezTo>
                  <a:pt x="2149584" y="625257"/>
                  <a:pt x="2098115" y="573276"/>
                  <a:pt x="2048347" y="522997"/>
                </a:cubicBezTo>
                <a:lnTo>
                  <a:pt x="2048378" y="522997"/>
                </a:lnTo>
                <a:cubicBezTo>
                  <a:pt x="1999407" y="473530"/>
                  <a:pt x="1948782" y="422393"/>
                  <a:pt x="1897118" y="372715"/>
                </a:cubicBezTo>
                <a:lnTo>
                  <a:pt x="1656543" y="371837"/>
                </a:lnTo>
                <a:lnTo>
                  <a:pt x="1652269" y="382155"/>
                </a:lnTo>
                <a:cubicBezTo>
                  <a:pt x="1648447" y="385977"/>
                  <a:pt x="1643167" y="388341"/>
                  <a:pt x="1637335" y="388341"/>
                </a:cubicBezTo>
                <a:cubicBezTo>
                  <a:pt x="1625670" y="388341"/>
                  <a:pt x="1616215" y="378886"/>
                  <a:pt x="1616215" y="367221"/>
                </a:cubicBezTo>
                <a:cubicBezTo>
                  <a:pt x="1616215" y="355556"/>
                  <a:pt x="1625670" y="346101"/>
                  <a:pt x="1637335" y="346101"/>
                </a:cubicBezTo>
                <a:close/>
                <a:moveTo>
                  <a:pt x="1437888" y="301083"/>
                </a:moveTo>
                <a:cubicBezTo>
                  <a:pt x="1446551" y="301083"/>
                  <a:pt x="1455215" y="304387"/>
                  <a:pt x="1461823" y="310995"/>
                </a:cubicBezTo>
                <a:cubicBezTo>
                  <a:pt x="1468432" y="317604"/>
                  <a:pt x="1471736" y="326268"/>
                  <a:pt x="1471736" y="334931"/>
                </a:cubicBezTo>
                <a:lnTo>
                  <a:pt x="1463730" y="354263"/>
                </a:lnTo>
                <a:lnTo>
                  <a:pt x="1511275" y="401543"/>
                </a:lnTo>
                <a:cubicBezTo>
                  <a:pt x="1539622" y="429046"/>
                  <a:pt x="1568931" y="457483"/>
                  <a:pt x="1597172" y="487997"/>
                </a:cubicBezTo>
                <a:lnTo>
                  <a:pt x="1597608" y="488479"/>
                </a:lnTo>
                <a:lnTo>
                  <a:pt x="1597895" y="489051"/>
                </a:lnTo>
                <a:cubicBezTo>
                  <a:pt x="1600137" y="493552"/>
                  <a:pt x="1602456" y="498204"/>
                  <a:pt x="1602441" y="503367"/>
                </a:cubicBezTo>
                <a:lnTo>
                  <a:pt x="1602441" y="503819"/>
                </a:lnTo>
                <a:cubicBezTo>
                  <a:pt x="1600122" y="526941"/>
                  <a:pt x="1600453" y="549958"/>
                  <a:pt x="1600785" y="572223"/>
                </a:cubicBezTo>
                <a:cubicBezTo>
                  <a:pt x="1601026" y="588526"/>
                  <a:pt x="1601266" y="605356"/>
                  <a:pt x="1600499" y="622367"/>
                </a:cubicBezTo>
                <a:cubicBezTo>
                  <a:pt x="1707982" y="728496"/>
                  <a:pt x="1816159" y="837139"/>
                  <a:pt x="1920782" y="942214"/>
                </a:cubicBezTo>
                <a:cubicBezTo>
                  <a:pt x="1972658" y="994300"/>
                  <a:pt x="2026279" y="1048162"/>
                  <a:pt x="2079012" y="1100895"/>
                </a:cubicBezTo>
                <a:cubicBezTo>
                  <a:pt x="2095481" y="1101588"/>
                  <a:pt x="2111935" y="1101107"/>
                  <a:pt x="2127862" y="1100640"/>
                </a:cubicBezTo>
                <a:cubicBezTo>
                  <a:pt x="2152745" y="1099917"/>
                  <a:pt x="2178472" y="1099165"/>
                  <a:pt x="2204636" y="1102898"/>
                </a:cubicBezTo>
                <a:lnTo>
                  <a:pt x="2206171" y="1103124"/>
                </a:lnTo>
                <a:lnTo>
                  <a:pt x="2207255" y="1104238"/>
                </a:lnTo>
                <a:lnTo>
                  <a:pt x="2228537" y="1125653"/>
                </a:lnTo>
                <a:lnTo>
                  <a:pt x="2215725" y="1125653"/>
                </a:lnTo>
                <a:lnTo>
                  <a:pt x="2201821" y="1111659"/>
                </a:lnTo>
                <a:cubicBezTo>
                  <a:pt x="2176937" y="1108272"/>
                  <a:pt x="2152128" y="1108995"/>
                  <a:pt x="2128118" y="1109702"/>
                </a:cubicBezTo>
                <a:cubicBezTo>
                  <a:pt x="2111438" y="1110199"/>
                  <a:pt x="2094216" y="1110696"/>
                  <a:pt x="2076814" y="1109868"/>
                </a:cubicBezTo>
                <a:lnTo>
                  <a:pt x="2075069" y="1109777"/>
                </a:lnTo>
                <a:lnTo>
                  <a:pt x="2073834" y="1108543"/>
                </a:lnTo>
                <a:cubicBezTo>
                  <a:pt x="2020694" y="1055403"/>
                  <a:pt x="1966621" y="1001104"/>
                  <a:pt x="1914339" y="948597"/>
                </a:cubicBezTo>
                <a:cubicBezTo>
                  <a:pt x="1809249" y="843070"/>
                  <a:pt x="1700591" y="733945"/>
                  <a:pt x="1592671" y="627380"/>
                </a:cubicBezTo>
                <a:lnTo>
                  <a:pt x="1591225" y="625949"/>
                </a:lnTo>
                <a:lnTo>
                  <a:pt x="1591331" y="623917"/>
                </a:lnTo>
                <a:cubicBezTo>
                  <a:pt x="1592204" y="606500"/>
                  <a:pt x="1591949" y="589128"/>
                  <a:pt x="1591707" y="572328"/>
                </a:cubicBezTo>
                <a:cubicBezTo>
                  <a:pt x="1591376" y="549883"/>
                  <a:pt x="1591045" y="526685"/>
                  <a:pt x="1593378" y="503126"/>
                </a:cubicBezTo>
                <a:cubicBezTo>
                  <a:pt x="1593303" y="500296"/>
                  <a:pt x="1591752" y="497060"/>
                  <a:pt x="1590051" y="493642"/>
                </a:cubicBezTo>
                <a:cubicBezTo>
                  <a:pt x="1562112" y="463490"/>
                  <a:pt x="1533043" y="435279"/>
                  <a:pt x="1504938" y="408001"/>
                </a:cubicBezTo>
                <a:lnTo>
                  <a:pt x="1504953" y="408062"/>
                </a:lnTo>
                <a:lnTo>
                  <a:pt x="1457354" y="360718"/>
                </a:lnTo>
                <a:lnTo>
                  <a:pt x="1437888" y="368780"/>
                </a:lnTo>
                <a:cubicBezTo>
                  <a:pt x="1429224" y="368780"/>
                  <a:pt x="1420561" y="365476"/>
                  <a:pt x="1413952" y="358867"/>
                </a:cubicBezTo>
                <a:cubicBezTo>
                  <a:pt x="1400735" y="345649"/>
                  <a:pt x="1400735" y="324213"/>
                  <a:pt x="1413952" y="310995"/>
                </a:cubicBezTo>
                <a:cubicBezTo>
                  <a:pt x="1420561" y="304387"/>
                  <a:pt x="1429224" y="301083"/>
                  <a:pt x="1437888" y="301083"/>
                </a:cubicBezTo>
                <a:close/>
                <a:moveTo>
                  <a:pt x="2268719" y="269477"/>
                </a:moveTo>
                <a:cubicBezTo>
                  <a:pt x="2275388" y="269477"/>
                  <a:pt x="2282057" y="272021"/>
                  <a:pt x="2287145" y="277109"/>
                </a:cubicBezTo>
                <a:cubicBezTo>
                  <a:pt x="2297321" y="287285"/>
                  <a:pt x="2297321" y="303784"/>
                  <a:pt x="2287145" y="313961"/>
                </a:cubicBezTo>
                <a:cubicBezTo>
                  <a:pt x="2276969" y="324137"/>
                  <a:pt x="2260470" y="324137"/>
                  <a:pt x="2250294" y="313961"/>
                </a:cubicBezTo>
                <a:cubicBezTo>
                  <a:pt x="2240117" y="303784"/>
                  <a:pt x="2240117" y="287285"/>
                  <a:pt x="2250294" y="277109"/>
                </a:cubicBezTo>
                <a:cubicBezTo>
                  <a:pt x="2255382" y="272021"/>
                  <a:pt x="2262051" y="269477"/>
                  <a:pt x="2268719" y="269477"/>
                </a:cubicBezTo>
                <a:close/>
                <a:moveTo>
                  <a:pt x="1521466" y="230232"/>
                </a:moveTo>
                <a:cubicBezTo>
                  <a:pt x="1527299" y="230232"/>
                  <a:pt x="1532578" y="232596"/>
                  <a:pt x="1536400" y="236418"/>
                </a:cubicBezTo>
                <a:lnTo>
                  <a:pt x="1541840" y="249550"/>
                </a:lnTo>
                <a:lnTo>
                  <a:pt x="2044284" y="249666"/>
                </a:lnTo>
                <a:lnTo>
                  <a:pt x="2045037" y="249666"/>
                </a:lnTo>
                <a:lnTo>
                  <a:pt x="2439234" y="643864"/>
                </a:lnTo>
                <a:lnTo>
                  <a:pt x="2439234" y="951006"/>
                </a:lnTo>
                <a:lnTo>
                  <a:pt x="2598934" y="1111558"/>
                </a:lnTo>
                <a:lnTo>
                  <a:pt x="2598934" y="1116702"/>
                </a:lnTo>
                <a:lnTo>
                  <a:pt x="2436314" y="953203"/>
                </a:lnTo>
                <a:lnTo>
                  <a:pt x="2435606" y="952481"/>
                </a:lnTo>
                <a:lnTo>
                  <a:pt x="2435606" y="645369"/>
                </a:lnTo>
                <a:lnTo>
                  <a:pt x="2043531" y="253294"/>
                </a:lnTo>
                <a:lnTo>
                  <a:pt x="1541830" y="253178"/>
                </a:lnTo>
                <a:lnTo>
                  <a:pt x="1536400" y="266286"/>
                </a:lnTo>
                <a:cubicBezTo>
                  <a:pt x="1532578" y="270108"/>
                  <a:pt x="1527299" y="272472"/>
                  <a:pt x="1521466" y="272472"/>
                </a:cubicBezTo>
                <a:cubicBezTo>
                  <a:pt x="1509801" y="272472"/>
                  <a:pt x="1500346" y="263016"/>
                  <a:pt x="1500346" y="251352"/>
                </a:cubicBezTo>
                <a:cubicBezTo>
                  <a:pt x="1500346" y="239687"/>
                  <a:pt x="1509801" y="230232"/>
                  <a:pt x="1521466" y="230232"/>
                </a:cubicBezTo>
                <a:close/>
                <a:moveTo>
                  <a:pt x="1623636" y="128062"/>
                </a:moveTo>
                <a:cubicBezTo>
                  <a:pt x="1629041" y="128062"/>
                  <a:pt x="1634445" y="130124"/>
                  <a:pt x="1638570" y="134249"/>
                </a:cubicBezTo>
                <a:lnTo>
                  <a:pt x="1644008" y="147373"/>
                </a:lnTo>
                <a:lnTo>
                  <a:pt x="2365756" y="147286"/>
                </a:lnTo>
                <a:lnTo>
                  <a:pt x="2366523" y="147286"/>
                </a:lnTo>
                <a:lnTo>
                  <a:pt x="2367050" y="147828"/>
                </a:lnTo>
                <a:lnTo>
                  <a:pt x="2598934" y="380625"/>
                </a:lnTo>
                <a:lnTo>
                  <a:pt x="2598934" y="385754"/>
                </a:lnTo>
                <a:lnTo>
                  <a:pt x="2365003" y="150914"/>
                </a:lnTo>
                <a:lnTo>
                  <a:pt x="1644003" y="151001"/>
                </a:lnTo>
                <a:lnTo>
                  <a:pt x="1638570" y="164115"/>
                </a:lnTo>
                <a:cubicBezTo>
                  <a:pt x="1630320" y="172365"/>
                  <a:pt x="1616952" y="172365"/>
                  <a:pt x="1608703" y="164115"/>
                </a:cubicBezTo>
                <a:cubicBezTo>
                  <a:pt x="1600453" y="155866"/>
                  <a:pt x="1600453" y="142498"/>
                  <a:pt x="1608703" y="134249"/>
                </a:cubicBezTo>
                <a:cubicBezTo>
                  <a:pt x="1612827" y="130124"/>
                  <a:pt x="1618232" y="128062"/>
                  <a:pt x="1623636" y="128062"/>
                </a:cubicBezTo>
                <a:close/>
                <a:moveTo>
                  <a:pt x="1712491" y="37397"/>
                </a:moveTo>
                <a:cubicBezTo>
                  <a:pt x="1717873" y="36892"/>
                  <a:pt x="1723447" y="38440"/>
                  <a:pt x="1727938" y="42161"/>
                </a:cubicBezTo>
                <a:lnTo>
                  <a:pt x="1734133" y="53880"/>
                </a:lnTo>
                <a:lnTo>
                  <a:pt x="2421034" y="54480"/>
                </a:lnTo>
                <a:lnTo>
                  <a:pt x="2422930" y="54480"/>
                </a:lnTo>
                <a:lnTo>
                  <a:pt x="2424255" y="55820"/>
                </a:lnTo>
                <a:lnTo>
                  <a:pt x="2598934" y="230499"/>
                </a:lnTo>
                <a:lnTo>
                  <a:pt x="2598934" y="243319"/>
                </a:lnTo>
                <a:lnTo>
                  <a:pt x="2419137" y="63543"/>
                </a:lnTo>
                <a:lnTo>
                  <a:pt x="1733491" y="62942"/>
                </a:lnTo>
                <a:lnTo>
                  <a:pt x="1730728" y="71899"/>
                </a:lnTo>
                <a:cubicBezTo>
                  <a:pt x="1723287" y="80881"/>
                  <a:pt x="1709973" y="82130"/>
                  <a:pt x="1700990" y="74689"/>
                </a:cubicBezTo>
                <a:cubicBezTo>
                  <a:pt x="1692008" y="67247"/>
                  <a:pt x="1690759" y="53933"/>
                  <a:pt x="1698200" y="44951"/>
                </a:cubicBezTo>
                <a:cubicBezTo>
                  <a:pt x="1701921" y="40460"/>
                  <a:pt x="1707110" y="37902"/>
                  <a:pt x="1712491" y="37397"/>
                </a:cubicBezTo>
                <a:close/>
                <a:moveTo>
                  <a:pt x="2503903" y="0"/>
                </a:moveTo>
                <a:cubicBezTo>
                  <a:pt x="2515567" y="0"/>
                  <a:pt x="2525024" y="9455"/>
                  <a:pt x="2525024" y="21120"/>
                </a:cubicBezTo>
                <a:lnTo>
                  <a:pt x="2520961" y="30928"/>
                </a:lnTo>
                <a:lnTo>
                  <a:pt x="2598934" y="108655"/>
                </a:lnTo>
                <a:lnTo>
                  <a:pt x="2598934" y="121469"/>
                </a:lnTo>
                <a:lnTo>
                  <a:pt x="2514895" y="37687"/>
                </a:lnTo>
                <a:lnTo>
                  <a:pt x="2503903" y="42240"/>
                </a:lnTo>
                <a:cubicBezTo>
                  <a:pt x="2492239" y="42240"/>
                  <a:pt x="2482783" y="32785"/>
                  <a:pt x="2482783" y="21120"/>
                </a:cubicBezTo>
                <a:cubicBezTo>
                  <a:pt x="2482783" y="9455"/>
                  <a:pt x="2492239" y="0"/>
                  <a:pt x="2503903" y="0"/>
                </a:cubicBezTo>
                <a:close/>
              </a:path>
            </a:pathLst>
          </a:custGeom>
          <a:gradFill>
            <a:gsLst>
              <a:gs pos="0">
                <a:srgbClr val="96A8CE">
                  <a:alpha val="40000"/>
                </a:srgbClr>
              </a:gs>
              <a:gs pos="100000">
                <a:srgbClr val="374C75">
                  <a:alpha val="40000"/>
                </a:srgbClr>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
        <p:nvSpPr>
          <p:cNvPr id="398" name="Google Shape;398;p48"/>
          <p:cNvSpPr/>
          <p:nvPr/>
        </p:nvSpPr>
        <p:spPr>
          <a:xfrm flipH="1" rot="10800000">
            <a:off x="0" y="0"/>
            <a:ext cx="1253292" cy="772928"/>
          </a:xfrm>
          <a:custGeom>
            <a:rect b="b" l="l" r="r" t="t"/>
            <a:pathLst>
              <a:path extrusionOk="0" h="1030570" w="1671056">
                <a:moveTo>
                  <a:pt x="1055473" y="261879"/>
                </a:moveTo>
                <a:cubicBezTo>
                  <a:pt x="1065831" y="261879"/>
                  <a:pt x="1076190" y="257929"/>
                  <a:pt x="1084092" y="250027"/>
                </a:cubicBezTo>
                <a:cubicBezTo>
                  <a:pt x="1099895" y="234223"/>
                  <a:pt x="1099895" y="208593"/>
                  <a:pt x="1084092" y="192789"/>
                </a:cubicBezTo>
                <a:cubicBezTo>
                  <a:pt x="1068288" y="176986"/>
                  <a:pt x="1042657" y="176986"/>
                  <a:pt x="1026854" y="192789"/>
                </a:cubicBezTo>
                <a:lnTo>
                  <a:pt x="1017249" y="215979"/>
                </a:lnTo>
                <a:lnTo>
                  <a:pt x="322564" y="215114"/>
                </a:lnTo>
                <a:lnTo>
                  <a:pt x="0" y="215056"/>
                </a:lnTo>
                <a:lnTo>
                  <a:pt x="0" y="225891"/>
                </a:lnTo>
                <a:lnTo>
                  <a:pt x="323710" y="225949"/>
                </a:lnTo>
                <a:lnTo>
                  <a:pt x="1017240" y="226815"/>
                </a:lnTo>
                <a:lnTo>
                  <a:pt x="1026854" y="250027"/>
                </a:lnTo>
                <a:cubicBezTo>
                  <a:pt x="1034756" y="257929"/>
                  <a:pt x="1045114" y="261879"/>
                  <a:pt x="1055473" y="261879"/>
                </a:cubicBezTo>
                <a:close/>
                <a:moveTo>
                  <a:pt x="1630585" y="440342"/>
                </a:moveTo>
                <a:cubicBezTo>
                  <a:pt x="1640943" y="440342"/>
                  <a:pt x="1651302" y="436391"/>
                  <a:pt x="1659204" y="428489"/>
                </a:cubicBezTo>
                <a:cubicBezTo>
                  <a:pt x="1675007" y="412686"/>
                  <a:pt x="1675007" y="387054"/>
                  <a:pt x="1659204" y="371252"/>
                </a:cubicBezTo>
                <a:cubicBezTo>
                  <a:pt x="1651302" y="363350"/>
                  <a:pt x="1640943" y="359399"/>
                  <a:pt x="1630585" y="359399"/>
                </a:cubicBezTo>
                <a:lnTo>
                  <a:pt x="1607376" y="369011"/>
                </a:lnTo>
                <a:lnTo>
                  <a:pt x="1238380" y="0"/>
                </a:lnTo>
                <a:lnTo>
                  <a:pt x="0" y="0"/>
                </a:lnTo>
                <a:lnTo>
                  <a:pt x="0" y="10852"/>
                </a:lnTo>
                <a:lnTo>
                  <a:pt x="1233880" y="10852"/>
                </a:lnTo>
                <a:lnTo>
                  <a:pt x="1599720" y="376675"/>
                </a:lnTo>
                <a:lnTo>
                  <a:pt x="1590113" y="399870"/>
                </a:lnTo>
                <a:cubicBezTo>
                  <a:pt x="1590113" y="410229"/>
                  <a:pt x="1594064" y="420587"/>
                  <a:pt x="1601966" y="428489"/>
                </a:cubicBezTo>
                <a:cubicBezTo>
                  <a:pt x="1609868" y="436391"/>
                  <a:pt x="1620226" y="440342"/>
                  <a:pt x="1630585" y="440342"/>
                </a:cubicBezTo>
                <a:close/>
                <a:moveTo>
                  <a:pt x="446792" y="540373"/>
                </a:moveTo>
                <a:cubicBezTo>
                  <a:pt x="453254" y="540373"/>
                  <a:pt x="459716" y="537907"/>
                  <a:pt x="464648" y="532975"/>
                </a:cubicBezTo>
                <a:cubicBezTo>
                  <a:pt x="474511" y="523112"/>
                  <a:pt x="474511" y="507129"/>
                  <a:pt x="464648" y="497265"/>
                </a:cubicBezTo>
                <a:cubicBezTo>
                  <a:pt x="454784" y="487401"/>
                  <a:pt x="438800" y="487401"/>
                  <a:pt x="428937" y="497265"/>
                </a:cubicBezTo>
                <a:lnTo>
                  <a:pt x="421898" y="514256"/>
                </a:lnTo>
                <a:lnTo>
                  <a:pt x="0" y="514256"/>
                </a:lnTo>
                <a:lnTo>
                  <a:pt x="0" y="518594"/>
                </a:lnTo>
                <a:lnTo>
                  <a:pt x="422979" y="518594"/>
                </a:lnTo>
                <a:lnTo>
                  <a:pt x="428937" y="532975"/>
                </a:lnTo>
                <a:cubicBezTo>
                  <a:pt x="433869" y="537907"/>
                  <a:pt x="440330" y="540373"/>
                  <a:pt x="446792" y="540373"/>
                </a:cubicBezTo>
                <a:close/>
                <a:moveTo>
                  <a:pt x="0" y="903725"/>
                </a:moveTo>
                <a:lnTo>
                  <a:pt x="12723" y="898251"/>
                </a:lnTo>
                <a:lnTo>
                  <a:pt x="407788" y="898251"/>
                </a:lnTo>
                <a:lnTo>
                  <a:pt x="408418" y="897604"/>
                </a:lnTo>
                <a:cubicBezTo>
                  <a:pt x="489846" y="814681"/>
                  <a:pt x="573597" y="731255"/>
                  <a:pt x="654593" y="650564"/>
                </a:cubicBezTo>
                <a:lnTo>
                  <a:pt x="798726" y="506528"/>
                </a:lnTo>
                <a:lnTo>
                  <a:pt x="814426" y="513032"/>
                </a:lnTo>
                <a:cubicBezTo>
                  <a:pt x="820888" y="513032"/>
                  <a:pt x="827349" y="510566"/>
                  <a:pt x="832282" y="505635"/>
                </a:cubicBezTo>
                <a:cubicBezTo>
                  <a:pt x="842145" y="495771"/>
                  <a:pt x="842145" y="479787"/>
                  <a:pt x="832282" y="469923"/>
                </a:cubicBezTo>
                <a:cubicBezTo>
                  <a:pt x="822417" y="460060"/>
                  <a:pt x="806434" y="460060"/>
                  <a:pt x="796571" y="469923"/>
                </a:cubicBezTo>
                <a:cubicBezTo>
                  <a:pt x="791639" y="474855"/>
                  <a:pt x="789173" y="481317"/>
                  <a:pt x="789173" y="487779"/>
                </a:cubicBezTo>
                <a:lnTo>
                  <a:pt x="795666" y="503451"/>
                </a:lnTo>
                <a:lnTo>
                  <a:pt x="651534" y="647486"/>
                </a:lnTo>
                <a:cubicBezTo>
                  <a:pt x="570753" y="727961"/>
                  <a:pt x="487219" y="811189"/>
                  <a:pt x="405952" y="893914"/>
                </a:cubicBezTo>
                <a:lnTo>
                  <a:pt x="12705" y="893914"/>
                </a:lnTo>
                <a:lnTo>
                  <a:pt x="0" y="899355"/>
                </a:lnTo>
                <a:close/>
                <a:moveTo>
                  <a:pt x="1272231" y="1030570"/>
                </a:moveTo>
                <a:lnTo>
                  <a:pt x="1278333" y="1030570"/>
                </a:lnTo>
                <a:lnTo>
                  <a:pt x="1351368" y="956679"/>
                </a:lnTo>
                <a:lnTo>
                  <a:pt x="1367003" y="963156"/>
                </a:lnTo>
                <a:cubicBezTo>
                  <a:pt x="1373465" y="963156"/>
                  <a:pt x="1379927" y="960690"/>
                  <a:pt x="1384859" y="955759"/>
                </a:cubicBezTo>
                <a:cubicBezTo>
                  <a:pt x="1394722" y="945895"/>
                  <a:pt x="1394722" y="929911"/>
                  <a:pt x="1384859" y="920047"/>
                </a:cubicBezTo>
                <a:cubicBezTo>
                  <a:pt x="1374995" y="910184"/>
                  <a:pt x="1359012" y="910184"/>
                  <a:pt x="1349148" y="920047"/>
                </a:cubicBezTo>
                <a:cubicBezTo>
                  <a:pt x="1344216" y="924979"/>
                  <a:pt x="1341750" y="931441"/>
                  <a:pt x="1341750" y="937903"/>
                </a:cubicBezTo>
                <a:lnTo>
                  <a:pt x="1348269" y="953639"/>
                </a:lnTo>
                <a:close/>
                <a:moveTo>
                  <a:pt x="673342" y="1030570"/>
                </a:moveTo>
                <a:lnTo>
                  <a:pt x="688622" y="1030570"/>
                </a:lnTo>
                <a:lnTo>
                  <a:pt x="771980" y="946924"/>
                </a:lnTo>
                <a:cubicBezTo>
                  <a:pt x="828552" y="889751"/>
                  <a:pt x="884426" y="832671"/>
                  <a:pt x="940529" y="774147"/>
                </a:cubicBezTo>
                <a:cubicBezTo>
                  <a:pt x="1092875" y="770511"/>
                  <a:pt x="1246895" y="771015"/>
                  <a:pt x="1395892" y="771483"/>
                </a:cubicBezTo>
                <a:lnTo>
                  <a:pt x="1507913" y="771725"/>
                </a:lnTo>
                <a:lnTo>
                  <a:pt x="1517549" y="794990"/>
                </a:lnTo>
                <a:cubicBezTo>
                  <a:pt x="1533352" y="810793"/>
                  <a:pt x="1558983" y="810793"/>
                  <a:pt x="1574787" y="794990"/>
                </a:cubicBezTo>
                <a:cubicBezTo>
                  <a:pt x="1590590" y="779186"/>
                  <a:pt x="1590590" y="753556"/>
                  <a:pt x="1574787" y="737753"/>
                </a:cubicBezTo>
                <a:cubicBezTo>
                  <a:pt x="1558983" y="721949"/>
                  <a:pt x="1533352" y="721949"/>
                  <a:pt x="1517549" y="737753"/>
                </a:cubicBezTo>
                <a:lnTo>
                  <a:pt x="1507967" y="760889"/>
                </a:lnTo>
                <a:lnTo>
                  <a:pt x="1395928" y="760647"/>
                </a:lnTo>
                <a:cubicBezTo>
                  <a:pt x="1246156" y="760179"/>
                  <a:pt x="1091273" y="759675"/>
                  <a:pt x="938045" y="763365"/>
                </a:cubicBezTo>
                <a:lnTo>
                  <a:pt x="935813" y="763419"/>
                </a:lnTo>
                <a:lnTo>
                  <a:pt x="934265" y="765039"/>
                </a:lnTo>
                <a:cubicBezTo>
                  <a:pt x="877937" y="823815"/>
                  <a:pt x="821843" y="881134"/>
                  <a:pt x="765055" y="938533"/>
                </a:cubicBezTo>
                <a:close/>
              </a:path>
            </a:pathLst>
          </a:custGeom>
          <a:gradFill>
            <a:gsLst>
              <a:gs pos="0">
                <a:srgbClr val="96A8CE">
                  <a:alpha val="40000"/>
                </a:srgbClr>
              </a:gs>
              <a:gs pos="100000">
                <a:srgbClr val="374C75">
                  <a:alpha val="40000"/>
                </a:srgbClr>
              </a:gs>
            </a:gsLst>
            <a:path path="circle">
              <a:fillToRect b="50%" l="50%" r="50%" t="50%"/>
            </a:path>
            <a:tileRect/>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Share Tech"/>
              <a:ea typeface="Share Tech"/>
              <a:cs typeface="Share Tech"/>
              <a:sym typeface="Share Tech"/>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3.xml"/><Relationship Id="rId11" Type="http://schemas.openxmlformats.org/officeDocument/2006/relationships/slideLayout" Target="../slideLayouts/slideLayout34.xml"/><Relationship Id="rId22" Type="http://schemas.openxmlformats.org/officeDocument/2006/relationships/slideLayout" Target="../slideLayouts/slideLayout45.xml"/><Relationship Id="rId10" Type="http://schemas.openxmlformats.org/officeDocument/2006/relationships/slideLayout" Target="../slideLayouts/slideLayout33.xml"/><Relationship Id="rId21" Type="http://schemas.openxmlformats.org/officeDocument/2006/relationships/slideLayout" Target="../slideLayouts/slideLayout44.xml"/><Relationship Id="rId13" Type="http://schemas.openxmlformats.org/officeDocument/2006/relationships/slideLayout" Target="../slideLayouts/slideLayout36.xml"/><Relationship Id="rId24" Type="http://schemas.openxmlformats.org/officeDocument/2006/relationships/theme" Target="../theme/theme3.xml"/><Relationship Id="rId12" Type="http://schemas.openxmlformats.org/officeDocument/2006/relationships/slideLayout" Target="../slideLayouts/slideLayout35.xml"/><Relationship Id="rId23" Type="http://schemas.openxmlformats.org/officeDocument/2006/relationships/slideLayout" Target="../slideLayouts/slideLayout46.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7" Type="http://schemas.openxmlformats.org/officeDocument/2006/relationships/slideLayout" Target="../slideLayouts/slideLayout40.xml"/><Relationship Id="rId16" Type="http://schemas.openxmlformats.org/officeDocument/2006/relationships/slideLayout" Target="../slideLayouts/slideLayout39.xml"/><Relationship Id="rId5" Type="http://schemas.openxmlformats.org/officeDocument/2006/relationships/slideLayout" Target="../slideLayouts/slideLayout28.xml"/><Relationship Id="rId19" Type="http://schemas.openxmlformats.org/officeDocument/2006/relationships/slideLayout" Target="../slideLayouts/slideLayout42.xml"/><Relationship Id="rId6" Type="http://schemas.openxmlformats.org/officeDocument/2006/relationships/slideLayout" Target="../slideLayouts/slideLayout29.xml"/><Relationship Id="rId18" Type="http://schemas.openxmlformats.org/officeDocument/2006/relationships/slideLayout" Target="../slideLayouts/slideLayout41.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463800"/>
            <a:ext cx="77040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300"/>
              <a:buFont typeface="Quantico"/>
              <a:buNone/>
              <a:defRPr sz="3300">
                <a:solidFill>
                  <a:schemeClr val="dk1"/>
                </a:solidFill>
                <a:latin typeface="Quantico"/>
                <a:ea typeface="Quantico"/>
                <a:cs typeface="Quantico"/>
                <a:sym typeface="Quantico"/>
              </a:defRPr>
            </a:lvl1pPr>
            <a:lvl2pPr lvl="1">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2pPr>
            <a:lvl3pPr lvl="2">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3pPr>
            <a:lvl4pPr lvl="3">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4pPr>
            <a:lvl5pPr lvl="4">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5pPr>
            <a:lvl6pPr lvl="5">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6pPr>
            <a:lvl7pPr lvl="6">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7pPr>
            <a:lvl8pPr lvl="7">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8pPr>
            <a:lvl9pPr lvl="8">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9pPr>
          </a:lstStyle>
          <a:p/>
        </p:txBody>
      </p:sp>
      <p:sp>
        <p:nvSpPr>
          <p:cNvPr id="7" name="Google Shape;7;p1"/>
          <p:cNvSpPr txBox="1"/>
          <p:nvPr>
            <p:ph idx="1" type="body"/>
          </p:nvPr>
        </p:nvSpPr>
        <p:spPr>
          <a:xfrm>
            <a:off x="720000" y="1152475"/>
            <a:ext cx="77040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1pPr>
            <a:lvl2pPr indent="-304800" lvl="1" marL="9144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2pPr>
            <a:lvl3pPr indent="-304800" lvl="2" marL="13716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3pPr>
            <a:lvl4pPr indent="-304800" lvl="3" marL="1828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4pPr>
            <a:lvl5pPr indent="-304800" lvl="4" marL="22860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5pPr>
            <a:lvl6pPr indent="-304800" lvl="5" marL="27432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6pPr>
            <a:lvl7pPr indent="-304800" lvl="6" marL="32004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7pPr>
            <a:lvl8pPr indent="-304800" lvl="7" marL="36576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8pPr>
            <a:lvl9pPr indent="-304800" lvl="8" marL="411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02" name="Shape 202"/>
        <p:cNvGrpSpPr/>
        <p:nvPr/>
      </p:nvGrpSpPr>
      <p:grpSpPr>
        <a:xfrm>
          <a:off x="0" y="0"/>
          <a:ext cx="0" cy="0"/>
          <a:chOff x="0" y="0"/>
          <a:chExt cx="0" cy="0"/>
        </a:xfrm>
      </p:grpSpPr>
      <p:sp>
        <p:nvSpPr>
          <p:cNvPr id="203" name="Google Shape;203;p25"/>
          <p:cNvSpPr txBox="1"/>
          <p:nvPr>
            <p:ph type="title"/>
          </p:nvPr>
        </p:nvSpPr>
        <p:spPr>
          <a:xfrm>
            <a:off x="720000" y="463800"/>
            <a:ext cx="77040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300"/>
              <a:buFont typeface="Quantico"/>
              <a:buNone/>
              <a:defRPr sz="3300">
                <a:solidFill>
                  <a:schemeClr val="dk1"/>
                </a:solidFill>
                <a:latin typeface="Quantico"/>
                <a:ea typeface="Quantico"/>
                <a:cs typeface="Quantico"/>
                <a:sym typeface="Quantico"/>
              </a:defRPr>
            </a:lvl1pPr>
            <a:lvl2pPr lvl="1">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2pPr>
            <a:lvl3pPr lvl="2">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3pPr>
            <a:lvl4pPr lvl="3">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4pPr>
            <a:lvl5pPr lvl="4">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5pPr>
            <a:lvl6pPr lvl="5">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6pPr>
            <a:lvl7pPr lvl="6">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7pPr>
            <a:lvl8pPr lvl="7">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8pPr>
            <a:lvl9pPr lvl="8">
              <a:spcBef>
                <a:spcPts val="0"/>
              </a:spcBef>
              <a:spcAft>
                <a:spcPts val="0"/>
              </a:spcAft>
              <a:buClr>
                <a:schemeClr val="dk1"/>
              </a:buClr>
              <a:buSzPts val="3300"/>
              <a:buFont typeface="Quantico"/>
              <a:buNone/>
              <a:defRPr b="1" sz="3300">
                <a:solidFill>
                  <a:schemeClr val="dk1"/>
                </a:solidFill>
                <a:latin typeface="Quantico"/>
                <a:ea typeface="Quantico"/>
                <a:cs typeface="Quantico"/>
                <a:sym typeface="Quantico"/>
              </a:defRPr>
            </a:lvl9pPr>
          </a:lstStyle>
          <a:p/>
        </p:txBody>
      </p:sp>
      <p:sp>
        <p:nvSpPr>
          <p:cNvPr id="204" name="Google Shape;204;p25"/>
          <p:cNvSpPr txBox="1"/>
          <p:nvPr>
            <p:ph idx="1" type="body"/>
          </p:nvPr>
        </p:nvSpPr>
        <p:spPr>
          <a:xfrm>
            <a:off x="720000" y="1152475"/>
            <a:ext cx="77040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1pPr>
            <a:lvl2pPr indent="-304800" lvl="1" marL="9144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2pPr>
            <a:lvl3pPr indent="-304800" lvl="2" marL="13716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3pPr>
            <a:lvl4pPr indent="-304800" lvl="3" marL="1828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4pPr>
            <a:lvl5pPr indent="-304800" lvl="4" marL="22860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5pPr>
            <a:lvl6pPr indent="-304800" lvl="5" marL="27432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6pPr>
            <a:lvl7pPr indent="-304800" lvl="6" marL="32004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7pPr>
            <a:lvl8pPr indent="-304800" lvl="7" marL="36576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8pPr>
            <a:lvl9pPr indent="-304800" lvl="8" marL="4114800">
              <a:lnSpc>
                <a:spcPct val="100000"/>
              </a:lnSpc>
              <a:spcBef>
                <a:spcPts val="0"/>
              </a:spcBef>
              <a:spcAft>
                <a:spcPts val="0"/>
              </a:spcAft>
              <a:buClr>
                <a:schemeClr val="dk1"/>
              </a:buClr>
              <a:buSzPts val="1200"/>
              <a:buFont typeface="Source Code Pro"/>
              <a:buChar char="■"/>
              <a:defRPr sz="1200">
                <a:solidFill>
                  <a:schemeClr val="dk1"/>
                </a:solidFill>
                <a:latin typeface="Source Code Pro"/>
                <a:ea typeface="Source Code Pro"/>
                <a:cs typeface="Source Code Pro"/>
                <a:sym typeface="Source Code Pro"/>
              </a:defRPr>
            </a:lvl9pPr>
          </a:lstStyle>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 id="2147483692" r:id="rId22"/>
    <p:sldLayoutId id="2147483693"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comments" Target="../comments/commen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comments" Target="../comments/comment2.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1.png"/><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6.png"/><Relationship Id="rId4" Type="http://schemas.openxmlformats.org/officeDocument/2006/relationships/image" Target="../media/image27.png"/><Relationship Id="rId5" Type="http://schemas.openxmlformats.org/officeDocument/2006/relationships/image" Target="../media/image34.png"/><Relationship Id="rId6" Type="http://schemas.openxmlformats.org/officeDocument/2006/relationships/image" Target="../media/image22.png"/><Relationship Id="rId7"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6.png"/><Relationship Id="rId4"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24.png"/><Relationship Id="rId5" Type="http://schemas.openxmlformats.org/officeDocument/2006/relationships/image" Target="../media/image3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0.png"/><Relationship Id="rId4" Type="http://schemas.openxmlformats.org/officeDocument/2006/relationships/image" Target="../media/image33.png"/><Relationship Id="rId5"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4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0.xml"/><Relationship Id="rId3" Type="http://schemas.openxmlformats.org/officeDocument/2006/relationships/image" Target="../media/image1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1.png"/><Relationship Id="rId4" Type="http://schemas.openxmlformats.org/officeDocument/2006/relationships/image" Target="../media/image3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9.png"/><Relationship Id="rId4" Type="http://schemas.openxmlformats.org/officeDocument/2006/relationships/image" Target="../media/image4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4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5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49.png"/><Relationship Id="rId4" Type="http://schemas.openxmlformats.org/officeDocument/2006/relationships/image" Target="../media/image47.png"/><Relationship Id="rId5" Type="http://schemas.openxmlformats.org/officeDocument/2006/relationships/image" Target="../media/image4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6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7.png"/><Relationship Id="rId4" Type="http://schemas.openxmlformats.org/officeDocument/2006/relationships/image" Target="../media/image4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comments" Target="../comments/comment3.xml"/><Relationship Id="rId4" Type="http://schemas.openxmlformats.org/officeDocument/2006/relationships/image" Target="../media/image52.png"/><Relationship Id="rId5" Type="http://schemas.openxmlformats.org/officeDocument/2006/relationships/image" Target="../media/image3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53.png"/><Relationship Id="rId4" Type="http://schemas.openxmlformats.org/officeDocument/2006/relationships/image" Target="../media/image5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comments" Target="../comments/commen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5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61.png"/><Relationship Id="rId4" Type="http://schemas.openxmlformats.org/officeDocument/2006/relationships/image" Target="../media/image55.png"/><Relationship Id="rId5" Type="http://schemas.openxmlformats.org/officeDocument/2006/relationships/image" Target="../media/image6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60.png"/><Relationship Id="rId4" Type="http://schemas.openxmlformats.org/officeDocument/2006/relationships/image" Target="../media/image68.png"/><Relationship Id="rId5" Type="http://schemas.openxmlformats.org/officeDocument/2006/relationships/image" Target="../media/image54.png"/><Relationship Id="rId6" Type="http://schemas.openxmlformats.org/officeDocument/2006/relationships/image" Target="../media/image63.png"/><Relationship Id="rId7" Type="http://schemas.openxmlformats.org/officeDocument/2006/relationships/image" Target="../media/image6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6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7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7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7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70.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comments" Target="../comments/commen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69.png"/><Relationship Id="rId4" Type="http://schemas.openxmlformats.org/officeDocument/2006/relationships/image" Target="../media/image56.png"/><Relationship Id="rId5" Type="http://schemas.openxmlformats.org/officeDocument/2006/relationships/image" Target="../media/image7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73.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67.png"/><Relationship Id="rId4" Type="http://schemas.openxmlformats.org/officeDocument/2006/relationships/image" Target="../media/image8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74.png"/><Relationship Id="rId4" Type="http://schemas.openxmlformats.org/officeDocument/2006/relationships/image" Target="../media/image89.png"/><Relationship Id="rId5" Type="http://schemas.openxmlformats.org/officeDocument/2006/relationships/image" Target="../media/image7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85.png"/><Relationship Id="rId4" Type="http://schemas.openxmlformats.org/officeDocument/2006/relationships/image" Target="../media/image8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77.png"/><Relationship Id="rId4" Type="http://schemas.openxmlformats.org/officeDocument/2006/relationships/image" Target="../media/image83.png"/><Relationship Id="rId5" Type="http://schemas.openxmlformats.org/officeDocument/2006/relationships/image" Target="../media/image8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75.png"/><Relationship Id="rId4" Type="http://schemas.openxmlformats.org/officeDocument/2006/relationships/image" Target="../media/image9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01.png"/><Relationship Id="rId4" Type="http://schemas.openxmlformats.org/officeDocument/2006/relationships/image" Target="../media/image84.png"/><Relationship Id="rId5" Type="http://schemas.openxmlformats.org/officeDocument/2006/relationships/image" Target="../media/image9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2.xml"/><Relationship Id="rId3" Type="http://schemas.openxmlformats.org/officeDocument/2006/relationships/image" Target="../media/image1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comments" Target="../comments/commen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9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81.png"/><Relationship Id="rId4" Type="http://schemas.openxmlformats.org/officeDocument/2006/relationships/image" Target="../media/image8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87.png"/><Relationship Id="rId4" Type="http://schemas.openxmlformats.org/officeDocument/2006/relationships/image" Target="../media/image105.png"/><Relationship Id="rId5" Type="http://schemas.openxmlformats.org/officeDocument/2006/relationships/image" Target="../media/image9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92.png"/><Relationship Id="rId4" Type="http://schemas.openxmlformats.org/officeDocument/2006/relationships/image" Target="../media/image109.png"/><Relationship Id="rId5" Type="http://schemas.openxmlformats.org/officeDocument/2006/relationships/image" Target="../media/image9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0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93.png"/><Relationship Id="rId4" Type="http://schemas.openxmlformats.org/officeDocument/2006/relationships/image" Target="../media/image10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06.png"/><Relationship Id="rId4" Type="http://schemas.openxmlformats.org/officeDocument/2006/relationships/image" Target="../media/image9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95.png"/><Relationship Id="rId4" Type="http://schemas.openxmlformats.org/officeDocument/2006/relationships/image" Target="../media/image10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99.png"/><Relationship Id="rId4" Type="http://schemas.openxmlformats.org/officeDocument/2006/relationships/image" Target="../media/image10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04.png"/><Relationship Id="rId4" Type="http://schemas.openxmlformats.org/officeDocument/2006/relationships/image" Target="../media/image100.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07.png"/><Relationship Id="rId4" Type="http://schemas.openxmlformats.org/officeDocument/2006/relationships/image" Target="../media/image12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107.png"/><Relationship Id="rId4" Type="http://schemas.openxmlformats.org/officeDocument/2006/relationships/image" Target="../media/image120.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1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11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110.png"/><Relationship Id="rId4" Type="http://schemas.openxmlformats.org/officeDocument/2006/relationships/image" Target="../media/image11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114.png"/><Relationship Id="rId4" Type="http://schemas.openxmlformats.org/officeDocument/2006/relationships/image" Target="../media/image129.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117.png"/><Relationship Id="rId4" Type="http://schemas.openxmlformats.org/officeDocument/2006/relationships/image" Target="../media/image11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130.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122.png"/><Relationship Id="rId4" Type="http://schemas.openxmlformats.org/officeDocument/2006/relationships/image" Target="../media/image11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118.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41.xml"/><Relationship Id="rId3" Type="http://schemas.openxmlformats.org/officeDocument/2006/relationships/image" Target="../media/image15.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0" Type="http://schemas.openxmlformats.org/officeDocument/2006/relationships/image" Target="../media/image134.png"/><Relationship Id="rId1" Type="http://schemas.openxmlformats.org/officeDocument/2006/relationships/slideLayout" Target="../slideLayouts/slideLayout24.xml"/><Relationship Id="rId2" Type="http://schemas.openxmlformats.org/officeDocument/2006/relationships/notesSlide" Target="../notesSlides/notesSlide146.xml"/><Relationship Id="rId3" Type="http://schemas.openxmlformats.org/officeDocument/2006/relationships/image" Target="../media/image112.png"/><Relationship Id="rId4" Type="http://schemas.openxmlformats.org/officeDocument/2006/relationships/image" Target="../media/image123.png"/><Relationship Id="rId9" Type="http://schemas.openxmlformats.org/officeDocument/2006/relationships/image" Target="../media/image124.png"/><Relationship Id="rId5" Type="http://schemas.openxmlformats.org/officeDocument/2006/relationships/image" Target="../media/image126.png"/><Relationship Id="rId6" Type="http://schemas.openxmlformats.org/officeDocument/2006/relationships/image" Target="../media/image125.png"/><Relationship Id="rId7" Type="http://schemas.openxmlformats.org/officeDocument/2006/relationships/image" Target="../media/image119.png"/><Relationship Id="rId8" Type="http://schemas.openxmlformats.org/officeDocument/2006/relationships/image" Target="../media/image133.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7.xml"/><Relationship Id="rId3" Type="http://schemas.openxmlformats.org/officeDocument/2006/relationships/image" Target="../media/image127.png"/><Relationship Id="rId4" Type="http://schemas.openxmlformats.org/officeDocument/2006/relationships/image" Target="../media/image128.png"/><Relationship Id="rId5"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image" Target="../media/image1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2" name="Shape 402"/>
        <p:cNvGrpSpPr/>
        <p:nvPr/>
      </p:nvGrpSpPr>
      <p:grpSpPr>
        <a:xfrm>
          <a:off x="0" y="0"/>
          <a:ext cx="0" cy="0"/>
          <a:chOff x="0" y="0"/>
          <a:chExt cx="0" cy="0"/>
        </a:xfrm>
      </p:grpSpPr>
      <p:grpSp>
        <p:nvGrpSpPr>
          <p:cNvPr id="403" name="Google Shape;403;p49"/>
          <p:cNvGrpSpPr/>
          <p:nvPr/>
        </p:nvGrpSpPr>
        <p:grpSpPr>
          <a:xfrm>
            <a:off x="772525" y="726625"/>
            <a:ext cx="6578100" cy="3438300"/>
            <a:chOff x="772525" y="726625"/>
            <a:chExt cx="6578100" cy="3438300"/>
          </a:xfrm>
        </p:grpSpPr>
        <p:sp>
          <p:nvSpPr>
            <p:cNvPr id="404" name="Google Shape;404;p49"/>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9"/>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 name="Google Shape;406;p49"/>
          <p:cNvGrpSpPr/>
          <p:nvPr/>
        </p:nvGrpSpPr>
        <p:grpSpPr>
          <a:xfrm>
            <a:off x="4924175" y="3441525"/>
            <a:ext cx="3447300" cy="962400"/>
            <a:chOff x="4924175" y="3441525"/>
            <a:chExt cx="3447300" cy="962400"/>
          </a:xfrm>
        </p:grpSpPr>
        <p:sp>
          <p:nvSpPr>
            <p:cNvPr id="407" name="Google Shape;407;p49"/>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9"/>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 name="Google Shape;409;p49"/>
          <p:cNvGrpSpPr/>
          <p:nvPr/>
        </p:nvGrpSpPr>
        <p:grpSpPr>
          <a:xfrm>
            <a:off x="6849418" y="1309976"/>
            <a:ext cx="1864833" cy="1637043"/>
            <a:chOff x="1054812" y="1029590"/>
            <a:chExt cx="3436214" cy="3912627"/>
          </a:xfrm>
        </p:grpSpPr>
        <p:sp>
          <p:nvSpPr>
            <p:cNvPr id="410" name="Google Shape;410;p49"/>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9"/>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 name="Google Shape;412;p49"/>
          <p:cNvSpPr txBox="1"/>
          <p:nvPr/>
        </p:nvSpPr>
        <p:spPr>
          <a:xfrm>
            <a:off x="1008000" y="138402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413" name="Google Shape;413;p49"/>
          <p:cNvSpPr txBox="1"/>
          <p:nvPr/>
        </p:nvSpPr>
        <p:spPr>
          <a:xfrm>
            <a:off x="5947500" y="25098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414" name="Google Shape;414;p49"/>
          <p:cNvSpPr txBox="1"/>
          <p:nvPr/>
        </p:nvSpPr>
        <p:spPr>
          <a:xfrm>
            <a:off x="7198457" y="187360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
        <p:nvSpPr>
          <p:cNvPr id="415" name="Google Shape;415;p49"/>
          <p:cNvSpPr txBox="1"/>
          <p:nvPr>
            <p:ph type="ctrTitle"/>
          </p:nvPr>
        </p:nvSpPr>
        <p:spPr>
          <a:xfrm>
            <a:off x="1789400" y="1309975"/>
            <a:ext cx="4148400" cy="167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a:t>
            </a:r>
            <a:endParaRPr/>
          </a:p>
          <a:p>
            <a:pPr indent="0" lvl="0" marL="0" rtl="0" algn="l">
              <a:spcBef>
                <a:spcPts val="0"/>
              </a:spcBef>
              <a:spcAft>
                <a:spcPts val="0"/>
              </a:spcAft>
              <a:buNone/>
            </a:pPr>
            <a:r>
              <a:rPr lang="en"/>
              <a:t>Operating Systems Curriculum</a:t>
            </a:r>
            <a:endParaRPr/>
          </a:p>
        </p:txBody>
      </p:sp>
      <p:sp>
        <p:nvSpPr>
          <p:cNvPr id="416" name="Google Shape;416;p49"/>
          <p:cNvSpPr txBox="1"/>
          <p:nvPr>
            <p:ph idx="1" type="subTitle"/>
          </p:nvPr>
        </p:nvSpPr>
        <p:spPr>
          <a:xfrm>
            <a:off x="5169200" y="3772200"/>
            <a:ext cx="3043800" cy="52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By DIGITAL</a:t>
            </a:r>
            <a:endParaRPr/>
          </a:p>
        </p:txBody>
      </p:sp>
      <p:sp>
        <p:nvSpPr>
          <p:cNvPr id="417" name="Google Shape;417;p49"/>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[Loading...]</a:t>
            </a:r>
            <a:endParaRPr sz="1000">
              <a:solidFill>
                <a:schemeClr val="dk1"/>
              </a:solidFill>
              <a:latin typeface="Source Code Pro"/>
              <a:ea typeface="Source Code Pro"/>
              <a:cs typeface="Source Code Pro"/>
              <a:sym typeface="Source Code Pro"/>
            </a:endParaRPr>
          </a:p>
        </p:txBody>
      </p:sp>
      <p:sp>
        <p:nvSpPr>
          <p:cNvPr id="418" name="Google Shape;418;p49"/>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Commentary</a:t>
            </a:r>
            <a:endParaRPr/>
          </a:p>
        </p:txBody>
      </p:sp>
      <p:sp>
        <p:nvSpPr>
          <p:cNvPr id="424" name="Google Shape;424;p50"/>
          <p:cNvSpPr txBox="1"/>
          <p:nvPr>
            <p:ph idx="1" type="body"/>
          </p:nvPr>
        </p:nvSpPr>
        <p:spPr>
          <a:xfrm>
            <a:off x="720000" y="1238200"/>
            <a:ext cx="7704000" cy="3326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000"/>
              <a:t>Dear Future OS Members,</a:t>
            </a:r>
            <a:endParaRPr sz="1000"/>
          </a:p>
          <a:p>
            <a:pPr indent="0" lvl="0" marL="0" rtl="0" algn="l">
              <a:lnSpc>
                <a:spcPct val="150000"/>
              </a:lnSpc>
              <a:spcBef>
                <a:spcPts val="0"/>
              </a:spcBef>
              <a:spcAft>
                <a:spcPts val="0"/>
              </a:spcAft>
              <a:buNone/>
            </a:pPr>
            <a:r>
              <a:rPr lang="en" sz="1000"/>
              <a:t>Most, if not all, of the code shown in this curriculum is pseudocode or Jack language meant to simplify the explanation of how operating systems work. Your </a:t>
            </a:r>
            <a:r>
              <a:rPr lang="en" sz="1000"/>
              <a:t>operating systems are more complex and require the relevant libraries, function calls, subroutines, and recognized commands in their respective language. Conduct research on the intricacies of your chosen language when writing your code.</a:t>
            </a:r>
            <a:endParaRPr sz="1000"/>
          </a:p>
          <a:p>
            <a:pPr indent="0" lvl="0" marL="0" rtl="0" algn="l">
              <a:lnSpc>
                <a:spcPct val="150000"/>
              </a:lnSpc>
              <a:spcBef>
                <a:spcPts val="0"/>
              </a:spcBef>
              <a:spcAft>
                <a:spcPts val="0"/>
              </a:spcAft>
              <a:buNone/>
            </a:pPr>
            <a:r>
              <a:t/>
            </a:r>
            <a:endParaRPr sz="1000"/>
          </a:p>
          <a:p>
            <a:pPr indent="0" lvl="0" marL="0" rtl="0" algn="l">
              <a:lnSpc>
                <a:spcPct val="150000"/>
              </a:lnSpc>
              <a:spcBef>
                <a:spcPts val="0"/>
              </a:spcBef>
              <a:spcAft>
                <a:spcPts val="0"/>
              </a:spcAft>
              <a:buNone/>
            </a:pPr>
            <a:r>
              <a:rPr lang="en" sz="1000"/>
              <a:t>Sincerely,</a:t>
            </a:r>
            <a:endParaRPr sz="1000"/>
          </a:p>
          <a:p>
            <a:pPr indent="-292100" lvl="0" marL="457200" rtl="0" algn="l">
              <a:lnSpc>
                <a:spcPct val="150000"/>
              </a:lnSpc>
              <a:spcBef>
                <a:spcPts val="0"/>
              </a:spcBef>
              <a:spcAft>
                <a:spcPts val="0"/>
              </a:spcAft>
              <a:buSzPts val="1000"/>
              <a:buChar char="-"/>
            </a:pPr>
            <a:r>
              <a:rPr lang="en" sz="1000"/>
              <a:t>The OS Team</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Directory</a:t>
            </a:r>
            <a:endParaRPr/>
          </a:p>
        </p:txBody>
      </p:sp>
      <p:sp>
        <p:nvSpPr>
          <p:cNvPr id="430" name="Google Shape;430;p51"/>
          <p:cNvSpPr txBox="1"/>
          <p:nvPr>
            <p:ph idx="1" type="body"/>
          </p:nvPr>
        </p:nvSpPr>
        <p:spPr>
          <a:xfrm>
            <a:off x="720000" y="1238200"/>
            <a:ext cx="3851400" cy="33264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 sz="1550">
                <a:solidFill>
                  <a:schemeClr val="lt2"/>
                </a:solidFill>
                <a:latin typeface="Quantico"/>
                <a:ea typeface="Quantico"/>
                <a:cs typeface="Quantico"/>
                <a:sym typeface="Quantico"/>
              </a:rPr>
              <a:t>Concept of Memory | Slide 3</a:t>
            </a:r>
            <a:endParaRPr>
              <a:solidFill>
                <a:schemeClr val="lt2"/>
              </a:solidFill>
            </a:endParaRPr>
          </a:p>
          <a:p>
            <a:pPr indent="0" lvl="0" marL="0" rtl="0" algn="l">
              <a:spcBef>
                <a:spcPts val="0"/>
              </a:spcBef>
              <a:spcAft>
                <a:spcPts val="0"/>
              </a:spcAft>
              <a:buNone/>
            </a:pPr>
            <a:r>
              <a:rPr lang="en" sz="1000"/>
              <a:t>	Segmentation</a:t>
            </a:r>
            <a:endParaRPr sz="1000"/>
          </a:p>
          <a:p>
            <a:pPr indent="0" lvl="0" marL="0" rtl="0" algn="l">
              <a:spcBef>
                <a:spcPts val="0"/>
              </a:spcBef>
              <a:spcAft>
                <a:spcPts val="0"/>
              </a:spcAft>
              <a:buNone/>
            </a:pPr>
            <a:r>
              <a:rPr lang="en" sz="1000"/>
              <a:t>	Memory Virtualization</a:t>
            </a:r>
            <a:endParaRPr sz="1000"/>
          </a:p>
          <a:p>
            <a:pPr indent="0" lvl="0" marL="0" rtl="0" algn="l">
              <a:spcBef>
                <a:spcPts val="0"/>
              </a:spcBef>
              <a:spcAft>
                <a:spcPts val="0"/>
              </a:spcAft>
              <a:buNone/>
            </a:pPr>
            <a:r>
              <a:rPr lang="en" sz="1000"/>
              <a:t>	Optimization</a:t>
            </a:r>
            <a:endParaRPr sz="1000"/>
          </a:p>
          <a:p>
            <a:pPr indent="0" lvl="0" marL="0" rtl="0" algn="l">
              <a:lnSpc>
                <a:spcPct val="90000"/>
              </a:lnSpc>
              <a:spcBef>
                <a:spcPts val="600"/>
              </a:spcBef>
              <a:spcAft>
                <a:spcPts val="0"/>
              </a:spcAft>
              <a:buNone/>
            </a:pPr>
            <a:r>
              <a:rPr b="1" lang="en" sz="1550">
                <a:solidFill>
                  <a:schemeClr val="lt2"/>
                </a:solidFill>
                <a:latin typeface="Quantico"/>
                <a:ea typeface="Quantico"/>
                <a:cs typeface="Quantico"/>
                <a:sym typeface="Quantico"/>
              </a:rPr>
              <a:t>Virtual Machine | Slide 30</a:t>
            </a:r>
            <a:endParaRPr>
              <a:solidFill>
                <a:schemeClr val="lt2"/>
              </a:solidFill>
            </a:endParaRPr>
          </a:p>
          <a:p>
            <a:pPr indent="457200" lvl="0" marL="0" rtl="0" algn="l">
              <a:spcBef>
                <a:spcPts val="0"/>
              </a:spcBef>
              <a:spcAft>
                <a:spcPts val="0"/>
              </a:spcAft>
              <a:buNone/>
            </a:pPr>
            <a:r>
              <a:rPr lang="en" sz="1000"/>
              <a:t>Quick Compiler Intro</a:t>
            </a:r>
            <a:endParaRPr sz="1000">
              <a:solidFill>
                <a:schemeClr val="lt2"/>
              </a:solidFill>
            </a:endParaRPr>
          </a:p>
          <a:p>
            <a:pPr indent="0" lvl="0" marL="0" rtl="0" algn="l">
              <a:spcBef>
                <a:spcPts val="0"/>
              </a:spcBef>
              <a:spcAft>
                <a:spcPts val="0"/>
              </a:spcAft>
              <a:buNone/>
            </a:pPr>
            <a:r>
              <a:rPr lang="en" sz="1000"/>
              <a:t>	Stack Machine</a:t>
            </a:r>
            <a:endParaRPr sz="1000"/>
          </a:p>
          <a:p>
            <a:pPr indent="0" lvl="0" marL="0" rtl="0" algn="l">
              <a:spcBef>
                <a:spcPts val="0"/>
              </a:spcBef>
              <a:spcAft>
                <a:spcPts val="0"/>
              </a:spcAft>
              <a:buNone/>
            </a:pPr>
            <a:r>
              <a:rPr lang="en" sz="1000"/>
              <a:t>	VM Emulator</a:t>
            </a:r>
            <a:endParaRPr sz="1000"/>
          </a:p>
          <a:p>
            <a:pPr indent="0" lvl="0" marL="0" rtl="0" algn="l">
              <a:spcBef>
                <a:spcPts val="0"/>
              </a:spcBef>
              <a:spcAft>
                <a:spcPts val="0"/>
              </a:spcAft>
              <a:buNone/>
            </a:pPr>
            <a:r>
              <a:rPr lang="en" sz="1000"/>
              <a:t>	Branching Commands</a:t>
            </a:r>
            <a:endParaRPr sz="1000"/>
          </a:p>
          <a:p>
            <a:pPr indent="0" lvl="0" marL="0" rtl="0" algn="l">
              <a:spcBef>
                <a:spcPts val="0"/>
              </a:spcBef>
              <a:spcAft>
                <a:spcPts val="0"/>
              </a:spcAft>
              <a:buNone/>
            </a:pPr>
            <a:r>
              <a:rPr lang="en" sz="1000"/>
              <a:t>	Function Commands</a:t>
            </a:r>
            <a:endParaRPr sz="1000"/>
          </a:p>
          <a:p>
            <a:pPr indent="0" lvl="0" marL="0" rtl="0" algn="l">
              <a:spcBef>
                <a:spcPts val="1000"/>
              </a:spcBef>
              <a:spcAft>
                <a:spcPts val="0"/>
              </a:spcAft>
              <a:buNone/>
            </a:pPr>
            <a:r>
              <a:rPr b="1" lang="en" sz="1550">
                <a:solidFill>
                  <a:schemeClr val="lt2"/>
                </a:solidFill>
                <a:latin typeface="Quantico"/>
                <a:ea typeface="Quantico"/>
                <a:cs typeface="Quantico"/>
                <a:sym typeface="Quantico"/>
              </a:rPr>
              <a:t>Compiler | Slide 60</a:t>
            </a:r>
            <a:endParaRPr>
              <a:solidFill>
                <a:schemeClr val="lt2"/>
              </a:solidFill>
            </a:endParaRPr>
          </a:p>
          <a:p>
            <a:pPr indent="0" lvl="0" marL="457200" rtl="0" algn="l">
              <a:spcBef>
                <a:spcPts val="0"/>
              </a:spcBef>
              <a:spcAft>
                <a:spcPts val="0"/>
              </a:spcAft>
              <a:buNone/>
            </a:pPr>
            <a:r>
              <a:rPr lang="en" sz="1000"/>
              <a:t>Writing a Compiler</a:t>
            </a:r>
            <a:endParaRPr sz="1000"/>
          </a:p>
          <a:p>
            <a:pPr indent="0" lvl="0" marL="457200" rtl="0" algn="l">
              <a:spcBef>
                <a:spcPts val="0"/>
              </a:spcBef>
              <a:spcAft>
                <a:spcPts val="0"/>
              </a:spcAft>
              <a:buNone/>
            </a:pPr>
            <a:r>
              <a:rPr lang="en" sz="1000"/>
              <a:t>Syntax Analyzer</a:t>
            </a:r>
            <a:endParaRPr sz="1000"/>
          </a:p>
          <a:p>
            <a:pPr indent="0" lvl="0" marL="457200" rtl="0" algn="l">
              <a:spcBef>
                <a:spcPts val="0"/>
              </a:spcBef>
              <a:spcAft>
                <a:spcPts val="0"/>
              </a:spcAft>
              <a:buNone/>
            </a:pPr>
            <a:r>
              <a:rPr lang="en" sz="1000"/>
              <a:t>Lexical Analysis</a:t>
            </a:r>
            <a:endParaRPr sz="1000"/>
          </a:p>
          <a:p>
            <a:pPr indent="0" lvl="0" marL="457200" rtl="0" algn="l">
              <a:spcBef>
                <a:spcPts val="0"/>
              </a:spcBef>
              <a:spcAft>
                <a:spcPts val="0"/>
              </a:spcAft>
              <a:buNone/>
            </a:pPr>
            <a:r>
              <a:rPr lang="en" sz="1000"/>
              <a:t>Grammars</a:t>
            </a:r>
            <a:endParaRPr sz="1000"/>
          </a:p>
        </p:txBody>
      </p:sp>
      <p:sp>
        <p:nvSpPr>
          <p:cNvPr id="431" name="Google Shape;431;p51"/>
          <p:cNvSpPr txBox="1"/>
          <p:nvPr/>
        </p:nvSpPr>
        <p:spPr>
          <a:xfrm>
            <a:off x="4571400" y="1238200"/>
            <a:ext cx="3662400" cy="2785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1000">
                <a:solidFill>
                  <a:schemeClr val="dk1"/>
                </a:solidFill>
                <a:latin typeface="Source Code Pro"/>
                <a:ea typeface="Source Code Pro"/>
                <a:cs typeface="Source Code Pro"/>
                <a:sym typeface="Source Code Pro"/>
              </a:rPr>
              <a:t>Parsing</a:t>
            </a:r>
            <a:endParaRPr sz="1000">
              <a:solidFill>
                <a:schemeClr val="dk1"/>
              </a:solidFill>
              <a:latin typeface="Source Code Pro"/>
              <a:ea typeface="Source Code Pro"/>
              <a:cs typeface="Source Code Pro"/>
              <a:sym typeface="Source Code Pro"/>
            </a:endParaRPr>
          </a:p>
          <a:p>
            <a:pPr indent="0" lvl="0" marL="457200" rtl="0" algn="l">
              <a:spcBef>
                <a:spcPts val="0"/>
              </a:spcBef>
              <a:spcAft>
                <a:spcPts val="0"/>
              </a:spcAft>
              <a:buNone/>
            </a:pPr>
            <a:r>
              <a:rPr lang="en" sz="1000">
                <a:solidFill>
                  <a:schemeClr val="dk1"/>
                </a:solidFill>
                <a:latin typeface="Source Code Pro"/>
                <a:ea typeface="Source Code Pro"/>
                <a:cs typeface="Source Code Pro"/>
                <a:sym typeface="Source Code Pro"/>
              </a:rPr>
              <a:t>Code Generator</a:t>
            </a:r>
            <a:endParaRPr sz="1000">
              <a:solidFill>
                <a:schemeClr val="dk1"/>
              </a:solidFill>
              <a:latin typeface="Source Code Pro"/>
              <a:ea typeface="Source Code Pro"/>
              <a:cs typeface="Source Code Pro"/>
              <a:sym typeface="Source Code Pro"/>
            </a:endParaRPr>
          </a:p>
          <a:p>
            <a:pPr indent="457200" lvl="0" marL="0" rtl="0" algn="l">
              <a:lnSpc>
                <a:spcPct val="100000"/>
              </a:lnSpc>
              <a:spcBef>
                <a:spcPts val="0"/>
              </a:spcBef>
              <a:spcAft>
                <a:spcPts val="0"/>
              </a:spcAft>
              <a:buNone/>
            </a:pPr>
            <a:r>
              <a:rPr lang="en" sz="1000">
                <a:solidFill>
                  <a:schemeClr val="dk1"/>
                </a:solidFill>
                <a:latin typeface="Source Code Pro"/>
                <a:ea typeface="Source Code Pro"/>
                <a:cs typeface="Source Code Pro"/>
                <a:sym typeface="Source Code Pro"/>
              </a:rPr>
              <a:t>Procedural Code</a:t>
            </a:r>
            <a:r>
              <a:rPr lang="en" sz="1000">
                <a:solidFill>
                  <a:schemeClr val="dk1"/>
                </a:solidFill>
                <a:latin typeface="Source Code Pro"/>
                <a:ea typeface="Source Code Pro"/>
                <a:cs typeface="Source Code Pro"/>
                <a:sym typeface="Source Code Pro"/>
              </a:rPr>
              <a:t>	</a:t>
            </a:r>
            <a:endParaRPr sz="1000">
              <a:solidFill>
                <a:schemeClr val="dk1"/>
              </a:solidFill>
              <a:latin typeface="Source Code Pro"/>
              <a:ea typeface="Source Code Pro"/>
              <a:cs typeface="Source Code Pro"/>
              <a:sym typeface="Source Code Pro"/>
            </a:endParaRPr>
          </a:p>
          <a:p>
            <a:pPr indent="457200" lvl="0" marL="0" rtl="0" algn="l">
              <a:lnSpc>
                <a:spcPct val="100000"/>
              </a:lnSpc>
              <a:spcBef>
                <a:spcPts val="0"/>
              </a:spcBef>
              <a:spcAft>
                <a:spcPts val="0"/>
              </a:spcAft>
              <a:buNone/>
            </a:pPr>
            <a:r>
              <a:rPr lang="en" sz="1000">
                <a:solidFill>
                  <a:schemeClr val="dk1"/>
                </a:solidFill>
                <a:latin typeface="Source Code Pro"/>
                <a:ea typeface="Source Code Pro"/>
                <a:cs typeface="Source Code Pro"/>
                <a:sym typeface="Source Code Pro"/>
              </a:rPr>
              <a:t>Handling Objects</a:t>
            </a:r>
            <a:endParaRPr sz="1000">
              <a:solidFill>
                <a:schemeClr val="dk1"/>
              </a:solidFill>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lang="en" sz="1000">
                <a:solidFill>
                  <a:schemeClr val="dk1"/>
                </a:solidFill>
                <a:latin typeface="Source Code Pro"/>
                <a:ea typeface="Source Code Pro"/>
                <a:cs typeface="Source Code Pro"/>
                <a:sym typeface="Source Code Pro"/>
              </a:rPr>
              <a:t>	Handling Arrays</a:t>
            </a:r>
            <a:endParaRPr sz="1000">
              <a:solidFill>
                <a:schemeClr val="dk1"/>
              </a:solidFill>
              <a:latin typeface="Source Code Pro"/>
              <a:ea typeface="Source Code Pro"/>
              <a:cs typeface="Source Code Pro"/>
              <a:sym typeface="Source Code Pro"/>
            </a:endParaRPr>
          </a:p>
          <a:p>
            <a:pPr indent="0" lvl="0" marL="457200" rtl="0" algn="l">
              <a:lnSpc>
                <a:spcPct val="100000"/>
              </a:lnSpc>
              <a:spcBef>
                <a:spcPts val="0"/>
              </a:spcBef>
              <a:spcAft>
                <a:spcPts val="0"/>
              </a:spcAft>
              <a:buNone/>
            </a:pPr>
            <a:r>
              <a:rPr lang="en" sz="1000">
                <a:solidFill>
                  <a:schemeClr val="dk1"/>
                </a:solidFill>
                <a:latin typeface="Source Code Pro"/>
                <a:ea typeface="Source Code Pro"/>
                <a:cs typeface="Source Code Pro"/>
                <a:sym typeface="Source Code Pro"/>
              </a:rPr>
              <a:t>Standard Virtual Machine Mapping</a:t>
            </a:r>
            <a:endParaRPr sz="1000">
              <a:solidFill>
                <a:schemeClr val="dk1"/>
              </a:solidFill>
              <a:latin typeface="Source Code Pro"/>
              <a:ea typeface="Source Code Pro"/>
              <a:cs typeface="Source Code Pro"/>
              <a:sym typeface="Source Code Pro"/>
            </a:endParaRPr>
          </a:p>
          <a:p>
            <a:pPr indent="0" lvl="0" marL="0" rtl="0" algn="l">
              <a:lnSpc>
                <a:spcPct val="90000"/>
              </a:lnSpc>
              <a:spcBef>
                <a:spcPts val="600"/>
              </a:spcBef>
              <a:spcAft>
                <a:spcPts val="0"/>
              </a:spcAft>
              <a:buNone/>
            </a:pPr>
            <a:r>
              <a:rPr b="1" lang="en" sz="1550">
                <a:solidFill>
                  <a:schemeClr val="lt2"/>
                </a:solidFill>
                <a:latin typeface="Quantico"/>
                <a:ea typeface="Quantico"/>
                <a:cs typeface="Quantico"/>
                <a:sym typeface="Quantico"/>
              </a:rPr>
              <a:t>Operating System | Slide 103</a:t>
            </a:r>
            <a:endParaRPr b="1" sz="1550">
              <a:solidFill>
                <a:schemeClr val="lt2"/>
              </a:solidFill>
              <a:latin typeface="Share Tech"/>
              <a:ea typeface="Share Tech"/>
              <a:cs typeface="Share Tech"/>
              <a:sym typeface="Share Tech"/>
            </a:endParaRPr>
          </a:p>
          <a:p>
            <a:pPr indent="45720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Efficiency</a:t>
            </a:r>
            <a:endParaRPr sz="10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Memory Access</a:t>
            </a:r>
            <a:endParaRPr sz="10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Heap Management</a:t>
            </a:r>
            <a:endParaRPr sz="10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Graphics</a:t>
            </a:r>
            <a:endParaRPr sz="10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Textual Output</a:t>
            </a:r>
            <a:endParaRPr sz="10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Input</a:t>
            </a:r>
            <a:endParaRPr sz="10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String Processing</a:t>
            </a:r>
            <a:endParaRPr sz="10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Array Representation</a:t>
            </a:r>
            <a:endParaRPr sz="1000">
              <a:solidFill>
                <a:schemeClr val="dk1"/>
              </a:solidFill>
              <a:latin typeface="Source Code Pro"/>
              <a:ea typeface="Source Code Pro"/>
              <a:cs typeface="Source Code Pro"/>
              <a:sym typeface="Source Code Pro"/>
            </a:endParaRPr>
          </a:p>
          <a:p>
            <a:pPr indent="45720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The Sys Class</a:t>
            </a:r>
            <a:endParaRPr sz="1000">
              <a:solidFill>
                <a:schemeClr val="dk1"/>
              </a:solidFill>
              <a:latin typeface="Source Code Pro"/>
              <a:ea typeface="Source Code Pro"/>
              <a:cs typeface="Source Code Pro"/>
              <a:sym typeface="Source Code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grpSp>
        <p:nvGrpSpPr>
          <p:cNvPr id="436" name="Google Shape;436;p52"/>
          <p:cNvGrpSpPr/>
          <p:nvPr/>
        </p:nvGrpSpPr>
        <p:grpSpPr>
          <a:xfrm>
            <a:off x="772525" y="726625"/>
            <a:ext cx="6578100" cy="3438300"/>
            <a:chOff x="772525" y="726625"/>
            <a:chExt cx="6578100" cy="3438300"/>
          </a:xfrm>
        </p:grpSpPr>
        <p:sp>
          <p:nvSpPr>
            <p:cNvPr id="437" name="Google Shape;437;p52"/>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2"/>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 name="Google Shape;439;p52"/>
          <p:cNvGrpSpPr/>
          <p:nvPr/>
        </p:nvGrpSpPr>
        <p:grpSpPr>
          <a:xfrm>
            <a:off x="3993600" y="3441475"/>
            <a:ext cx="2119748" cy="1127400"/>
            <a:chOff x="4924170" y="3441525"/>
            <a:chExt cx="3447305" cy="1127400"/>
          </a:xfrm>
        </p:grpSpPr>
        <p:sp>
          <p:nvSpPr>
            <p:cNvPr id="440" name="Google Shape;440;p52"/>
            <p:cNvSpPr/>
            <p:nvPr/>
          </p:nvSpPr>
          <p:spPr>
            <a:xfrm>
              <a:off x="4924170" y="3441525"/>
              <a:ext cx="3447300" cy="112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2"/>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52"/>
          <p:cNvGrpSpPr/>
          <p:nvPr/>
        </p:nvGrpSpPr>
        <p:grpSpPr>
          <a:xfrm>
            <a:off x="5422275" y="1302375"/>
            <a:ext cx="2560700" cy="1952840"/>
            <a:chOff x="-227375" y="1029588"/>
            <a:chExt cx="4718446" cy="4667400"/>
          </a:xfrm>
        </p:grpSpPr>
        <p:sp>
          <p:nvSpPr>
            <p:cNvPr id="443" name="Google Shape;443;p52"/>
            <p:cNvSpPr/>
            <p:nvPr/>
          </p:nvSpPr>
          <p:spPr>
            <a:xfrm>
              <a:off x="-227375" y="1029588"/>
              <a:ext cx="4718400" cy="466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52"/>
            <p:cNvSpPr/>
            <p:nvPr/>
          </p:nvSpPr>
          <p:spPr>
            <a:xfrm>
              <a:off x="-227329" y="1029588"/>
              <a:ext cx="47184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5" name="Google Shape;445;p52"/>
          <p:cNvSpPr txBox="1"/>
          <p:nvPr>
            <p:ph type="title"/>
          </p:nvPr>
        </p:nvSpPr>
        <p:spPr>
          <a:xfrm>
            <a:off x="1045150" y="1866000"/>
            <a:ext cx="3943500" cy="8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Concept</a:t>
            </a:r>
            <a:endParaRPr/>
          </a:p>
        </p:txBody>
      </p:sp>
      <p:sp>
        <p:nvSpPr>
          <p:cNvPr id="446" name="Google Shape;446;p52"/>
          <p:cNvSpPr txBox="1"/>
          <p:nvPr>
            <p:ph idx="2" type="title"/>
          </p:nvPr>
        </p:nvSpPr>
        <p:spPr>
          <a:xfrm>
            <a:off x="5590076" y="1551675"/>
            <a:ext cx="2225100" cy="151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47" name="Google Shape;447;p52"/>
          <p:cNvSpPr txBox="1"/>
          <p:nvPr/>
        </p:nvSpPr>
        <p:spPr>
          <a:xfrm>
            <a:off x="841925" y="1094475"/>
            <a:ext cx="1077300" cy="5688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None/>
            </a:pPr>
            <a:r>
              <a:rPr lang="en" sz="3600">
                <a:solidFill>
                  <a:schemeClr val="lt2"/>
                </a:solidFill>
                <a:latin typeface="Quantico"/>
                <a:ea typeface="Quantico"/>
                <a:cs typeface="Quantico"/>
                <a:sym typeface="Quantico"/>
              </a:rPr>
              <a:t>&lt;/&gt;</a:t>
            </a:r>
            <a:endParaRPr sz="3600">
              <a:solidFill>
                <a:schemeClr val="lt2"/>
              </a:solidFill>
            </a:endParaRPr>
          </a:p>
        </p:txBody>
      </p:sp>
      <p:sp>
        <p:nvSpPr>
          <p:cNvPr id="448" name="Google Shape;448;p52"/>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449" name="Google Shape;449;p52"/>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450" name="Google Shape;450;p52"/>
          <p:cNvSpPr txBox="1"/>
          <p:nvPr/>
        </p:nvSpPr>
        <p:spPr>
          <a:xfrm>
            <a:off x="4445082" y="3760875"/>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grpSp>
        <p:nvGrpSpPr>
          <p:cNvPr id="455" name="Google Shape;455;p53"/>
          <p:cNvGrpSpPr/>
          <p:nvPr/>
        </p:nvGrpSpPr>
        <p:grpSpPr>
          <a:xfrm flipH="1">
            <a:off x="1837996" y="726625"/>
            <a:ext cx="6578100" cy="3438300"/>
            <a:chOff x="772525" y="726625"/>
            <a:chExt cx="6578100" cy="3438300"/>
          </a:xfrm>
        </p:grpSpPr>
        <p:sp>
          <p:nvSpPr>
            <p:cNvPr id="456" name="Google Shape;456;p53"/>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3"/>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 name="Google Shape;458;p53"/>
          <p:cNvGrpSpPr/>
          <p:nvPr/>
        </p:nvGrpSpPr>
        <p:grpSpPr>
          <a:xfrm flipH="1">
            <a:off x="4066704" y="3324200"/>
            <a:ext cx="3447300" cy="962400"/>
            <a:chOff x="4924175" y="3441525"/>
            <a:chExt cx="3447300" cy="962400"/>
          </a:xfrm>
        </p:grpSpPr>
        <p:sp>
          <p:nvSpPr>
            <p:cNvPr id="459" name="Google Shape;459;p53"/>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3"/>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 name="Google Shape;461;p53"/>
          <p:cNvGrpSpPr/>
          <p:nvPr/>
        </p:nvGrpSpPr>
        <p:grpSpPr>
          <a:xfrm flipH="1">
            <a:off x="839620" y="2361876"/>
            <a:ext cx="1864833" cy="1637043"/>
            <a:chOff x="1054812" y="1029590"/>
            <a:chExt cx="3436214" cy="3912627"/>
          </a:xfrm>
        </p:grpSpPr>
        <p:sp>
          <p:nvSpPr>
            <p:cNvPr id="462" name="Google Shape;462;p53"/>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3"/>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4" name="Google Shape;464;p53"/>
          <p:cNvSpPr txBox="1"/>
          <p:nvPr>
            <p:ph type="title"/>
          </p:nvPr>
        </p:nvSpPr>
        <p:spPr>
          <a:xfrm>
            <a:off x="3030250" y="1291525"/>
            <a:ext cx="4711500" cy="203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Concept of Memory</a:t>
            </a:r>
            <a:endParaRPr sz="5500"/>
          </a:p>
        </p:txBody>
      </p:sp>
      <p:sp>
        <p:nvSpPr>
          <p:cNvPr id="465" name="Google Shape;465;p53"/>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Stored Data</a:t>
            </a:r>
            <a:endParaRPr/>
          </a:p>
        </p:txBody>
      </p:sp>
      <p:sp>
        <p:nvSpPr>
          <p:cNvPr id="466" name="Google Shape;466;p53"/>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467" name="Google Shape;467;p53"/>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468" name="Google Shape;468;p53"/>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469" name="Google Shape;469;p53"/>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470" name="Google Shape;470;p53"/>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What is Memory?</a:t>
            </a:r>
            <a:endParaRPr/>
          </a:p>
        </p:txBody>
      </p:sp>
      <p:sp>
        <p:nvSpPr>
          <p:cNvPr id="476" name="Google Shape;476;p54"/>
          <p:cNvSpPr txBox="1"/>
          <p:nvPr>
            <p:ph idx="1" type="body"/>
          </p:nvPr>
        </p:nvSpPr>
        <p:spPr>
          <a:xfrm>
            <a:off x="720000" y="1002575"/>
            <a:ext cx="7704000" cy="14481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The part of a computer that provides temporary storage for data and instructions that the CPU needs to access quickly.</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Memory is necessary for computers to load the operating system, perform all functions, and run computer processes.</a:t>
            </a:r>
            <a:endParaRPr sz="1000"/>
          </a:p>
        </p:txBody>
      </p:sp>
      <p:pic>
        <p:nvPicPr>
          <p:cNvPr id="477" name="Google Shape;477;p54"/>
          <p:cNvPicPr preferRelativeResize="0"/>
          <p:nvPr/>
        </p:nvPicPr>
        <p:blipFill>
          <a:blip r:embed="rId3">
            <a:alphaModFix/>
          </a:blip>
          <a:stretch>
            <a:fillRect/>
          </a:stretch>
        </p:blipFill>
        <p:spPr>
          <a:xfrm>
            <a:off x="4901003" y="2450575"/>
            <a:ext cx="2885922" cy="1923948"/>
          </a:xfrm>
          <a:prstGeom prst="rect">
            <a:avLst/>
          </a:prstGeom>
          <a:noFill/>
          <a:ln>
            <a:noFill/>
          </a:ln>
        </p:spPr>
      </p:pic>
      <p:pic>
        <p:nvPicPr>
          <p:cNvPr id="478" name="Google Shape;478;p54"/>
          <p:cNvPicPr preferRelativeResize="0"/>
          <p:nvPr/>
        </p:nvPicPr>
        <p:blipFill>
          <a:blip r:embed="rId4">
            <a:alphaModFix/>
          </a:blip>
          <a:stretch>
            <a:fillRect/>
          </a:stretch>
        </p:blipFill>
        <p:spPr>
          <a:xfrm>
            <a:off x="1357075" y="2450575"/>
            <a:ext cx="3423332" cy="19239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5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How is Memory Stored?</a:t>
            </a:r>
            <a:endParaRPr/>
          </a:p>
        </p:txBody>
      </p:sp>
      <p:sp>
        <p:nvSpPr>
          <p:cNvPr id="484" name="Google Shape;484;p55"/>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Bit Registers</a:t>
            </a:r>
            <a:endParaRPr sz="1000"/>
          </a:p>
          <a:p>
            <a:pPr indent="0" lvl="0" marL="0" rtl="0" algn="l">
              <a:lnSpc>
                <a:spcPct val="90000"/>
              </a:lnSpc>
              <a:spcBef>
                <a:spcPts val="600"/>
              </a:spcBef>
              <a:spcAft>
                <a:spcPts val="0"/>
              </a:spcAft>
              <a:buNone/>
            </a:pPr>
            <a:r>
              <a:rPr lang="en" sz="1000"/>
              <a:t>	Small, very fast storage location inside a CPU. It is made of flip-flops, each of which can hold 1 bit of information (a 0 or a 1)</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Clock inputs determine the state of the register, such as when it is time to store data or send/release data.</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Multi-Bit Registers</a:t>
            </a:r>
            <a:endParaRPr sz="1000"/>
          </a:p>
          <a:p>
            <a:pPr indent="0" lvl="0" marL="0" rtl="0" algn="l">
              <a:lnSpc>
                <a:spcPct val="90000"/>
              </a:lnSpc>
              <a:spcBef>
                <a:spcPts val="600"/>
              </a:spcBef>
              <a:spcAft>
                <a:spcPts val="0"/>
              </a:spcAft>
              <a:buNone/>
            </a:pPr>
            <a:r>
              <a:rPr lang="en" sz="1000"/>
              <a:t>	Combined, these registers can store binary code, which allows devices to send more intricate signals during communication.</a:t>
            </a:r>
            <a:endParaRPr sz="1000"/>
          </a:p>
        </p:txBody>
      </p:sp>
      <p:pic>
        <p:nvPicPr>
          <p:cNvPr id="485" name="Google Shape;485;p55"/>
          <p:cNvPicPr preferRelativeResize="0"/>
          <p:nvPr/>
        </p:nvPicPr>
        <p:blipFill>
          <a:blip r:embed="rId3">
            <a:alphaModFix/>
          </a:blip>
          <a:stretch>
            <a:fillRect/>
          </a:stretch>
        </p:blipFill>
        <p:spPr>
          <a:xfrm>
            <a:off x="5960475" y="2989888"/>
            <a:ext cx="2381250" cy="1323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5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Types of Memory Storage</a:t>
            </a:r>
            <a:endParaRPr b="1" sz="2400">
              <a:solidFill>
                <a:schemeClr val="lt2"/>
              </a:solidFill>
            </a:endParaRPr>
          </a:p>
        </p:txBody>
      </p:sp>
      <p:sp>
        <p:nvSpPr>
          <p:cNvPr id="491" name="Google Shape;491;p56"/>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Primary - faster memory recall, but much lower in capacity</a:t>
            </a:r>
            <a:endParaRPr sz="1000"/>
          </a:p>
          <a:p>
            <a:pPr indent="-292100" lvl="0" marL="457200" rtl="0" algn="l">
              <a:lnSpc>
                <a:spcPct val="90000"/>
              </a:lnSpc>
              <a:spcBef>
                <a:spcPts val="600"/>
              </a:spcBef>
              <a:spcAft>
                <a:spcPts val="0"/>
              </a:spcAft>
              <a:buSzPts val="1000"/>
              <a:buChar char="-"/>
            </a:pPr>
            <a:r>
              <a:rPr lang="en" sz="1000"/>
              <a:t>Random Access Memory (RAM)</a:t>
            </a:r>
            <a:endParaRPr sz="1000"/>
          </a:p>
          <a:p>
            <a:pPr indent="-292100" lvl="1" marL="914400" rtl="0" algn="l">
              <a:lnSpc>
                <a:spcPct val="90000"/>
              </a:lnSpc>
              <a:spcBef>
                <a:spcPts val="0"/>
              </a:spcBef>
              <a:spcAft>
                <a:spcPts val="0"/>
              </a:spcAft>
              <a:buSzPts val="1000"/>
              <a:buChar char="-"/>
            </a:pPr>
            <a:r>
              <a:rPr lang="en" sz="1000"/>
              <a:t>Temporarily holds data and instructions that the CPU is currently using</a:t>
            </a:r>
            <a:endParaRPr sz="1000"/>
          </a:p>
          <a:p>
            <a:pPr indent="-292100" lvl="1" marL="914400" rtl="0" algn="l">
              <a:lnSpc>
                <a:spcPct val="90000"/>
              </a:lnSpc>
              <a:spcBef>
                <a:spcPts val="0"/>
              </a:spcBef>
              <a:spcAft>
                <a:spcPts val="0"/>
              </a:spcAft>
              <a:buSzPts val="1000"/>
              <a:buChar char="-"/>
            </a:pPr>
            <a:r>
              <a:rPr lang="en" sz="1000"/>
              <a:t>Volatile memory (loses data when power is off)</a:t>
            </a:r>
            <a:endParaRPr sz="1000"/>
          </a:p>
          <a:p>
            <a:pPr indent="-292100" lvl="0" marL="457200" rtl="0" algn="l">
              <a:lnSpc>
                <a:spcPct val="90000"/>
              </a:lnSpc>
              <a:spcBef>
                <a:spcPts val="0"/>
              </a:spcBef>
              <a:spcAft>
                <a:spcPts val="0"/>
              </a:spcAft>
              <a:buSzPts val="1000"/>
              <a:buChar char="-"/>
            </a:pPr>
            <a:r>
              <a:rPr lang="en" sz="1000"/>
              <a:t>Read-Only Memory (ROM)</a:t>
            </a:r>
            <a:endParaRPr sz="1000"/>
          </a:p>
          <a:p>
            <a:pPr indent="-292100" lvl="1" marL="914400" rtl="0" algn="l">
              <a:lnSpc>
                <a:spcPct val="90000"/>
              </a:lnSpc>
              <a:spcBef>
                <a:spcPts val="0"/>
              </a:spcBef>
              <a:spcAft>
                <a:spcPts val="0"/>
              </a:spcAft>
              <a:buSzPts val="1000"/>
              <a:buChar char="-"/>
            </a:pPr>
            <a:r>
              <a:rPr lang="en" sz="1000"/>
              <a:t>Stores permanent instructions needed to start the computer</a:t>
            </a:r>
            <a:endParaRPr sz="1000"/>
          </a:p>
          <a:p>
            <a:pPr indent="-292100" lvl="1" marL="914400" rtl="0" algn="l">
              <a:lnSpc>
                <a:spcPct val="90000"/>
              </a:lnSpc>
              <a:spcBef>
                <a:spcPts val="0"/>
              </a:spcBef>
              <a:spcAft>
                <a:spcPts val="0"/>
              </a:spcAft>
              <a:buSzPts val="1000"/>
              <a:buChar char="-"/>
            </a:pPr>
            <a:r>
              <a:rPr lang="en" sz="1000"/>
              <a:t>Non-volatile memory (does not lose data when power is off)</a:t>
            </a:r>
            <a:endParaRPr sz="1000"/>
          </a:p>
          <a:p>
            <a:pPr indent="0" lvl="0" marL="0" rtl="0" algn="l">
              <a:lnSpc>
                <a:spcPct val="90000"/>
              </a:lnSpc>
              <a:spcBef>
                <a:spcPts val="1200"/>
              </a:spcBef>
              <a:spcAft>
                <a:spcPts val="0"/>
              </a:spcAft>
              <a:buNone/>
            </a:pPr>
            <a:r>
              <a:rPr lang="en" sz="1000"/>
              <a:t>Secondary - slower than primary, but much larger in capacity</a:t>
            </a:r>
            <a:endParaRPr sz="1000"/>
          </a:p>
          <a:p>
            <a:pPr indent="-292100" lvl="0" marL="457200" rtl="0" algn="l">
              <a:lnSpc>
                <a:spcPct val="90000"/>
              </a:lnSpc>
              <a:spcBef>
                <a:spcPts val="600"/>
              </a:spcBef>
              <a:spcAft>
                <a:spcPts val="0"/>
              </a:spcAft>
              <a:buSzPts val="1000"/>
              <a:buChar char="-"/>
            </a:pPr>
            <a:r>
              <a:rPr lang="en" sz="1000"/>
              <a:t>Hard Drive (HDD)</a:t>
            </a:r>
            <a:endParaRPr sz="1000"/>
          </a:p>
          <a:p>
            <a:pPr indent="-292100" lvl="0" marL="457200" rtl="0" algn="l">
              <a:lnSpc>
                <a:spcPct val="90000"/>
              </a:lnSpc>
              <a:spcBef>
                <a:spcPts val="0"/>
              </a:spcBef>
              <a:spcAft>
                <a:spcPts val="0"/>
              </a:spcAft>
              <a:buSzPts val="1000"/>
              <a:buChar char="-"/>
            </a:pPr>
            <a:r>
              <a:rPr lang="en" sz="1000"/>
              <a:t>Solid-State Drive (SSD)</a:t>
            </a:r>
            <a:endParaRPr sz="1000"/>
          </a:p>
          <a:p>
            <a:pPr indent="-292100" lvl="0" marL="457200" rtl="0" algn="l">
              <a:lnSpc>
                <a:spcPct val="90000"/>
              </a:lnSpc>
              <a:spcBef>
                <a:spcPts val="0"/>
              </a:spcBef>
              <a:spcAft>
                <a:spcPts val="0"/>
              </a:spcAft>
              <a:buSzPts val="1000"/>
              <a:buChar char="-"/>
            </a:pPr>
            <a:r>
              <a:rPr lang="en" sz="1000"/>
              <a:t>Universal Serial Bus (USB) Flash Drive</a:t>
            </a:r>
            <a:endParaRPr sz="1000"/>
          </a:p>
          <a:p>
            <a:pPr indent="-292100" lvl="0" marL="457200" rtl="0" algn="l">
              <a:lnSpc>
                <a:spcPct val="90000"/>
              </a:lnSpc>
              <a:spcBef>
                <a:spcPts val="0"/>
              </a:spcBef>
              <a:spcAft>
                <a:spcPts val="0"/>
              </a:spcAft>
              <a:buSzPts val="1000"/>
              <a:buChar char="-"/>
            </a:pPr>
            <a:r>
              <a:rPr lang="en" sz="1000"/>
              <a:t>Compact Disc (CD)</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Two other types of memory we will cover: Cache &amp; Virtual</a:t>
            </a:r>
            <a:endParaRPr sz="1000"/>
          </a:p>
        </p:txBody>
      </p:sp>
      <p:pic>
        <p:nvPicPr>
          <p:cNvPr id="492" name="Google Shape;492;p56"/>
          <p:cNvPicPr preferRelativeResize="0"/>
          <p:nvPr/>
        </p:nvPicPr>
        <p:blipFill rotWithShape="1">
          <a:blip r:embed="rId3">
            <a:alphaModFix/>
          </a:blip>
          <a:srcRect b="10478" l="13523" r="6317" t="22610"/>
          <a:stretch/>
        </p:blipFill>
        <p:spPr>
          <a:xfrm>
            <a:off x="5600700" y="2527625"/>
            <a:ext cx="3145650" cy="2043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grpSp>
        <p:nvGrpSpPr>
          <p:cNvPr id="497" name="Google Shape;497;p57"/>
          <p:cNvGrpSpPr/>
          <p:nvPr/>
        </p:nvGrpSpPr>
        <p:grpSpPr>
          <a:xfrm flipH="1">
            <a:off x="1837996" y="726625"/>
            <a:ext cx="6578100" cy="3438300"/>
            <a:chOff x="772525" y="726625"/>
            <a:chExt cx="6578100" cy="3438300"/>
          </a:xfrm>
        </p:grpSpPr>
        <p:sp>
          <p:nvSpPr>
            <p:cNvPr id="498" name="Google Shape;498;p57"/>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7"/>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 name="Google Shape;500;p57"/>
          <p:cNvGrpSpPr/>
          <p:nvPr/>
        </p:nvGrpSpPr>
        <p:grpSpPr>
          <a:xfrm flipH="1">
            <a:off x="4066704" y="3324200"/>
            <a:ext cx="3447300" cy="962400"/>
            <a:chOff x="4924175" y="3441525"/>
            <a:chExt cx="3447300" cy="962400"/>
          </a:xfrm>
        </p:grpSpPr>
        <p:sp>
          <p:nvSpPr>
            <p:cNvPr id="501" name="Google Shape;501;p57"/>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7"/>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 name="Google Shape;503;p57"/>
          <p:cNvGrpSpPr/>
          <p:nvPr/>
        </p:nvGrpSpPr>
        <p:grpSpPr>
          <a:xfrm flipH="1">
            <a:off x="839620" y="2361876"/>
            <a:ext cx="1864833" cy="1637043"/>
            <a:chOff x="1054812" y="1029590"/>
            <a:chExt cx="3436214" cy="3912627"/>
          </a:xfrm>
        </p:grpSpPr>
        <p:sp>
          <p:nvSpPr>
            <p:cNvPr id="504" name="Google Shape;504;p57"/>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57"/>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6" name="Google Shape;506;p57"/>
          <p:cNvSpPr txBox="1"/>
          <p:nvPr>
            <p:ph type="title"/>
          </p:nvPr>
        </p:nvSpPr>
        <p:spPr>
          <a:xfrm>
            <a:off x="3030250" y="1291525"/>
            <a:ext cx="4812900" cy="119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Segmentation</a:t>
            </a:r>
            <a:endParaRPr sz="5500"/>
          </a:p>
        </p:txBody>
      </p:sp>
      <p:sp>
        <p:nvSpPr>
          <p:cNvPr id="507" name="Google Shape;507;p57"/>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Memory Management Schemes</a:t>
            </a:r>
            <a:endParaRPr/>
          </a:p>
        </p:txBody>
      </p:sp>
      <p:sp>
        <p:nvSpPr>
          <p:cNvPr id="508" name="Google Shape;508;p57"/>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509" name="Google Shape;509;p57"/>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510" name="Google Shape;510;p57"/>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511" name="Google Shape;511;p57"/>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512" name="Google Shape;512;p57"/>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58"/>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What is Segmentation?</a:t>
            </a:r>
            <a:endParaRPr b="1" sz="2400">
              <a:solidFill>
                <a:schemeClr val="lt2"/>
              </a:solidFill>
            </a:endParaRPr>
          </a:p>
        </p:txBody>
      </p:sp>
      <p:sp>
        <p:nvSpPr>
          <p:cNvPr id="518" name="Google Shape;518;p58"/>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 memory management scheme where a process’s memory is divided into variable-sized segments.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Each segment is defined by a base address (beginning of segment) and a size (limit of segment).</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Virtual Address = A segment number (id of segment you want to access) + offset (where in the segment we want to access)</a:t>
            </a:r>
            <a:endParaRPr sz="1000"/>
          </a:p>
        </p:txBody>
      </p:sp>
      <p:pic>
        <p:nvPicPr>
          <p:cNvPr id="519" name="Google Shape;519;p58"/>
          <p:cNvPicPr preferRelativeResize="0"/>
          <p:nvPr/>
        </p:nvPicPr>
        <p:blipFill rotWithShape="1">
          <a:blip r:embed="rId3">
            <a:alphaModFix/>
          </a:blip>
          <a:srcRect b="3319" l="0" r="0" t="3986"/>
          <a:stretch/>
        </p:blipFill>
        <p:spPr>
          <a:xfrm>
            <a:off x="5639900" y="2332200"/>
            <a:ext cx="2976950" cy="2057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Types of Segmentation</a:t>
            </a:r>
            <a:endParaRPr b="1" sz="2400">
              <a:solidFill>
                <a:schemeClr val="lt2"/>
              </a:solidFill>
            </a:endParaRPr>
          </a:p>
        </p:txBody>
      </p:sp>
      <p:sp>
        <p:nvSpPr>
          <p:cNvPr id="525" name="Google Shape;525;p59"/>
          <p:cNvSpPr txBox="1"/>
          <p:nvPr>
            <p:ph idx="1" type="body"/>
          </p:nvPr>
        </p:nvSpPr>
        <p:spPr>
          <a:xfrm>
            <a:off x="720000" y="1002575"/>
            <a:ext cx="4920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Code - Executable instructions of a program</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Data - Global and static variables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Heap - Used for dynamically allocated memory (grows upward)</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Stack - Used for function call management such as local variables, return addresses, and function parameters (grows downward)</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p:txBody>
      </p:sp>
      <p:pic>
        <p:nvPicPr>
          <p:cNvPr id="526" name="Google Shape;526;p59"/>
          <p:cNvPicPr preferRelativeResize="0"/>
          <p:nvPr/>
        </p:nvPicPr>
        <p:blipFill>
          <a:blip r:embed="rId3">
            <a:alphaModFix/>
          </a:blip>
          <a:stretch>
            <a:fillRect/>
          </a:stretch>
        </p:blipFill>
        <p:spPr>
          <a:xfrm>
            <a:off x="6851400" y="1002575"/>
            <a:ext cx="1449715" cy="3334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How Does Segmentation Work?</a:t>
            </a:r>
            <a:endParaRPr b="1" sz="2400">
              <a:solidFill>
                <a:schemeClr val="lt2"/>
              </a:solidFill>
            </a:endParaRPr>
          </a:p>
        </p:txBody>
      </p:sp>
      <p:sp>
        <p:nvSpPr>
          <p:cNvPr id="532" name="Google Shape;532;p60"/>
          <p:cNvSpPr txBox="1"/>
          <p:nvPr>
            <p:ph idx="1" type="body"/>
          </p:nvPr>
        </p:nvSpPr>
        <p:spPr>
          <a:xfrm>
            <a:off x="720000" y="1002575"/>
            <a:ext cx="4920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Segments are separated in a segment table. The segment table maps virtual segment to their corresponding physical segment</a:t>
            </a:r>
            <a:r>
              <a:rPr lang="en" sz="1000"/>
              <a:t>.</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Steps:</a:t>
            </a:r>
            <a:endParaRPr sz="1000"/>
          </a:p>
          <a:p>
            <a:pPr indent="-292100" lvl="0" marL="457200" rtl="0" algn="l">
              <a:lnSpc>
                <a:spcPct val="90000"/>
              </a:lnSpc>
              <a:spcBef>
                <a:spcPts val="600"/>
              </a:spcBef>
              <a:spcAft>
                <a:spcPts val="0"/>
              </a:spcAft>
              <a:buSzPts val="1000"/>
              <a:buAutoNum type="arabicPeriod"/>
            </a:pPr>
            <a:r>
              <a:rPr lang="en" sz="1000"/>
              <a:t>MMU uses segment table to look up base address and size of physical segment desired</a:t>
            </a:r>
            <a:endParaRPr sz="1000"/>
          </a:p>
          <a:p>
            <a:pPr indent="-292100" lvl="0" marL="457200" rtl="0" algn="l">
              <a:lnSpc>
                <a:spcPct val="90000"/>
              </a:lnSpc>
              <a:spcBef>
                <a:spcPts val="0"/>
              </a:spcBef>
              <a:spcAft>
                <a:spcPts val="0"/>
              </a:spcAft>
              <a:buSzPts val="1000"/>
              <a:buAutoNum type="arabicPeriod"/>
            </a:pPr>
            <a:r>
              <a:rPr lang="en" sz="1000"/>
              <a:t>MMU checks whether offset is within the segment’s limit </a:t>
            </a:r>
            <a:endParaRPr sz="1000"/>
          </a:p>
          <a:p>
            <a:pPr indent="0" lvl="0" marL="0" rtl="0" algn="l">
              <a:lnSpc>
                <a:spcPct val="90000"/>
              </a:lnSpc>
              <a:spcBef>
                <a:spcPts val="600"/>
              </a:spcBef>
              <a:spcAft>
                <a:spcPts val="0"/>
              </a:spcAft>
              <a:buNone/>
            </a:pPr>
            <a:r>
              <a:rPr lang="en" sz="1000"/>
              <a:t>If Valid:</a:t>
            </a:r>
            <a:endParaRPr sz="1000"/>
          </a:p>
          <a:p>
            <a:pPr indent="457200" lvl="0" marL="0" rtl="0" algn="l">
              <a:lnSpc>
                <a:spcPct val="90000"/>
              </a:lnSpc>
              <a:spcBef>
                <a:spcPts val="600"/>
              </a:spcBef>
              <a:spcAft>
                <a:spcPts val="0"/>
              </a:spcAft>
              <a:buNone/>
            </a:pPr>
            <a:r>
              <a:rPr lang="en" sz="1000"/>
              <a:t>Physical Address = Base Address + Offset</a:t>
            </a:r>
            <a:endParaRPr sz="1000"/>
          </a:p>
          <a:p>
            <a:pPr indent="0" lvl="0" marL="0" rtl="0" algn="l">
              <a:lnSpc>
                <a:spcPct val="90000"/>
              </a:lnSpc>
              <a:spcBef>
                <a:spcPts val="600"/>
              </a:spcBef>
              <a:spcAft>
                <a:spcPts val="0"/>
              </a:spcAft>
              <a:buNone/>
            </a:pPr>
            <a:r>
              <a:rPr lang="en" sz="1000"/>
              <a:t>If Not Valid:</a:t>
            </a:r>
            <a:endParaRPr sz="1000"/>
          </a:p>
          <a:p>
            <a:pPr indent="457200" lvl="0" marL="0" rtl="0" algn="l">
              <a:lnSpc>
                <a:spcPct val="90000"/>
              </a:lnSpc>
              <a:spcBef>
                <a:spcPts val="600"/>
              </a:spcBef>
              <a:spcAft>
                <a:spcPts val="0"/>
              </a:spcAft>
              <a:buNone/>
            </a:pPr>
            <a:r>
              <a:rPr lang="en" sz="1000"/>
              <a:t>Segmentation </a:t>
            </a:r>
            <a:r>
              <a:rPr lang="en" sz="1000"/>
              <a:t>F</a:t>
            </a:r>
            <a:r>
              <a:rPr lang="en" sz="1000"/>
              <a:t>ault </a:t>
            </a:r>
            <a:r>
              <a:rPr lang="en" sz="1000"/>
              <a:t>O</a:t>
            </a:r>
            <a:r>
              <a:rPr lang="en" sz="1000"/>
              <a:t>ccurs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MMU</a:t>
            </a:r>
            <a:r>
              <a:rPr baseline="30000" lang="en" sz="1000"/>
              <a:t>*</a:t>
            </a:r>
            <a:r>
              <a:rPr lang="en" sz="1000"/>
              <a:t> - Memory Management Unit</a:t>
            </a:r>
            <a:endParaRPr sz="1000"/>
          </a:p>
          <a:p>
            <a:pPr indent="-292100" lvl="0" marL="457200" rtl="0" algn="l">
              <a:lnSpc>
                <a:spcPct val="90000"/>
              </a:lnSpc>
              <a:spcBef>
                <a:spcPts val="600"/>
              </a:spcBef>
              <a:spcAft>
                <a:spcPts val="0"/>
              </a:spcAft>
              <a:buSzPts val="1000"/>
              <a:buChar char="-"/>
            </a:pPr>
            <a:r>
              <a:rPr lang="en" sz="1000"/>
              <a:t>Links virtual VM addresses to physical RAM addresses</a:t>
            </a:r>
            <a:endParaRPr sz="1000"/>
          </a:p>
          <a:p>
            <a:pPr indent="-292100" lvl="0" marL="457200" rtl="0" algn="l">
              <a:lnSpc>
                <a:spcPct val="90000"/>
              </a:lnSpc>
              <a:spcBef>
                <a:spcPts val="0"/>
              </a:spcBef>
              <a:spcAft>
                <a:spcPts val="0"/>
              </a:spcAft>
              <a:buSzPts val="1000"/>
              <a:buChar char="-"/>
            </a:pPr>
            <a:r>
              <a:rPr lang="en" sz="1000"/>
              <a:t>More to be said later on!</a:t>
            </a:r>
            <a:endParaRPr sz="1000"/>
          </a:p>
        </p:txBody>
      </p:sp>
      <p:sp>
        <p:nvSpPr>
          <p:cNvPr id="533" name="Google Shape;533;p60"/>
          <p:cNvSpPr txBox="1"/>
          <p:nvPr>
            <p:ph idx="1" type="body"/>
          </p:nvPr>
        </p:nvSpPr>
        <p:spPr>
          <a:xfrm>
            <a:off x="6316688" y="2311975"/>
            <a:ext cx="1598700" cy="293400"/>
          </a:xfrm>
          <a:prstGeom prst="rect">
            <a:avLst/>
          </a:prstGeom>
        </p:spPr>
        <p:txBody>
          <a:bodyPr anchorCtr="0" anchor="t" bIns="65200" lIns="65200" spcFirstLastPara="1" rIns="65200" wrap="square" tIns="65200">
            <a:noAutofit/>
          </a:bodyPr>
          <a:lstStyle/>
          <a:p>
            <a:pPr indent="0" lvl="0" marL="0" rtl="0" algn="ctr">
              <a:spcBef>
                <a:spcPts val="0"/>
              </a:spcBef>
              <a:spcAft>
                <a:spcPts val="0"/>
              </a:spcAft>
              <a:buNone/>
            </a:pPr>
            <a:r>
              <a:rPr lang="en">
                <a:solidFill>
                  <a:schemeClr val="lt2"/>
                </a:solidFill>
                <a:latin typeface="Quantico"/>
                <a:ea typeface="Quantico"/>
                <a:cs typeface="Quantico"/>
                <a:sym typeface="Quantico"/>
              </a:rPr>
              <a:t>Segment Table</a:t>
            </a:r>
            <a:endParaRPr sz="100">
              <a:solidFill>
                <a:schemeClr val="lt2"/>
              </a:solidFill>
            </a:endParaRPr>
          </a:p>
        </p:txBody>
      </p:sp>
      <p:pic>
        <p:nvPicPr>
          <p:cNvPr id="534" name="Google Shape;534;p60"/>
          <p:cNvPicPr preferRelativeResize="0"/>
          <p:nvPr/>
        </p:nvPicPr>
        <p:blipFill rotWithShape="1">
          <a:blip r:embed="rId3">
            <a:alphaModFix/>
          </a:blip>
          <a:srcRect b="0" l="0" r="0" t="3260"/>
          <a:stretch/>
        </p:blipFill>
        <p:spPr>
          <a:xfrm>
            <a:off x="5560821" y="2605370"/>
            <a:ext cx="3110425" cy="186660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Problems with Segmentation</a:t>
            </a:r>
            <a:endParaRPr b="1" sz="2400">
              <a:solidFill>
                <a:schemeClr val="lt2"/>
              </a:solidFill>
            </a:endParaRPr>
          </a:p>
        </p:txBody>
      </p:sp>
      <p:sp>
        <p:nvSpPr>
          <p:cNvPr id="540" name="Google Shape;540;p61"/>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External Fragmentation</a:t>
            </a:r>
            <a:endParaRPr sz="1000"/>
          </a:p>
          <a:p>
            <a:pPr indent="0" lvl="0" marL="0" rtl="0" algn="l">
              <a:lnSpc>
                <a:spcPct val="90000"/>
              </a:lnSpc>
              <a:spcBef>
                <a:spcPts val="600"/>
              </a:spcBef>
              <a:spcAft>
                <a:spcPts val="0"/>
              </a:spcAft>
              <a:buNone/>
            </a:pPr>
            <a:r>
              <a:rPr lang="en" sz="1000"/>
              <a:t>When free memory space is broken into small, non-contiguous blocks, there is not enough space for a large, contiguous block.</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Complex Allocation</a:t>
            </a:r>
            <a:endParaRPr sz="1000"/>
          </a:p>
          <a:p>
            <a:pPr indent="0" lvl="0" marL="0" rtl="0" algn="l">
              <a:lnSpc>
                <a:spcPct val="90000"/>
              </a:lnSpc>
              <a:spcBef>
                <a:spcPts val="600"/>
              </a:spcBef>
              <a:spcAft>
                <a:spcPts val="0"/>
              </a:spcAft>
              <a:buNone/>
            </a:pPr>
            <a:r>
              <a:rPr lang="en" sz="1000"/>
              <a:t>More complex logic is required because the OS has to search for contiguous blocks that are large enough to allocate in RAM, or the OS may even have to reorganize the entire RAM in order to create contiguous blocks of free space.</a:t>
            </a:r>
            <a:endParaRPr sz="1000"/>
          </a:p>
          <a:p>
            <a:pPr indent="0" lvl="0" marL="0" rtl="0" algn="l">
              <a:lnSpc>
                <a:spcPct val="90000"/>
              </a:lnSpc>
              <a:spcBef>
                <a:spcPts val="600"/>
              </a:spcBef>
              <a:spcAft>
                <a:spcPts val="0"/>
              </a:spcAft>
              <a:buNone/>
            </a:pPr>
            <a:r>
              <a:rPr lang="en" sz="1000"/>
              <a:t>Limited Growth Flexibility</a:t>
            </a:r>
            <a:endParaRPr sz="1000"/>
          </a:p>
          <a:p>
            <a:pPr indent="0" lvl="0" marL="0" rtl="0" algn="l">
              <a:lnSpc>
                <a:spcPct val="90000"/>
              </a:lnSpc>
              <a:spcBef>
                <a:spcPts val="600"/>
              </a:spcBef>
              <a:spcAft>
                <a:spcPts val="0"/>
              </a:spcAft>
              <a:buNone/>
            </a:pPr>
            <a:r>
              <a:rPr lang="en" sz="1000"/>
              <a:t>Even though segments can grow through the stack or heap, it won’t even matter if there isn’t enough space for the segment to expand.</a:t>
            </a:r>
            <a:endParaRPr sz="1000"/>
          </a:p>
          <a:p>
            <a:pPr indent="0" lvl="0" marL="0" rtl="0" algn="l">
              <a:lnSpc>
                <a:spcPct val="90000"/>
              </a:lnSpc>
              <a:spcBef>
                <a:spcPts val="600"/>
              </a:spcBef>
              <a:spcAft>
                <a:spcPts val="0"/>
              </a:spcAft>
              <a:buNone/>
            </a:pPr>
            <a:r>
              <a:rPr lang="en" sz="1000"/>
              <a:t>Disk Limitations</a:t>
            </a:r>
            <a:endParaRPr sz="1000"/>
          </a:p>
          <a:p>
            <a:pPr indent="0" lvl="0" marL="0" rtl="0" algn="l">
              <a:lnSpc>
                <a:spcPct val="90000"/>
              </a:lnSpc>
              <a:spcBef>
                <a:spcPts val="600"/>
              </a:spcBef>
              <a:spcAft>
                <a:spcPts val="0"/>
              </a:spcAft>
              <a:buNone/>
            </a:pPr>
            <a:r>
              <a:rPr lang="en" sz="1000"/>
              <a:t>Less suitable for utilizing disk storage since this too would be organized in segments and would end up having the same issues as the RAM.</a:t>
            </a:r>
            <a:endParaRPr sz="1000"/>
          </a:p>
          <a:p>
            <a:pPr indent="0" lvl="0" marL="0" rtl="0" algn="l">
              <a:lnSpc>
                <a:spcPct val="90000"/>
              </a:lnSpc>
              <a:spcBef>
                <a:spcPts val="600"/>
              </a:spcBef>
              <a:spcAft>
                <a:spcPts val="0"/>
              </a:spcAft>
              <a:buNone/>
            </a:pPr>
            <a:r>
              <a:t/>
            </a:r>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6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Memory Problem #1</a:t>
            </a:r>
            <a:endParaRPr b="1" sz="2400">
              <a:solidFill>
                <a:schemeClr val="lt2"/>
              </a:solidFill>
            </a:endParaRPr>
          </a:p>
        </p:txBody>
      </p:sp>
      <p:sp>
        <p:nvSpPr>
          <p:cNvPr id="546" name="Google Shape;546;p62"/>
          <p:cNvSpPr txBox="1"/>
          <p:nvPr>
            <p:ph idx="1" type="body"/>
          </p:nvPr>
        </p:nvSpPr>
        <p:spPr>
          <a:xfrm>
            <a:off x="720000" y="1002575"/>
            <a:ext cx="50766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Insufficient RAM Space</a:t>
            </a:r>
            <a:endParaRPr sz="1000"/>
          </a:p>
          <a:p>
            <a:pPr indent="-292100" lvl="0" marL="457200" rtl="0" algn="l">
              <a:lnSpc>
                <a:spcPct val="90000"/>
              </a:lnSpc>
              <a:spcBef>
                <a:spcPts val="600"/>
              </a:spcBef>
              <a:spcAft>
                <a:spcPts val="0"/>
              </a:spcAft>
              <a:buSzPts val="1000"/>
              <a:buChar char="-"/>
            </a:pPr>
            <a:r>
              <a:rPr lang="en" sz="1000"/>
              <a:t>Users always want more processes + Processes demand more resources from RAM = Never enough RAM</a:t>
            </a:r>
            <a:endParaRPr sz="1000"/>
          </a:p>
        </p:txBody>
      </p:sp>
      <p:pic>
        <p:nvPicPr>
          <p:cNvPr id="547" name="Google Shape;547;p62"/>
          <p:cNvPicPr preferRelativeResize="0"/>
          <p:nvPr/>
        </p:nvPicPr>
        <p:blipFill>
          <a:blip r:embed="rId3">
            <a:alphaModFix/>
          </a:blip>
          <a:stretch>
            <a:fillRect/>
          </a:stretch>
        </p:blipFill>
        <p:spPr>
          <a:xfrm>
            <a:off x="6008902" y="1152463"/>
            <a:ext cx="2647525" cy="335753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Memory Problem #2</a:t>
            </a:r>
            <a:endParaRPr b="1" sz="2400">
              <a:solidFill>
                <a:schemeClr val="lt2"/>
              </a:solidFill>
            </a:endParaRPr>
          </a:p>
        </p:txBody>
      </p:sp>
      <p:sp>
        <p:nvSpPr>
          <p:cNvPr id="553" name="Google Shape;553;p63"/>
          <p:cNvSpPr txBox="1"/>
          <p:nvPr>
            <p:ph idx="1" type="body"/>
          </p:nvPr>
        </p:nvSpPr>
        <p:spPr>
          <a:xfrm>
            <a:off x="720000" y="1002575"/>
            <a:ext cx="50766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Memory Fragmentation</a:t>
            </a:r>
            <a:endParaRPr sz="1000"/>
          </a:p>
          <a:p>
            <a:pPr indent="-292100" lvl="0" marL="457200" rtl="0" algn="l">
              <a:lnSpc>
                <a:spcPct val="90000"/>
              </a:lnSpc>
              <a:spcBef>
                <a:spcPts val="600"/>
              </a:spcBef>
              <a:spcAft>
                <a:spcPts val="0"/>
              </a:spcAft>
              <a:buSzPts val="1000"/>
              <a:buChar char="-"/>
            </a:pPr>
            <a:r>
              <a:rPr lang="en" sz="1000"/>
              <a:t>Internal Fragmentation: Allocated memory exceed needed memory; unused space</a:t>
            </a:r>
            <a:endParaRPr sz="1000"/>
          </a:p>
          <a:p>
            <a:pPr indent="-292100" lvl="0" marL="457200" rtl="0" algn="l">
              <a:lnSpc>
                <a:spcPct val="90000"/>
              </a:lnSpc>
              <a:spcBef>
                <a:spcPts val="0"/>
              </a:spcBef>
              <a:spcAft>
                <a:spcPts val="0"/>
              </a:spcAft>
              <a:buSzPts val="1000"/>
              <a:buChar char="-"/>
            </a:pPr>
            <a:r>
              <a:rPr lang="en" sz="1000"/>
              <a:t>External Fragmentation: Free memory is not continuous, but scattered across different bits; Large allocations cannot fit in small space or divide among scattered bits</a:t>
            </a:r>
            <a:endParaRPr sz="1000"/>
          </a:p>
        </p:txBody>
      </p:sp>
      <p:pic>
        <p:nvPicPr>
          <p:cNvPr id="554" name="Google Shape;554;p63"/>
          <p:cNvPicPr preferRelativeResize="0"/>
          <p:nvPr/>
        </p:nvPicPr>
        <p:blipFill>
          <a:blip r:embed="rId3">
            <a:alphaModFix/>
          </a:blip>
          <a:stretch>
            <a:fillRect/>
          </a:stretch>
        </p:blipFill>
        <p:spPr>
          <a:xfrm>
            <a:off x="3756750" y="2696825"/>
            <a:ext cx="4667250" cy="1562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6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Memory Problem #3</a:t>
            </a:r>
            <a:endParaRPr b="1" sz="2400">
              <a:solidFill>
                <a:schemeClr val="lt2"/>
              </a:solidFill>
            </a:endParaRPr>
          </a:p>
        </p:txBody>
      </p:sp>
      <p:sp>
        <p:nvSpPr>
          <p:cNvPr id="560" name="Google Shape;560;p64"/>
          <p:cNvSpPr txBox="1"/>
          <p:nvPr>
            <p:ph idx="1" type="body"/>
          </p:nvPr>
        </p:nvSpPr>
        <p:spPr>
          <a:xfrm>
            <a:off x="720000" y="1002575"/>
            <a:ext cx="50766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Process Security</a:t>
            </a:r>
            <a:endParaRPr sz="1000"/>
          </a:p>
          <a:p>
            <a:pPr indent="-292100" lvl="0" marL="457200" rtl="0" algn="l">
              <a:lnSpc>
                <a:spcPct val="90000"/>
              </a:lnSpc>
              <a:spcBef>
                <a:spcPts val="600"/>
              </a:spcBef>
              <a:spcAft>
                <a:spcPts val="0"/>
              </a:spcAft>
              <a:buSzPts val="1000"/>
              <a:buChar char="-"/>
            </a:pPr>
            <a:r>
              <a:rPr lang="en" sz="1000"/>
              <a:t>Different processes access the same address register, corrupting one another’s data</a:t>
            </a:r>
            <a:endParaRPr sz="1000"/>
          </a:p>
        </p:txBody>
      </p:sp>
      <p:pic>
        <p:nvPicPr>
          <p:cNvPr id="561" name="Google Shape;561;p64"/>
          <p:cNvPicPr preferRelativeResize="0"/>
          <p:nvPr/>
        </p:nvPicPr>
        <p:blipFill>
          <a:blip r:embed="rId3">
            <a:alphaModFix/>
          </a:blip>
          <a:stretch>
            <a:fillRect/>
          </a:stretch>
        </p:blipFill>
        <p:spPr>
          <a:xfrm>
            <a:off x="5338750" y="2020025"/>
            <a:ext cx="3253575" cy="2399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6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Solution</a:t>
            </a:r>
            <a:endParaRPr b="1" sz="2400">
              <a:solidFill>
                <a:schemeClr val="lt2"/>
              </a:solidFill>
            </a:endParaRPr>
          </a:p>
        </p:txBody>
      </p:sp>
      <p:sp>
        <p:nvSpPr>
          <p:cNvPr id="567" name="Google Shape;567;p65"/>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Virtual Memory</a:t>
            </a:r>
            <a:endParaRPr sz="1000"/>
          </a:p>
          <a:p>
            <a:pPr indent="-292100" lvl="0" marL="457200" rtl="0" algn="l">
              <a:lnSpc>
                <a:spcPct val="90000"/>
              </a:lnSpc>
              <a:spcBef>
                <a:spcPts val="600"/>
              </a:spcBef>
              <a:spcAft>
                <a:spcPts val="0"/>
              </a:spcAft>
              <a:buSzPts val="1000"/>
              <a:buChar char="-"/>
            </a:pPr>
            <a:r>
              <a:rPr lang="en" sz="1000"/>
              <a:t>A system that allows processes to behave as if they have a large, continuous block of memory, even if the actual physical memory is small or fragmented.</a:t>
            </a:r>
            <a:endParaRPr sz="1000"/>
          </a:p>
          <a:p>
            <a:pPr indent="0" lvl="0" marL="0" rtl="0" algn="l">
              <a:lnSpc>
                <a:spcPct val="90000"/>
              </a:lnSpc>
              <a:spcBef>
                <a:spcPts val="600"/>
              </a:spcBef>
              <a:spcAft>
                <a:spcPts val="0"/>
              </a:spcAft>
              <a:buNone/>
            </a:pPr>
            <a:r>
              <a:rPr lang="en" sz="1000"/>
              <a:t>Memory Protection</a:t>
            </a:r>
            <a:endParaRPr sz="1000"/>
          </a:p>
          <a:p>
            <a:pPr indent="-292100" lvl="0" marL="457200" rtl="0" algn="l">
              <a:lnSpc>
                <a:spcPct val="90000"/>
              </a:lnSpc>
              <a:spcBef>
                <a:spcPts val="600"/>
              </a:spcBef>
              <a:spcAft>
                <a:spcPts val="0"/>
              </a:spcAft>
              <a:buSzPts val="1000"/>
              <a:buChar char="-"/>
            </a:pPr>
            <a:r>
              <a:rPr lang="en" sz="1000"/>
              <a:t>Protection against corrupting and overwriting data</a:t>
            </a:r>
            <a:endParaRPr sz="1000"/>
          </a:p>
          <a:p>
            <a:pPr indent="-292100" lvl="0" marL="457200" rtl="0" algn="l">
              <a:lnSpc>
                <a:spcPct val="90000"/>
              </a:lnSpc>
              <a:spcBef>
                <a:spcPts val="0"/>
              </a:spcBef>
              <a:spcAft>
                <a:spcPts val="0"/>
              </a:spcAft>
              <a:buSzPts val="1000"/>
              <a:buChar char="-"/>
            </a:pPr>
            <a:r>
              <a:rPr lang="en" sz="1000"/>
              <a:t>Efficient </a:t>
            </a:r>
            <a:r>
              <a:rPr lang="en" sz="1000"/>
              <a:t>R</a:t>
            </a:r>
            <a:r>
              <a:rPr lang="en" sz="1000"/>
              <a:t>esource </a:t>
            </a:r>
            <a:r>
              <a:rPr lang="en" sz="1000"/>
              <a:t>S</a:t>
            </a:r>
            <a:r>
              <a:rPr lang="en" sz="1000"/>
              <a:t>haring</a:t>
            </a:r>
            <a:endParaRPr sz="1000"/>
          </a:p>
          <a:p>
            <a:pPr indent="-292100" lvl="0" marL="457200" rtl="0" algn="l">
              <a:lnSpc>
                <a:spcPct val="90000"/>
              </a:lnSpc>
              <a:spcBef>
                <a:spcPts val="0"/>
              </a:spcBef>
              <a:spcAft>
                <a:spcPts val="0"/>
              </a:spcAft>
              <a:buSzPts val="1000"/>
              <a:buChar char="-"/>
            </a:pPr>
            <a:r>
              <a:rPr lang="en" sz="1000"/>
              <a:t>Removal of scattered bits and optimizing of space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All of these techniques are handled by the Memory Management Unit (MMU). The operating system (OS) relies on the MMU to perform these actions so that the OS can translate virtual addresses into physical addresses for the computer’s hardware.</a:t>
            </a:r>
            <a:endParaRPr sz="1000"/>
          </a:p>
          <a:p>
            <a:pPr indent="0" lvl="0" marL="0" rtl="0" algn="l">
              <a:lnSpc>
                <a:spcPct val="90000"/>
              </a:lnSpc>
              <a:spcBef>
                <a:spcPts val="600"/>
              </a:spcBef>
              <a:spcAft>
                <a:spcPts val="0"/>
              </a:spcAft>
              <a:buNone/>
            </a:pPr>
            <a:r>
              <a:t/>
            </a:r>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grpSp>
        <p:nvGrpSpPr>
          <p:cNvPr id="572" name="Google Shape;572;p66"/>
          <p:cNvGrpSpPr/>
          <p:nvPr/>
        </p:nvGrpSpPr>
        <p:grpSpPr>
          <a:xfrm flipH="1">
            <a:off x="1837996" y="726625"/>
            <a:ext cx="6578100" cy="3438300"/>
            <a:chOff x="772525" y="726625"/>
            <a:chExt cx="6578100" cy="3438300"/>
          </a:xfrm>
        </p:grpSpPr>
        <p:sp>
          <p:nvSpPr>
            <p:cNvPr id="573" name="Google Shape;573;p66"/>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66"/>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66"/>
          <p:cNvGrpSpPr/>
          <p:nvPr/>
        </p:nvGrpSpPr>
        <p:grpSpPr>
          <a:xfrm flipH="1">
            <a:off x="4066704" y="3324200"/>
            <a:ext cx="3447300" cy="962400"/>
            <a:chOff x="4924175" y="3441525"/>
            <a:chExt cx="3447300" cy="962400"/>
          </a:xfrm>
        </p:grpSpPr>
        <p:sp>
          <p:nvSpPr>
            <p:cNvPr id="576" name="Google Shape;576;p66"/>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6"/>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 name="Google Shape;578;p66"/>
          <p:cNvGrpSpPr/>
          <p:nvPr/>
        </p:nvGrpSpPr>
        <p:grpSpPr>
          <a:xfrm flipH="1">
            <a:off x="839620" y="2361876"/>
            <a:ext cx="1864833" cy="1637043"/>
            <a:chOff x="1054812" y="1029590"/>
            <a:chExt cx="3436214" cy="3912627"/>
          </a:xfrm>
        </p:grpSpPr>
        <p:sp>
          <p:nvSpPr>
            <p:cNvPr id="579" name="Google Shape;579;p66"/>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6"/>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1" name="Google Shape;581;p66"/>
          <p:cNvSpPr txBox="1"/>
          <p:nvPr>
            <p:ph type="title"/>
          </p:nvPr>
        </p:nvSpPr>
        <p:spPr>
          <a:xfrm>
            <a:off x="3030250" y="1846675"/>
            <a:ext cx="4812900" cy="119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Memory Virtualization</a:t>
            </a:r>
            <a:endParaRPr sz="5500"/>
          </a:p>
        </p:txBody>
      </p:sp>
      <p:sp>
        <p:nvSpPr>
          <p:cNvPr id="582" name="Google Shape;582;p66"/>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The Concept</a:t>
            </a:r>
            <a:endParaRPr/>
          </a:p>
        </p:txBody>
      </p:sp>
      <p:sp>
        <p:nvSpPr>
          <p:cNvPr id="583" name="Google Shape;583;p66"/>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584" name="Google Shape;584;p66"/>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585" name="Google Shape;585;p66"/>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586" name="Google Shape;586;p66"/>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587" name="Google Shape;587;p66"/>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What is a Memory Management Unit (MMU)?</a:t>
            </a:r>
            <a:endParaRPr b="1" sz="2400">
              <a:solidFill>
                <a:schemeClr val="lt2"/>
              </a:solidFill>
            </a:endParaRPr>
          </a:p>
        </p:txBody>
      </p:sp>
      <p:sp>
        <p:nvSpPr>
          <p:cNvPr id="593" name="Google Shape;593;p67"/>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 crucial component of the CPU that automatically translates virtual memory addresses into physical memory addresses used in the RAM.</a:t>
            </a:r>
            <a:endParaRPr sz="1000"/>
          </a:p>
          <a:p>
            <a:pPr indent="-292100" lvl="0" marL="457200" rtl="0" algn="l">
              <a:lnSpc>
                <a:spcPct val="90000"/>
              </a:lnSpc>
              <a:spcBef>
                <a:spcPts val="600"/>
              </a:spcBef>
              <a:spcAft>
                <a:spcPts val="0"/>
              </a:spcAft>
              <a:buSzPts val="1000"/>
              <a:buFont typeface="Source Code Pro"/>
              <a:buChar char="-"/>
            </a:pPr>
            <a:r>
              <a:rPr lang="en" sz="1000"/>
              <a:t>The bridge between software memory and hardware memory</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Also controls:</a:t>
            </a:r>
            <a:endParaRPr sz="1000"/>
          </a:p>
          <a:p>
            <a:pPr indent="0" lvl="0" marL="0" rtl="0" algn="l">
              <a:lnSpc>
                <a:spcPct val="90000"/>
              </a:lnSpc>
              <a:spcBef>
                <a:spcPts val="600"/>
              </a:spcBef>
              <a:spcAft>
                <a:spcPts val="0"/>
              </a:spcAft>
              <a:buNone/>
            </a:pPr>
            <a:r>
              <a:rPr lang="en" sz="1000" u="sng"/>
              <a:t>Cache</a:t>
            </a:r>
            <a:r>
              <a:rPr lang="en" sz="1000"/>
              <a:t> - small, fast memory that stores copies of frequently accessed data</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u="sng"/>
              <a:t>Translation Lookaside Buffer (TLB)</a:t>
            </a:r>
            <a:r>
              <a:rPr lang="en" sz="1000"/>
              <a:t> - a collection of memory caches that stores the recent translations of virtual memory addresses to physical memory addresses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u="sng"/>
              <a:t>Page Faults</a:t>
            </a:r>
            <a:r>
              <a:rPr lang="en" sz="1000"/>
              <a:t> - exceptions which occur when a program tries to access a memory page not present in the RAM</a:t>
            </a:r>
            <a:endParaRPr sz="1000"/>
          </a:p>
          <a:p>
            <a:pPr indent="0" lvl="0" marL="0" rtl="0" algn="l">
              <a:lnSpc>
                <a:spcPct val="90000"/>
              </a:lnSpc>
              <a:spcBef>
                <a:spcPts val="600"/>
              </a:spcBef>
              <a:spcAft>
                <a:spcPts val="0"/>
              </a:spcAft>
              <a:buNone/>
            </a:pPr>
            <a:r>
              <a:t/>
            </a:r>
            <a:endParaRPr sz="1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8"/>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What is an Operating System (OS)?</a:t>
            </a:r>
            <a:endParaRPr b="1" sz="2400">
              <a:solidFill>
                <a:schemeClr val="lt2"/>
              </a:solidFill>
            </a:endParaRPr>
          </a:p>
        </p:txBody>
      </p:sp>
      <p:sp>
        <p:nvSpPr>
          <p:cNvPr id="599" name="Google Shape;599;p68"/>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 software system that manages computer hardware and software resources.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Main Task:</a:t>
            </a:r>
            <a:endParaRPr sz="1000"/>
          </a:p>
          <a:p>
            <a:pPr indent="0" lvl="0" marL="0" rtl="0" algn="l">
              <a:lnSpc>
                <a:spcPct val="90000"/>
              </a:lnSpc>
              <a:spcBef>
                <a:spcPts val="600"/>
              </a:spcBef>
              <a:spcAft>
                <a:spcPts val="0"/>
              </a:spcAft>
              <a:buNone/>
            </a:pPr>
            <a:r>
              <a:rPr lang="en" sz="1000"/>
              <a:t>Allocate Resources</a:t>
            </a:r>
            <a:endParaRPr sz="1000"/>
          </a:p>
          <a:p>
            <a:pPr indent="-292100" lvl="0" marL="457200" rtl="0" algn="l">
              <a:lnSpc>
                <a:spcPct val="90000"/>
              </a:lnSpc>
              <a:spcBef>
                <a:spcPts val="600"/>
              </a:spcBef>
              <a:spcAft>
                <a:spcPts val="0"/>
              </a:spcAft>
              <a:buSzPts val="1000"/>
              <a:buFont typeface="Source Code Pro"/>
              <a:buChar char="-"/>
            </a:pPr>
            <a:r>
              <a:rPr lang="en" sz="1000"/>
              <a:t>Memory</a:t>
            </a:r>
            <a:endParaRPr sz="1000"/>
          </a:p>
          <a:p>
            <a:pPr indent="-292100" lvl="0" marL="457200" rtl="0" algn="l">
              <a:lnSpc>
                <a:spcPct val="90000"/>
              </a:lnSpc>
              <a:spcBef>
                <a:spcPts val="0"/>
              </a:spcBef>
              <a:spcAft>
                <a:spcPts val="0"/>
              </a:spcAft>
              <a:buSzPts val="1000"/>
              <a:buFont typeface="Source Code Pro"/>
              <a:buChar char="-"/>
            </a:pPr>
            <a:r>
              <a:rPr lang="en" sz="1000"/>
              <a:t>CPU Usage</a:t>
            </a:r>
            <a:endParaRPr sz="1000"/>
          </a:p>
          <a:p>
            <a:pPr indent="-292100" lvl="0" marL="457200" rtl="0" algn="l">
              <a:lnSpc>
                <a:spcPct val="90000"/>
              </a:lnSpc>
              <a:spcBef>
                <a:spcPts val="0"/>
              </a:spcBef>
              <a:spcAft>
                <a:spcPts val="0"/>
              </a:spcAft>
              <a:buSzPts val="1000"/>
              <a:buFont typeface="Source Code Pro"/>
              <a:buChar char="-"/>
            </a:pPr>
            <a:r>
              <a:rPr lang="en" sz="1000"/>
              <a:t>Input/Output Devices</a:t>
            </a:r>
            <a:endParaRPr sz="1000"/>
          </a:p>
          <a:p>
            <a:pPr indent="-292100" lvl="0" marL="457200" rtl="0" algn="l">
              <a:lnSpc>
                <a:spcPct val="90000"/>
              </a:lnSpc>
              <a:spcBef>
                <a:spcPts val="0"/>
              </a:spcBef>
              <a:spcAft>
                <a:spcPts val="0"/>
              </a:spcAft>
              <a:buSzPts val="1000"/>
              <a:buFont typeface="Source Code Pro"/>
              <a:buChar char="-"/>
            </a:pPr>
            <a:r>
              <a:rPr lang="en" sz="1000"/>
              <a:t>File Storage</a:t>
            </a:r>
            <a:endParaRPr sz="1000"/>
          </a:p>
          <a:p>
            <a:pPr indent="-292100" lvl="0" marL="457200" rtl="0" algn="l">
              <a:lnSpc>
                <a:spcPct val="90000"/>
              </a:lnSpc>
              <a:spcBef>
                <a:spcPts val="0"/>
              </a:spcBef>
              <a:spcAft>
                <a:spcPts val="0"/>
              </a:spcAft>
              <a:buSzPts val="1000"/>
              <a:buFont typeface="Source Code Pro"/>
              <a:buChar char="-"/>
            </a:pPr>
            <a:r>
              <a:rPr lang="en" sz="1000"/>
              <a:t>User Accounts</a:t>
            </a:r>
            <a:endParaRPr sz="1000"/>
          </a:p>
          <a:p>
            <a:pPr indent="0" lvl="0" marL="0" rtl="0" algn="l">
              <a:lnSpc>
                <a:spcPct val="90000"/>
              </a:lnSpc>
              <a:spcBef>
                <a:spcPts val="600"/>
              </a:spcBef>
              <a:spcAft>
                <a:spcPts val="0"/>
              </a:spcAft>
              <a:buNone/>
            </a:pPr>
            <a:r>
              <a:t/>
            </a:r>
            <a:endParaRPr sz="1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6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What does MMU and OS do together?</a:t>
            </a:r>
            <a:endParaRPr b="1" sz="2400">
              <a:solidFill>
                <a:schemeClr val="lt2"/>
              </a:solidFill>
            </a:endParaRPr>
          </a:p>
        </p:txBody>
      </p:sp>
      <p:sp>
        <p:nvSpPr>
          <p:cNvPr id="605" name="Google Shape;605;p69"/>
          <p:cNvSpPr txBox="1"/>
          <p:nvPr>
            <p:ph idx="1" type="body"/>
          </p:nvPr>
        </p:nvSpPr>
        <p:spPr>
          <a:xfrm>
            <a:off x="720000" y="1002575"/>
            <a:ext cx="5282700" cy="3568800"/>
          </a:xfrm>
          <a:prstGeom prst="rect">
            <a:avLst/>
          </a:prstGeom>
        </p:spPr>
        <p:txBody>
          <a:bodyPr anchorCtr="0" anchor="t" bIns="91425" lIns="91425" spcFirstLastPara="1" rIns="91425" wrap="square" tIns="91425">
            <a:noAutofit/>
          </a:bodyPr>
          <a:lstStyle/>
          <a:p>
            <a:pPr indent="-292100" lvl="0" marL="457200" rtl="0" algn="l">
              <a:lnSpc>
                <a:spcPct val="90000"/>
              </a:lnSpc>
              <a:spcBef>
                <a:spcPts val="600"/>
              </a:spcBef>
              <a:spcAft>
                <a:spcPts val="0"/>
              </a:spcAft>
              <a:buSzPts val="1000"/>
              <a:buAutoNum type="arabicPeriod"/>
            </a:pPr>
            <a:r>
              <a:rPr lang="en" sz="1000"/>
              <a:t>Process Isolation</a:t>
            </a:r>
            <a:endParaRPr sz="1000"/>
          </a:p>
          <a:p>
            <a:pPr indent="0" lvl="0" marL="457200" rtl="0" algn="l">
              <a:lnSpc>
                <a:spcPct val="90000"/>
              </a:lnSpc>
              <a:spcBef>
                <a:spcPts val="600"/>
              </a:spcBef>
              <a:spcAft>
                <a:spcPts val="0"/>
              </a:spcAft>
              <a:buNone/>
            </a:pPr>
            <a:r>
              <a:rPr lang="en" sz="1000"/>
              <a:t>An OS feature that protects processes from interfering with each other by providing each with its own dedicated memory and execution environment</a:t>
            </a:r>
            <a:endParaRPr sz="1000"/>
          </a:p>
          <a:p>
            <a:pPr indent="-292100" lvl="0" marL="457200" rtl="0" algn="l">
              <a:lnSpc>
                <a:spcPct val="90000"/>
              </a:lnSpc>
              <a:spcBef>
                <a:spcPts val="600"/>
              </a:spcBef>
              <a:spcAft>
                <a:spcPts val="0"/>
              </a:spcAft>
              <a:buSzPts val="1000"/>
              <a:buAutoNum type="arabicPeriod"/>
            </a:pPr>
            <a:r>
              <a:rPr lang="en" sz="1000"/>
              <a:t>Efficient Memory Use</a:t>
            </a:r>
            <a:endParaRPr sz="1000"/>
          </a:p>
          <a:p>
            <a:pPr indent="0" lvl="0" marL="457200" rtl="0" algn="l">
              <a:lnSpc>
                <a:spcPct val="90000"/>
              </a:lnSpc>
              <a:spcBef>
                <a:spcPts val="600"/>
              </a:spcBef>
              <a:spcAft>
                <a:spcPts val="0"/>
              </a:spcAft>
              <a:buNone/>
            </a:pPr>
            <a:r>
              <a:rPr lang="en" sz="1000"/>
              <a:t>Minimize wasted computer memory (RAM) to improve overall system performance, resource utilization, and stability</a:t>
            </a:r>
            <a:endParaRPr sz="1000"/>
          </a:p>
          <a:p>
            <a:pPr indent="0" lvl="0" marL="457200" rtl="0" algn="l">
              <a:lnSpc>
                <a:spcPct val="90000"/>
              </a:lnSpc>
              <a:spcBef>
                <a:spcPts val="600"/>
              </a:spcBef>
              <a:spcAft>
                <a:spcPts val="0"/>
              </a:spcAft>
              <a:buNone/>
            </a:pPr>
            <a:r>
              <a:t/>
            </a:r>
            <a:endParaRPr sz="1000"/>
          </a:p>
          <a:p>
            <a:pPr indent="-292100" lvl="0" marL="457200" rtl="0" algn="l">
              <a:lnSpc>
                <a:spcPct val="90000"/>
              </a:lnSpc>
              <a:spcBef>
                <a:spcPts val="600"/>
              </a:spcBef>
              <a:spcAft>
                <a:spcPts val="0"/>
              </a:spcAft>
              <a:buSzPts val="1000"/>
              <a:buAutoNum type="arabicPeriod"/>
            </a:pPr>
            <a:r>
              <a:rPr lang="en" sz="1000"/>
              <a:t>Allows Programs to Run Even Without Enough Physical RAM</a:t>
            </a:r>
            <a:endParaRPr sz="1000"/>
          </a:p>
          <a:p>
            <a:pPr indent="0" lvl="0" marL="457200" rtl="0" algn="l">
              <a:lnSpc>
                <a:spcPct val="90000"/>
              </a:lnSpc>
              <a:spcBef>
                <a:spcPts val="600"/>
              </a:spcBef>
              <a:spcAft>
                <a:spcPts val="0"/>
              </a:spcAft>
              <a:buNone/>
            </a:pPr>
            <a:r>
              <a:rPr lang="en" sz="1000"/>
              <a:t>By using virtual memory, data can be saved on pages and swapped in and out the RAM depending on how often the page is used.</a:t>
            </a:r>
            <a:endParaRPr sz="1000"/>
          </a:p>
        </p:txBody>
      </p:sp>
      <p:pic>
        <p:nvPicPr>
          <p:cNvPr id="606" name="Google Shape;606;p69"/>
          <p:cNvPicPr preferRelativeResize="0"/>
          <p:nvPr/>
        </p:nvPicPr>
        <p:blipFill>
          <a:blip r:embed="rId3">
            <a:alphaModFix/>
          </a:blip>
          <a:stretch>
            <a:fillRect/>
          </a:stretch>
        </p:blipFill>
        <p:spPr>
          <a:xfrm>
            <a:off x="5865125" y="1688094"/>
            <a:ext cx="2785475" cy="2044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Solution</a:t>
            </a:r>
            <a:endParaRPr b="1" sz="2400">
              <a:solidFill>
                <a:schemeClr val="lt2"/>
              </a:solidFill>
            </a:endParaRPr>
          </a:p>
        </p:txBody>
      </p:sp>
      <p:sp>
        <p:nvSpPr>
          <p:cNvPr id="612" name="Google Shape;612;p70"/>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Paging - a memory management scheme that eliminates the need for contiguous memory allocation required with segmentation</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Divides both physical and virtual memory into fixed-sized blocks called pages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Effect:</a:t>
            </a:r>
            <a:endParaRPr sz="1000"/>
          </a:p>
          <a:p>
            <a:pPr indent="-292100" lvl="0" marL="457200" rtl="0" algn="l">
              <a:lnSpc>
                <a:spcPct val="90000"/>
              </a:lnSpc>
              <a:spcBef>
                <a:spcPts val="600"/>
              </a:spcBef>
              <a:spcAft>
                <a:spcPts val="0"/>
              </a:spcAft>
              <a:buSzPts val="1000"/>
              <a:buAutoNum type="arabicPeriod"/>
            </a:pPr>
            <a:r>
              <a:rPr lang="en" sz="1000"/>
              <a:t>Virtual and physical pages are the same size</a:t>
            </a:r>
            <a:endParaRPr sz="1000"/>
          </a:p>
          <a:p>
            <a:pPr indent="-292100" lvl="0" marL="457200" rtl="0" algn="l">
              <a:lnSpc>
                <a:spcPct val="90000"/>
              </a:lnSpc>
              <a:spcBef>
                <a:spcPts val="0"/>
              </a:spcBef>
              <a:spcAft>
                <a:spcPts val="0"/>
              </a:spcAft>
              <a:buSzPts val="1000"/>
              <a:buAutoNum type="arabicPeriod"/>
            </a:pPr>
            <a:r>
              <a:rPr lang="en" sz="1000"/>
              <a:t>Pages occupy a whole process, multiple processes, or parts of a process depending on size of process</a:t>
            </a:r>
            <a:endParaRPr sz="1000"/>
          </a:p>
          <a:p>
            <a:pPr indent="0" lvl="0" marL="0" rtl="0" algn="l">
              <a:lnSpc>
                <a:spcPct val="90000"/>
              </a:lnSpc>
              <a:spcBef>
                <a:spcPts val="600"/>
              </a:spcBef>
              <a:spcAft>
                <a:spcPts val="0"/>
              </a:spcAft>
              <a:buNone/>
            </a:pPr>
            <a:r>
              <a:t/>
            </a:r>
            <a:endParaRPr sz="1000"/>
          </a:p>
        </p:txBody>
      </p:sp>
      <p:pic>
        <p:nvPicPr>
          <p:cNvPr id="613" name="Google Shape;613;p70"/>
          <p:cNvPicPr preferRelativeResize="0"/>
          <p:nvPr/>
        </p:nvPicPr>
        <p:blipFill rotWithShape="1">
          <a:blip r:embed="rId3">
            <a:alphaModFix/>
          </a:blip>
          <a:srcRect b="0" l="15483" r="0" t="0"/>
          <a:stretch/>
        </p:blipFill>
        <p:spPr>
          <a:xfrm>
            <a:off x="3745075" y="2728813"/>
            <a:ext cx="4937975" cy="174797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7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Page Table</a:t>
            </a:r>
            <a:endParaRPr b="1" sz="2400">
              <a:solidFill>
                <a:schemeClr val="lt2"/>
              </a:solidFill>
            </a:endParaRPr>
          </a:p>
        </p:txBody>
      </p:sp>
      <p:sp>
        <p:nvSpPr>
          <p:cNvPr id="619" name="Google Shape;619;p71"/>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 data structure that holds all the pages and marks each page as their own page table entry (PTE).</a:t>
            </a:r>
            <a:endParaRPr sz="1000"/>
          </a:p>
          <a:p>
            <a:pPr indent="0" lvl="0" marL="0" rtl="0" algn="l">
              <a:lnSpc>
                <a:spcPct val="90000"/>
              </a:lnSpc>
              <a:spcBef>
                <a:spcPts val="600"/>
              </a:spcBef>
              <a:spcAft>
                <a:spcPts val="0"/>
              </a:spcAft>
              <a:buNone/>
            </a:pPr>
            <a:r>
              <a:rPr lang="en" sz="1000"/>
              <a:t>The page table is stored physically. The MMU breaks down virtual addresses and uses the page table for address translation.</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Flags prevent overwriting data.</a:t>
            </a:r>
            <a:endParaRPr sz="1000"/>
          </a:p>
          <a:p>
            <a:pPr indent="0" lvl="0" marL="0" rtl="0" algn="l">
              <a:lnSpc>
                <a:spcPct val="90000"/>
              </a:lnSpc>
              <a:spcBef>
                <a:spcPts val="600"/>
              </a:spcBef>
              <a:spcAft>
                <a:spcPts val="0"/>
              </a:spcAft>
              <a:buNone/>
            </a:pPr>
            <a:r>
              <a:rPr lang="en" sz="1000"/>
              <a:t>Flag Types: </a:t>
            </a:r>
            <a:endParaRPr sz="1000"/>
          </a:p>
          <a:p>
            <a:pPr indent="0" lvl="0" marL="0" rtl="0" algn="l">
              <a:lnSpc>
                <a:spcPct val="90000"/>
              </a:lnSpc>
              <a:spcBef>
                <a:spcPts val="600"/>
              </a:spcBef>
              <a:spcAft>
                <a:spcPts val="0"/>
              </a:spcAft>
              <a:buNone/>
            </a:pPr>
            <a:r>
              <a:rPr lang="en" sz="1000"/>
              <a:t>Valid - entry is usable</a:t>
            </a:r>
            <a:endParaRPr sz="1000"/>
          </a:p>
          <a:p>
            <a:pPr indent="0" lvl="0" marL="0" rtl="0" algn="l">
              <a:lnSpc>
                <a:spcPct val="90000"/>
              </a:lnSpc>
              <a:spcBef>
                <a:spcPts val="600"/>
              </a:spcBef>
              <a:spcAft>
                <a:spcPts val="0"/>
              </a:spcAft>
              <a:buNone/>
            </a:pPr>
            <a:r>
              <a:rPr lang="en" sz="1000"/>
              <a:t>Dirty - page has been written into</a:t>
            </a:r>
            <a:endParaRPr sz="1000"/>
          </a:p>
          <a:p>
            <a:pPr indent="0" lvl="0" marL="0" rtl="0" algn="l">
              <a:lnSpc>
                <a:spcPct val="90000"/>
              </a:lnSpc>
              <a:spcBef>
                <a:spcPts val="600"/>
              </a:spcBef>
              <a:spcAft>
                <a:spcPts val="0"/>
              </a:spcAft>
              <a:buNone/>
            </a:pPr>
            <a:r>
              <a:t/>
            </a:r>
            <a:endParaRPr sz="1000"/>
          </a:p>
        </p:txBody>
      </p:sp>
      <p:pic>
        <p:nvPicPr>
          <p:cNvPr id="620" name="Google Shape;620;p71"/>
          <p:cNvPicPr preferRelativeResize="0"/>
          <p:nvPr/>
        </p:nvPicPr>
        <p:blipFill rotWithShape="1">
          <a:blip r:embed="rId3">
            <a:alphaModFix/>
          </a:blip>
          <a:srcRect b="0" l="15483" r="0" t="0"/>
          <a:stretch/>
        </p:blipFill>
        <p:spPr>
          <a:xfrm>
            <a:off x="3745075" y="2728813"/>
            <a:ext cx="4937975" cy="1747973"/>
          </a:xfrm>
          <a:prstGeom prst="rect">
            <a:avLst/>
          </a:prstGeom>
          <a:noFill/>
          <a:ln>
            <a:noFill/>
          </a:ln>
        </p:spPr>
      </p:pic>
      <p:pic>
        <p:nvPicPr>
          <p:cNvPr id="621" name="Google Shape;621;p71"/>
          <p:cNvPicPr preferRelativeResize="0"/>
          <p:nvPr/>
        </p:nvPicPr>
        <p:blipFill rotWithShape="1">
          <a:blip r:embed="rId3">
            <a:alphaModFix/>
          </a:blip>
          <a:srcRect b="0" l="0" r="0" t="0"/>
          <a:stretch/>
        </p:blipFill>
        <p:spPr>
          <a:xfrm>
            <a:off x="2840389" y="2728825"/>
            <a:ext cx="5842661" cy="1747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Combined Implementation of Segmentation &amp; Paging</a:t>
            </a:r>
            <a:endParaRPr b="1" sz="2300">
              <a:solidFill>
                <a:schemeClr val="lt2"/>
              </a:solidFill>
            </a:endParaRPr>
          </a:p>
        </p:txBody>
      </p:sp>
      <p:sp>
        <p:nvSpPr>
          <p:cNvPr id="627" name="Google Shape;627;p72"/>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The virtual address contains these two elements:</a:t>
            </a:r>
            <a:endParaRPr sz="1000"/>
          </a:p>
          <a:p>
            <a:pPr indent="0" lvl="0" marL="0" rtl="0" algn="l">
              <a:lnSpc>
                <a:spcPct val="90000"/>
              </a:lnSpc>
              <a:spcBef>
                <a:spcPts val="600"/>
              </a:spcBef>
              <a:spcAft>
                <a:spcPts val="0"/>
              </a:spcAft>
              <a:buNone/>
            </a:pPr>
            <a:r>
              <a:rPr lang="en" sz="1000"/>
              <a:t>Virtual Page Number (VPN) - the page in virtual memory we want to access</a:t>
            </a:r>
            <a:endParaRPr sz="1000"/>
          </a:p>
          <a:p>
            <a:pPr indent="0" lvl="0" marL="0" rtl="0" algn="l">
              <a:lnSpc>
                <a:spcPct val="90000"/>
              </a:lnSpc>
              <a:spcBef>
                <a:spcPts val="600"/>
              </a:spcBef>
              <a:spcAft>
                <a:spcPts val="0"/>
              </a:spcAft>
              <a:buNone/>
            </a:pPr>
            <a:r>
              <a:rPr lang="en" sz="1000"/>
              <a:t>Different from the more commonly-known VPN (Virtual Private Network)</a:t>
            </a:r>
            <a:endParaRPr sz="1000"/>
          </a:p>
          <a:p>
            <a:pPr indent="0" lvl="0" marL="0" rtl="0" algn="l">
              <a:lnSpc>
                <a:spcPct val="90000"/>
              </a:lnSpc>
              <a:spcBef>
                <a:spcPts val="600"/>
              </a:spcBef>
              <a:spcAft>
                <a:spcPts val="0"/>
              </a:spcAft>
              <a:buNone/>
            </a:pPr>
            <a:r>
              <a:rPr lang="en" sz="1000"/>
              <a:t>Offset - the specific byte we want to access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The physical address contains two elements:</a:t>
            </a:r>
            <a:endParaRPr sz="1000"/>
          </a:p>
          <a:p>
            <a:pPr indent="0" lvl="0" marL="0" rtl="0" algn="l">
              <a:lnSpc>
                <a:spcPct val="90000"/>
              </a:lnSpc>
              <a:spcBef>
                <a:spcPts val="600"/>
              </a:spcBef>
              <a:spcAft>
                <a:spcPts val="0"/>
              </a:spcAft>
              <a:buNone/>
            </a:pPr>
            <a:r>
              <a:rPr lang="en" sz="1000"/>
              <a:t>Physical Page Number - indicates page in physical memory we want to access</a:t>
            </a:r>
            <a:endParaRPr sz="1000"/>
          </a:p>
          <a:p>
            <a:pPr indent="0" lvl="0" marL="0" rtl="0" algn="l">
              <a:lnSpc>
                <a:spcPct val="90000"/>
              </a:lnSpc>
              <a:spcBef>
                <a:spcPts val="600"/>
              </a:spcBef>
              <a:spcAft>
                <a:spcPts val="0"/>
              </a:spcAft>
              <a:buNone/>
            </a:pPr>
            <a:r>
              <a:rPr lang="en" sz="1000"/>
              <a:t>Offset - the specific byte we want to access (offset remains the same because virtual and physical page size is the same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Process:</a:t>
            </a:r>
            <a:endParaRPr sz="1000"/>
          </a:p>
          <a:p>
            <a:pPr indent="-292100" lvl="0" marL="457200" rtl="0" algn="l">
              <a:lnSpc>
                <a:spcPct val="90000"/>
              </a:lnSpc>
              <a:spcBef>
                <a:spcPts val="600"/>
              </a:spcBef>
              <a:spcAft>
                <a:spcPts val="0"/>
              </a:spcAft>
              <a:buSzPts val="1000"/>
              <a:buAutoNum type="arabicPeriod"/>
            </a:pPr>
            <a:r>
              <a:rPr lang="en" sz="1000"/>
              <a:t>The MMU gets the PPN by using the VPN to index into the page table, which stores virtual-to-physical page mappings</a:t>
            </a:r>
            <a:endParaRPr sz="1000"/>
          </a:p>
          <a:p>
            <a:pPr indent="-292100" lvl="0" marL="457200" rtl="0" algn="l">
              <a:lnSpc>
                <a:spcPct val="90000"/>
              </a:lnSpc>
              <a:spcBef>
                <a:spcPts val="0"/>
              </a:spcBef>
              <a:spcAft>
                <a:spcPts val="0"/>
              </a:spcAft>
              <a:buSzPts val="1000"/>
              <a:buAutoNum type="arabicPeriod"/>
            </a:pPr>
            <a:r>
              <a:rPr lang="en" sz="1000"/>
              <a:t>The offset is directly copied from the virtual address to the physical address.</a:t>
            </a:r>
            <a:endParaRPr sz="1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grpSp>
        <p:nvGrpSpPr>
          <p:cNvPr id="632" name="Google Shape;632;p73"/>
          <p:cNvGrpSpPr/>
          <p:nvPr/>
        </p:nvGrpSpPr>
        <p:grpSpPr>
          <a:xfrm flipH="1">
            <a:off x="1837996" y="726625"/>
            <a:ext cx="6578100" cy="3438300"/>
            <a:chOff x="772525" y="726625"/>
            <a:chExt cx="6578100" cy="3438300"/>
          </a:xfrm>
        </p:grpSpPr>
        <p:sp>
          <p:nvSpPr>
            <p:cNvPr id="633" name="Google Shape;633;p73"/>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73"/>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 name="Google Shape;635;p73"/>
          <p:cNvGrpSpPr/>
          <p:nvPr/>
        </p:nvGrpSpPr>
        <p:grpSpPr>
          <a:xfrm flipH="1">
            <a:off x="4066704" y="3324200"/>
            <a:ext cx="3447300" cy="962400"/>
            <a:chOff x="4924175" y="3441525"/>
            <a:chExt cx="3447300" cy="962400"/>
          </a:xfrm>
        </p:grpSpPr>
        <p:sp>
          <p:nvSpPr>
            <p:cNvPr id="636" name="Google Shape;636;p73"/>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73"/>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 name="Google Shape;638;p73"/>
          <p:cNvGrpSpPr/>
          <p:nvPr/>
        </p:nvGrpSpPr>
        <p:grpSpPr>
          <a:xfrm flipH="1">
            <a:off x="839620" y="2361876"/>
            <a:ext cx="1864833" cy="1637043"/>
            <a:chOff x="1054812" y="1029590"/>
            <a:chExt cx="3436214" cy="3912627"/>
          </a:xfrm>
        </p:grpSpPr>
        <p:sp>
          <p:nvSpPr>
            <p:cNvPr id="639" name="Google Shape;639;p73"/>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73"/>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1" name="Google Shape;641;p73"/>
          <p:cNvSpPr txBox="1"/>
          <p:nvPr>
            <p:ph type="title"/>
          </p:nvPr>
        </p:nvSpPr>
        <p:spPr>
          <a:xfrm>
            <a:off x="3030250" y="1291525"/>
            <a:ext cx="4812900" cy="1198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Optimization</a:t>
            </a:r>
            <a:endParaRPr sz="5500"/>
          </a:p>
        </p:txBody>
      </p:sp>
      <p:sp>
        <p:nvSpPr>
          <p:cNvPr id="642" name="Google Shape;642;p73"/>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Multi-Level Madness</a:t>
            </a:r>
            <a:endParaRPr/>
          </a:p>
        </p:txBody>
      </p:sp>
      <p:sp>
        <p:nvSpPr>
          <p:cNvPr id="643" name="Google Shape;643;p73"/>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644" name="Google Shape;644;p73"/>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645" name="Google Shape;645;p73"/>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646" name="Google Shape;646;p73"/>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647" name="Google Shape;647;p73"/>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7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The Drawbacks of Single-Level Paging</a:t>
            </a:r>
            <a:endParaRPr b="1" sz="2300">
              <a:solidFill>
                <a:schemeClr val="lt2"/>
              </a:solidFill>
            </a:endParaRPr>
          </a:p>
        </p:txBody>
      </p:sp>
      <p:sp>
        <p:nvSpPr>
          <p:cNvPr id="653" name="Google Shape;653;p74"/>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304800" lvl="0" marL="457200" rtl="0" algn="l">
              <a:lnSpc>
                <a:spcPct val="90000"/>
              </a:lnSpc>
              <a:spcBef>
                <a:spcPts val="600"/>
              </a:spcBef>
              <a:spcAft>
                <a:spcPts val="0"/>
              </a:spcAft>
              <a:buSzPts val="1200"/>
              <a:buAutoNum type="arabicPeriod"/>
            </a:pPr>
            <a:r>
              <a:rPr lang="en"/>
              <a:t>Extremely large size, which requires a significant amount of physical memory</a:t>
            </a:r>
            <a:endParaRPr/>
          </a:p>
          <a:p>
            <a:pPr indent="0" lvl="0" marL="457200" rtl="0" algn="l">
              <a:lnSpc>
                <a:spcPct val="90000"/>
              </a:lnSpc>
              <a:spcBef>
                <a:spcPts val="600"/>
              </a:spcBef>
              <a:spcAft>
                <a:spcPts val="0"/>
              </a:spcAft>
              <a:buNone/>
            </a:pPr>
            <a:r>
              <a:t/>
            </a:r>
            <a:endParaRPr/>
          </a:p>
          <a:p>
            <a:pPr indent="-304800" lvl="0" marL="457200" rtl="0" algn="l">
              <a:lnSpc>
                <a:spcPct val="90000"/>
              </a:lnSpc>
              <a:spcBef>
                <a:spcPts val="600"/>
              </a:spcBef>
              <a:spcAft>
                <a:spcPts val="0"/>
              </a:spcAft>
              <a:buSzPts val="1200"/>
              <a:buAutoNum type="arabicPeriod"/>
            </a:pPr>
            <a:r>
              <a:rPr lang="en"/>
              <a:t>Internal Fragmentation</a:t>
            </a:r>
            <a:endParaRPr/>
          </a:p>
          <a:p>
            <a:pPr indent="0" lvl="0" marL="457200" rtl="0" algn="l">
              <a:lnSpc>
                <a:spcPct val="90000"/>
              </a:lnSpc>
              <a:spcBef>
                <a:spcPts val="600"/>
              </a:spcBef>
              <a:spcAft>
                <a:spcPts val="0"/>
              </a:spcAft>
              <a:buNone/>
            </a:pPr>
            <a:r>
              <a:t/>
            </a:r>
            <a:endParaRPr/>
          </a:p>
          <a:p>
            <a:pPr indent="-304800" lvl="0" marL="457200" rtl="0" algn="l">
              <a:lnSpc>
                <a:spcPct val="90000"/>
              </a:lnSpc>
              <a:spcBef>
                <a:spcPts val="600"/>
              </a:spcBef>
              <a:spcAft>
                <a:spcPts val="0"/>
              </a:spcAft>
              <a:buSzPts val="1200"/>
              <a:buAutoNum type="arabicPeriod"/>
            </a:pPr>
            <a:r>
              <a:rPr lang="en"/>
              <a:t>Slower than accessing RAM</a:t>
            </a:r>
            <a:endParaRPr/>
          </a:p>
          <a:p>
            <a:pPr indent="0" lvl="0" marL="457200" rtl="0" algn="l">
              <a:lnSpc>
                <a:spcPct val="90000"/>
              </a:lnSpc>
              <a:spcBef>
                <a:spcPts val="60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7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What Does Cache Do?</a:t>
            </a:r>
            <a:endParaRPr b="1" sz="2300">
              <a:solidFill>
                <a:schemeClr val="lt2"/>
              </a:solidFill>
            </a:endParaRPr>
          </a:p>
        </p:txBody>
      </p:sp>
      <p:sp>
        <p:nvSpPr>
          <p:cNvPr id="659" name="Google Shape;659;p75"/>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a:t>Problem:</a:t>
            </a:r>
            <a:endParaRPr/>
          </a:p>
          <a:p>
            <a:pPr indent="0" lvl="0" marL="0" rtl="0" algn="l">
              <a:lnSpc>
                <a:spcPct val="90000"/>
              </a:lnSpc>
              <a:spcBef>
                <a:spcPts val="600"/>
              </a:spcBef>
              <a:spcAft>
                <a:spcPts val="0"/>
              </a:spcAft>
              <a:buNone/>
            </a:pPr>
            <a:r>
              <a:rPr lang="en"/>
              <a:t>Accessing the page table from RAM after every memory access is both time-consuming and costly.</a:t>
            </a:r>
            <a:endParaRPr/>
          </a:p>
          <a:p>
            <a:pPr indent="0" lvl="0" marL="0" rtl="0" algn="l">
              <a:lnSpc>
                <a:spcPct val="90000"/>
              </a:lnSpc>
              <a:spcBef>
                <a:spcPts val="600"/>
              </a:spcBef>
              <a:spcAft>
                <a:spcPts val="0"/>
              </a:spcAft>
              <a:buNone/>
            </a:pPr>
            <a:r>
              <a:t/>
            </a:r>
            <a:endParaRPr/>
          </a:p>
          <a:p>
            <a:pPr indent="0" lvl="0" marL="0" rtl="0" algn="l">
              <a:lnSpc>
                <a:spcPct val="90000"/>
              </a:lnSpc>
              <a:spcBef>
                <a:spcPts val="600"/>
              </a:spcBef>
              <a:spcAft>
                <a:spcPts val="0"/>
              </a:spcAft>
              <a:buNone/>
            </a:pPr>
            <a:r>
              <a:rPr lang="en"/>
              <a:t>Solution:</a:t>
            </a:r>
            <a:endParaRPr/>
          </a:p>
          <a:p>
            <a:pPr indent="0" lvl="0" marL="0" rtl="0" algn="l">
              <a:lnSpc>
                <a:spcPct val="90000"/>
              </a:lnSpc>
              <a:spcBef>
                <a:spcPts val="600"/>
              </a:spcBef>
              <a:spcAft>
                <a:spcPts val="0"/>
              </a:spcAft>
              <a:buNone/>
            </a:pPr>
            <a:r>
              <a:rPr lang="en"/>
              <a:t>Systems use cache to store recent table page lookups for faster translation</a:t>
            </a:r>
            <a:endParaRPr/>
          </a:p>
          <a:p>
            <a:pPr indent="0" lvl="0" marL="457200" rtl="0" algn="l">
              <a:lnSpc>
                <a:spcPct val="90000"/>
              </a:lnSpc>
              <a:spcBef>
                <a:spcPts val="600"/>
              </a:spcBef>
              <a:spcAft>
                <a:spcPts val="0"/>
              </a:spcAft>
              <a:buNone/>
            </a:pPr>
            <a:r>
              <a:t/>
            </a:r>
            <a:endParaRPr/>
          </a:p>
        </p:txBody>
      </p:sp>
      <p:pic>
        <p:nvPicPr>
          <p:cNvPr id="660" name="Google Shape;660;p75"/>
          <p:cNvPicPr preferRelativeResize="0"/>
          <p:nvPr/>
        </p:nvPicPr>
        <p:blipFill rotWithShape="1">
          <a:blip r:embed="rId3">
            <a:alphaModFix/>
          </a:blip>
          <a:srcRect b="2253" l="1028" r="1077" t="4281"/>
          <a:stretch/>
        </p:blipFill>
        <p:spPr>
          <a:xfrm>
            <a:off x="2024562" y="2590125"/>
            <a:ext cx="5094874" cy="1826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How Does Multi-Level Paging Help?</a:t>
            </a:r>
            <a:endParaRPr b="1" sz="2300">
              <a:solidFill>
                <a:schemeClr val="lt2"/>
              </a:solidFill>
            </a:endParaRPr>
          </a:p>
        </p:txBody>
      </p:sp>
      <p:sp>
        <p:nvSpPr>
          <p:cNvPr id="666" name="Google Shape;666;p76"/>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292100" lvl="0" marL="457200" rtl="0" algn="l">
              <a:lnSpc>
                <a:spcPct val="90000"/>
              </a:lnSpc>
              <a:spcBef>
                <a:spcPts val="600"/>
              </a:spcBef>
              <a:spcAft>
                <a:spcPts val="0"/>
              </a:spcAft>
              <a:buSzPts val="1000"/>
              <a:buAutoNum type="arabicPeriod"/>
            </a:pPr>
            <a:r>
              <a:rPr lang="en" sz="1000"/>
              <a:t>Allocation Speed</a:t>
            </a:r>
            <a:endParaRPr sz="1000"/>
          </a:p>
          <a:p>
            <a:pPr indent="0" lvl="0" marL="457200" rtl="0" algn="l">
              <a:lnSpc>
                <a:spcPct val="90000"/>
              </a:lnSpc>
              <a:spcBef>
                <a:spcPts val="600"/>
              </a:spcBef>
              <a:spcAft>
                <a:spcPts val="0"/>
              </a:spcAft>
              <a:buNone/>
            </a:pPr>
            <a:r>
              <a:rPr lang="en" sz="1000"/>
              <a:t>S</a:t>
            </a:r>
            <a:r>
              <a:rPr lang="en" sz="1000"/>
              <a:t>ystems only need to allocate page tables that are actually needed rather than the entire page table</a:t>
            </a:r>
            <a:endParaRPr sz="1000"/>
          </a:p>
          <a:p>
            <a:pPr indent="0" lvl="0" marL="457200" rtl="0" algn="l">
              <a:lnSpc>
                <a:spcPct val="90000"/>
              </a:lnSpc>
              <a:spcBef>
                <a:spcPts val="600"/>
              </a:spcBef>
              <a:spcAft>
                <a:spcPts val="0"/>
              </a:spcAft>
              <a:buNone/>
            </a:pPr>
            <a:r>
              <a:t/>
            </a:r>
            <a:endParaRPr sz="1000"/>
          </a:p>
          <a:p>
            <a:pPr indent="-292100" lvl="0" marL="457200" rtl="0" algn="l">
              <a:lnSpc>
                <a:spcPct val="90000"/>
              </a:lnSpc>
              <a:spcBef>
                <a:spcPts val="600"/>
              </a:spcBef>
              <a:spcAft>
                <a:spcPts val="0"/>
              </a:spcAft>
              <a:buSzPts val="1000"/>
              <a:buAutoNum type="arabicPeriod"/>
            </a:pPr>
            <a:r>
              <a:rPr lang="en" sz="1000"/>
              <a:t>Memory Footprint</a:t>
            </a:r>
            <a:endParaRPr sz="1000"/>
          </a:p>
          <a:p>
            <a:pPr indent="0" lvl="0" marL="457200" rtl="0" algn="l">
              <a:lnSpc>
                <a:spcPct val="90000"/>
              </a:lnSpc>
              <a:spcBef>
                <a:spcPts val="600"/>
              </a:spcBef>
              <a:spcAft>
                <a:spcPts val="0"/>
              </a:spcAft>
              <a:buNone/>
            </a:pPr>
            <a:r>
              <a:rPr lang="en" sz="1000"/>
              <a:t>Systems can move page tables out of the RAM and into the disk to save space if the page table is not actively used</a:t>
            </a:r>
            <a:endParaRPr sz="1000"/>
          </a:p>
          <a:p>
            <a:pPr indent="0" lvl="0" marL="457200" rtl="0" algn="l">
              <a:lnSpc>
                <a:spcPct val="90000"/>
              </a:lnSpc>
              <a:spcBef>
                <a:spcPts val="600"/>
              </a:spcBef>
              <a:spcAft>
                <a:spcPts val="0"/>
              </a:spcAft>
              <a:buNone/>
            </a:pPr>
            <a:r>
              <a:t/>
            </a:r>
            <a:endParaRPr sz="1000"/>
          </a:p>
        </p:txBody>
      </p:sp>
      <p:pic>
        <p:nvPicPr>
          <p:cNvPr id="667" name="Google Shape;667;p76"/>
          <p:cNvPicPr preferRelativeResize="0"/>
          <p:nvPr/>
        </p:nvPicPr>
        <p:blipFill rotWithShape="1">
          <a:blip r:embed="rId3">
            <a:alphaModFix/>
          </a:blip>
          <a:srcRect b="0" l="2913" r="0" t="5553"/>
          <a:stretch/>
        </p:blipFill>
        <p:spPr>
          <a:xfrm>
            <a:off x="2312562" y="2506575"/>
            <a:ext cx="4518875" cy="19405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grpSp>
        <p:nvGrpSpPr>
          <p:cNvPr id="672" name="Google Shape;672;p77"/>
          <p:cNvGrpSpPr/>
          <p:nvPr/>
        </p:nvGrpSpPr>
        <p:grpSpPr>
          <a:xfrm>
            <a:off x="6433193" y="1069351"/>
            <a:ext cx="1864833" cy="1637043"/>
            <a:chOff x="1054812" y="1029590"/>
            <a:chExt cx="3436214" cy="3912627"/>
          </a:xfrm>
        </p:grpSpPr>
        <p:sp>
          <p:nvSpPr>
            <p:cNvPr id="673" name="Google Shape;673;p77"/>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77"/>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5" name="Google Shape;675;p77"/>
          <p:cNvSpPr txBox="1"/>
          <p:nvPr/>
        </p:nvSpPr>
        <p:spPr>
          <a:xfrm>
            <a:off x="6782232" y="1632975"/>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
        <p:nvSpPr>
          <p:cNvPr id="676" name="Google Shape;676;p77"/>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[Loading</a:t>
            </a:r>
            <a:r>
              <a:rPr lang="en" sz="1000">
                <a:solidFill>
                  <a:schemeClr val="dk1"/>
                </a:solidFill>
                <a:latin typeface="Source Code Pro"/>
                <a:ea typeface="Source Code Pro"/>
                <a:cs typeface="Source Code Pro"/>
                <a:sym typeface="Source Code Pro"/>
              </a:rPr>
              <a:t>...]</a:t>
            </a:r>
            <a:endParaRPr sz="1000">
              <a:solidFill>
                <a:schemeClr val="dk1"/>
              </a:solidFill>
              <a:latin typeface="Source Code Pro"/>
              <a:ea typeface="Source Code Pro"/>
              <a:cs typeface="Source Code Pro"/>
              <a:sym typeface="Source Code Pro"/>
            </a:endParaRPr>
          </a:p>
        </p:txBody>
      </p:sp>
      <p:sp>
        <p:nvSpPr>
          <p:cNvPr id="677" name="Google Shape;677;p77"/>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678" name="Google Shape;678;p77"/>
          <p:cNvSpPr txBox="1"/>
          <p:nvPr>
            <p:ph type="ctrTitle"/>
          </p:nvPr>
        </p:nvSpPr>
        <p:spPr>
          <a:xfrm>
            <a:off x="1697375" y="1359575"/>
            <a:ext cx="3294600" cy="655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3000"/>
              <a:t>End of Meeting #1</a:t>
            </a:r>
            <a:endParaRPr sz="3000"/>
          </a:p>
        </p:txBody>
      </p:sp>
      <p:sp>
        <p:nvSpPr>
          <p:cNvPr id="679" name="Google Shape;679;p77"/>
          <p:cNvSpPr txBox="1"/>
          <p:nvPr>
            <p:ph idx="1" type="subTitle"/>
          </p:nvPr>
        </p:nvSpPr>
        <p:spPr>
          <a:xfrm>
            <a:off x="1697375" y="2291627"/>
            <a:ext cx="3294600" cy="9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t>Do you have any questions?</a:t>
            </a:r>
            <a:endParaRPr sz="1200"/>
          </a:p>
        </p:txBody>
      </p:sp>
      <p:sp>
        <p:nvSpPr>
          <p:cNvPr id="680" name="Google Shape;680;p77"/>
          <p:cNvSpPr txBox="1"/>
          <p:nvPr/>
        </p:nvSpPr>
        <p:spPr>
          <a:xfrm>
            <a:off x="1008000" y="138402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681" name="Google Shape;681;p77"/>
          <p:cNvSpPr txBox="1"/>
          <p:nvPr/>
        </p:nvSpPr>
        <p:spPr>
          <a:xfrm>
            <a:off x="5329650" y="226830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pic>
        <p:nvPicPr>
          <p:cNvPr id="682" name="Google Shape;682;p77"/>
          <p:cNvPicPr preferRelativeResize="0"/>
          <p:nvPr/>
        </p:nvPicPr>
        <p:blipFill>
          <a:blip r:embed="rId3">
            <a:alphaModFix/>
          </a:blip>
          <a:stretch>
            <a:fillRect/>
          </a:stretch>
        </p:blipFill>
        <p:spPr>
          <a:xfrm>
            <a:off x="5019875" y="3358350"/>
            <a:ext cx="3166650" cy="997800"/>
          </a:xfrm>
          <a:prstGeom prst="rect">
            <a:avLst/>
          </a:prstGeom>
          <a:noFill/>
          <a:ln>
            <a:noFill/>
          </a:ln>
        </p:spPr>
      </p:pic>
      <p:sp>
        <p:nvSpPr>
          <p:cNvPr id="683" name="Google Shape;683;p77"/>
          <p:cNvSpPr txBox="1"/>
          <p:nvPr/>
        </p:nvSpPr>
        <p:spPr>
          <a:xfrm>
            <a:off x="5069550" y="33583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Source Code Pro"/>
                <a:ea typeface="Source Code Pro"/>
                <a:cs typeface="Source Code Pro"/>
                <a:sym typeface="Source Code Pro"/>
              </a:rPr>
              <a:t>Thanks for attending!</a:t>
            </a:r>
            <a:endParaRPr sz="1200">
              <a:solidFill>
                <a:schemeClr val="dk1"/>
              </a:solidFill>
              <a:latin typeface="Source Code Pro"/>
              <a:ea typeface="Source Code Pro"/>
              <a:cs typeface="Source Code Pro"/>
              <a:sym typeface="Source Code Pro"/>
            </a:endParaRPr>
          </a:p>
          <a:p>
            <a:pPr indent="0" lvl="0" marL="0" rtl="0" algn="l">
              <a:spcBef>
                <a:spcPts val="0"/>
              </a:spcBef>
              <a:spcAft>
                <a:spcPts val="0"/>
              </a:spcAft>
              <a:buNone/>
            </a:pPr>
            <a:r>
              <a:t/>
            </a:r>
            <a:endParaRPr sz="1200">
              <a:solidFill>
                <a:schemeClr val="dk1"/>
              </a:solidFill>
              <a:latin typeface="Source Code Pro"/>
              <a:ea typeface="Source Code Pro"/>
              <a:cs typeface="Source Code Pro"/>
              <a:sym typeface="Source Code Pro"/>
            </a:endParaRPr>
          </a:p>
          <a:p>
            <a:pPr indent="-304800" lvl="0" marL="457200" rtl="0" algn="l">
              <a:spcBef>
                <a:spcPts val="0"/>
              </a:spcBef>
              <a:spcAft>
                <a:spcPts val="0"/>
              </a:spcAft>
              <a:buClr>
                <a:schemeClr val="dk1"/>
              </a:buClr>
              <a:buSzPts val="1200"/>
              <a:buFont typeface="Source Code Pro"/>
              <a:buChar char="-"/>
            </a:pPr>
            <a:r>
              <a:rPr lang="en" sz="1200">
                <a:solidFill>
                  <a:schemeClr val="dk1"/>
                </a:solidFill>
                <a:latin typeface="Source Code Pro"/>
                <a:ea typeface="Source Code Pro"/>
                <a:cs typeface="Source Code Pro"/>
                <a:sym typeface="Source Code Pro"/>
              </a:rPr>
              <a:t>OS Team</a:t>
            </a:r>
            <a:endParaRPr sz="1200">
              <a:solidFill>
                <a:schemeClr val="dk1"/>
              </a:solidFill>
              <a:latin typeface="Source Code Pro"/>
              <a:ea typeface="Source Code Pro"/>
              <a:cs typeface="Source Code Pro"/>
              <a:sym typeface="Source Code Pr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7" name="Shape 687"/>
        <p:cNvGrpSpPr/>
        <p:nvPr/>
      </p:nvGrpSpPr>
      <p:grpSpPr>
        <a:xfrm>
          <a:off x="0" y="0"/>
          <a:ext cx="0" cy="0"/>
          <a:chOff x="0" y="0"/>
          <a:chExt cx="0" cy="0"/>
        </a:xfrm>
      </p:grpSpPr>
      <p:grpSp>
        <p:nvGrpSpPr>
          <p:cNvPr id="688" name="Google Shape;688;p78"/>
          <p:cNvGrpSpPr/>
          <p:nvPr/>
        </p:nvGrpSpPr>
        <p:grpSpPr>
          <a:xfrm>
            <a:off x="772525" y="726625"/>
            <a:ext cx="6578100" cy="3438300"/>
            <a:chOff x="772525" y="726625"/>
            <a:chExt cx="6578100" cy="3438300"/>
          </a:xfrm>
        </p:grpSpPr>
        <p:sp>
          <p:nvSpPr>
            <p:cNvPr id="689" name="Google Shape;689;p78"/>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78"/>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 name="Google Shape;691;p78"/>
          <p:cNvGrpSpPr/>
          <p:nvPr/>
        </p:nvGrpSpPr>
        <p:grpSpPr>
          <a:xfrm>
            <a:off x="4924175" y="3441525"/>
            <a:ext cx="3447300" cy="962400"/>
            <a:chOff x="4924175" y="3441525"/>
            <a:chExt cx="3447300" cy="962400"/>
          </a:xfrm>
        </p:grpSpPr>
        <p:sp>
          <p:nvSpPr>
            <p:cNvPr id="692" name="Google Shape;692;p78"/>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8"/>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 name="Google Shape;694;p78"/>
          <p:cNvGrpSpPr/>
          <p:nvPr/>
        </p:nvGrpSpPr>
        <p:grpSpPr>
          <a:xfrm>
            <a:off x="6849418" y="1309976"/>
            <a:ext cx="1864833" cy="1637043"/>
            <a:chOff x="1054812" y="1029590"/>
            <a:chExt cx="3436214" cy="3912627"/>
          </a:xfrm>
        </p:grpSpPr>
        <p:sp>
          <p:nvSpPr>
            <p:cNvPr id="695" name="Google Shape;695;p78"/>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78"/>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7" name="Google Shape;697;p78"/>
          <p:cNvSpPr txBox="1"/>
          <p:nvPr/>
        </p:nvSpPr>
        <p:spPr>
          <a:xfrm>
            <a:off x="1008000" y="138402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698" name="Google Shape;698;p78"/>
          <p:cNvSpPr txBox="1"/>
          <p:nvPr/>
        </p:nvSpPr>
        <p:spPr>
          <a:xfrm>
            <a:off x="5947500" y="25098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699" name="Google Shape;699;p78"/>
          <p:cNvSpPr txBox="1"/>
          <p:nvPr/>
        </p:nvSpPr>
        <p:spPr>
          <a:xfrm>
            <a:off x="7198457" y="187360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
        <p:nvSpPr>
          <p:cNvPr id="700" name="Google Shape;700;p78"/>
          <p:cNvSpPr txBox="1"/>
          <p:nvPr>
            <p:ph type="ctrTitle"/>
          </p:nvPr>
        </p:nvSpPr>
        <p:spPr>
          <a:xfrm>
            <a:off x="1789400" y="1309975"/>
            <a:ext cx="4148400" cy="167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a:t>
            </a:r>
            <a:endParaRPr/>
          </a:p>
          <a:p>
            <a:pPr indent="0" lvl="0" marL="0" rtl="0" algn="l">
              <a:spcBef>
                <a:spcPts val="0"/>
              </a:spcBef>
              <a:spcAft>
                <a:spcPts val="0"/>
              </a:spcAft>
              <a:buNone/>
            </a:pPr>
            <a:r>
              <a:rPr lang="en"/>
              <a:t>Operating Systems Curriculum</a:t>
            </a:r>
            <a:endParaRPr/>
          </a:p>
        </p:txBody>
      </p:sp>
      <p:sp>
        <p:nvSpPr>
          <p:cNvPr id="701" name="Google Shape;701;p78"/>
          <p:cNvSpPr txBox="1"/>
          <p:nvPr>
            <p:ph idx="1" type="subTitle"/>
          </p:nvPr>
        </p:nvSpPr>
        <p:spPr>
          <a:xfrm>
            <a:off x="5169200" y="3772200"/>
            <a:ext cx="3043800" cy="52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Pt. 2 | Virtual Machines</a:t>
            </a:r>
            <a:endParaRPr/>
          </a:p>
        </p:txBody>
      </p:sp>
      <p:sp>
        <p:nvSpPr>
          <p:cNvPr id="702" name="Google Shape;702;p78"/>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[Loading...]</a:t>
            </a:r>
            <a:endParaRPr sz="1000">
              <a:solidFill>
                <a:schemeClr val="dk1"/>
              </a:solidFill>
              <a:latin typeface="Source Code Pro"/>
              <a:ea typeface="Source Code Pro"/>
              <a:cs typeface="Source Code Pro"/>
              <a:sym typeface="Source Code Pro"/>
            </a:endParaRPr>
          </a:p>
        </p:txBody>
      </p:sp>
      <p:sp>
        <p:nvSpPr>
          <p:cNvPr id="703" name="Google Shape;703;p78"/>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7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Visualization</a:t>
            </a:r>
            <a:endParaRPr b="1" sz="2300">
              <a:solidFill>
                <a:schemeClr val="lt2"/>
              </a:solidFill>
            </a:endParaRPr>
          </a:p>
        </p:txBody>
      </p:sp>
      <p:sp>
        <p:nvSpPr>
          <p:cNvPr id="709" name="Google Shape;709;p79"/>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Operating System → Compiler → Virtual Machine</a:t>
            </a:r>
            <a:endParaRPr sz="1000"/>
          </a:p>
        </p:txBody>
      </p:sp>
      <p:pic>
        <p:nvPicPr>
          <p:cNvPr id="710" name="Google Shape;710;p79"/>
          <p:cNvPicPr preferRelativeResize="0"/>
          <p:nvPr/>
        </p:nvPicPr>
        <p:blipFill>
          <a:blip r:embed="rId4">
            <a:alphaModFix/>
          </a:blip>
          <a:stretch>
            <a:fillRect/>
          </a:stretch>
        </p:blipFill>
        <p:spPr>
          <a:xfrm>
            <a:off x="1514300" y="2290798"/>
            <a:ext cx="6115401" cy="1944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grpSp>
        <p:nvGrpSpPr>
          <p:cNvPr id="715" name="Google Shape;715;p80"/>
          <p:cNvGrpSpPr/>
          <p:nvPr/>
        </p:nvGrpSpPr>
        <p:grpSpPr>
          <a:xfrm flipH="1">
            <a:off x="1837996" y="726625"/>
            <a:ext cx="6578100" cy="3438300"/>
            <a:chOff x="772525" y="726625"/>
            <a:chExt cx="6578100" cy="3438300"/>
          </a:xfrm>
        </p:grpSpPr>
        <p:sp>
          <p:nvSpPr>
            <p:cNvPr id="716" name="Google Shape;716;p80"/>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80"/>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 name="Google Shape;718;p80"/>
          <p:cNvGrpSpPr/>
          <p:nvPr/>
        </p:nvGrpSpPr>
        <p:grpSpPr>
          <a:xfrm flipH="1">
            <a:off x="4066704" y="3324200"/>
            <a:ext cx="3447300" cy="962400"/>
            <a:chOff x="4924175" y="3441525"/>
            <a:chExt cx="3447300" cy="962400"/>
          </a:xfrm>
        </p:grpSpPr>
        <p:sp>
          <p:nvSpPr>
            <p:cNvPr id="719" name="Google Shape;719;p80"/>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80"/>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 name="Google Shape;721;p80"/>
          <p:cNvGrpSpPr/>
          <p:nvPr/>
        </p:nvGrpSpPr>
        <p:grpSpPr>
          <a:xfrm flipH="1">
            <a:off x="839620" y="2361876"/>
            <a:ext cx="1864833" cy="1637043"/>
            <a:chOff x="1054812" y="1029590"/>
            <a:chExt cx="3436214" cy="3912627"/>
          </a:xfrm>
        </p:grpSpPr>
        <p:sp>
          <p:nvSpPr>
            <p:cNvPr id="722" name="Google Shape;722;p80"/>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80"/>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4" name="Google Shape;724;p80"/>
          <p:cNvSpPr txBox="1"/>
          <p:nvPr>
            <p:ph type="title"/>
          </p:nvPr>
        </p:nvSpPr>
        <p:spPr>
          <a:xfrm>
            <a:off x="3010050" y="1252225"/>
            <a:ext cx="5250600" cy="18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Quick Compiler Intro</a:t>
            </a:r>
            <a:endParaRPr sz="5500"/>
          </a:p>
        </p:txBody>
      </p:sp>
      <p:sp>
        <p:nvSpPr>
          <p:cNvPr id="725" name="Google Shape;725;p80"/>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Communication Between Human and Computer</a:t>
            </a:r>
            <a:endParaRPr/>
          </a:p>
        </p:txBody>
      </p:sp>
      <p:sp>
        <p:nvSpPr>
          <p:cNvPr id="726" name="Google Shape;726;p80"/>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727" name="Google Shape;727;p80"/>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728" name="Google Shape;728;p80"/>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729" name="Google Shape;729;p80"/>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730" name="Google Shape;730;p80"/>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8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Compilers</a:t>
            </a:r>
            <a:endParaRPr b="1" sz="2300">
              <a:solidFill>
                <a:schemeClr val="lt2"/>
              </a:solidFill>
            </a:endParaRPr>
          </a:p>
        </p:txBody>
      </p:sp>
      <p:sp>
        <p:nvSpPr>
          <p:cNvPr id="736" name="Google Shape;736;p81"/>
          <p:cNvSpPr txBox="1"/>
          <p:nvPr>
            <p:ph idx="1" type="body"/>
          </p:nvPr>
        </p:nvSpPr>
        <p:spPr>
          <a:xfrm>
            <a:off x="720000" y="1002575"/>
            <a:ext cx="3992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Compilers high-level programming to low-level code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High-Level Programming: Designed specifically to be user-friendly for humans to interpret and understand what is going on</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Low-Level Code: Programming languages that are closer to the computer's hardware and provide direct control over its resources</a:t>
            </a:r>
            <a:endParaRPr sz="1000"/>
          </a:p>
          <a:p>
            <a:pPr indent="0" lvl="0" marL="0" rtl="0" algn="l">
              <a:lnSpc>
                <a:spcPct val="90000"/>
              </a:lnSpc>
              <a:spcBef>
                <a:spcPts val="600"/>
              </a:spcBef>
              <a:spcAft>
                <a:spcPts val="0"/>
              </a:spcAft>
              <a:buNone/>
            </a:pPr>
            <a:r>
              <a:t/>
            </a:r>
            <a:endParaRPr sz="1000"/>
          </a:p>
        </p:txBody>
      </p:sp>
      <p:pic>
        <p:nvPicPr>
          <p:cNvPr id="737" name="Google Shape;737;p81"/>
          <p:cNvPicPr preferRelativeResize="0"/>
          <p:nvPr/>
        </p:nvPicPr>
        <p:blipFill>
          <a:blip r:embed="rId3">
            <a:alphaModFix/>
          </a:blip>
          <a:stretch>
            <a:fillRect/>
          </a:stretch>
        </p:blipFill>
        <p:spPr>
          <a:xfrm>
            <a:off x="5085300" y="1714975"/>
            <a:ext cx="3516375" cy="26879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8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Two Implementations</a:t>
            </a:r>
            <a:endParaRPr b="1" sz="2300">
              <a:solidFill>
                <a:schemeClr val="lt2"/>
              </a:solidFill>
            </a:endParaRPr>
          </a:p>
        </p:txBody>
      </p:sp>
      <p:sp>
        <p:nvSpPr>
          <p:cNvPr id="743" name="Google Shape;743;p82"/>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304800" lvl="0" marL="457200" rtl="0" algn="l">
              <a:lnSpc>
                <a:spcPct val="90000"/>
              </a:lnSpc>
              <a:spcBef>
                <a:spcPts val="600"/>
              </a:spcBef>
              <a:spcAft>
                <a:spcPts val="0"/>
              </a:spcAft>
              <a:buSzPts val="1200"/>
              <a:buAutoNum type="arabicPeriod"/>
            </a:pPr>
            <a:r>
              <a:rPr lang="en"/>
              <a:t>Cache</a:t>
            </a:r>
            <a:endParaRPr/>
          </a:p>
          <a:p>
            <a:pPr indent="0" lvl="0" marL="457200" rtl="0" algn="l">
              <a:lnSpc>
                <a:spcPct val="90000"/>
              </a:lnSpc>
              <a:spcBef>
                <a:spcPts val="600"/>
              </a:spcBef>
              <a:spcAft>
                <a:spcPts val="0"/>
              </a:spcAft>
              <a:buNone/>
            </a:pPr>
            <a:r>
              <a:rPr lang="en"/>
              <a:t>Small, fast memory that stores copies of frequently accessed data to speed up future access</a:t>
            </a:r>
            <a:endParaRPr/>
          </a:p>
          <a:p>
            <a:pPr indent="0" lvl="0" marL="457200" rtl="0" algn="l">
              <a:lnSpc>
                <a:spcPct val="90000"/>
              </a:lnSpc>
              <a:spcBef>
                <a:spcPts val="600"/>
              </a:spcBef>
              <a:spcAft>
                <a:spcPts val="0"/>
              </a:spcAft>
              <a:buNone/>
            </a:pPr>
            <a:r>
              <a:t/>
            </a:r>
            <a:endParaRPr/>
          </a:p>
          <a:p>
            <a:pPr indent="-304800" lvl="0" marL="457200" rtl="0" algn="l">
              <a:lnSpc>
                <a:spcPct val="90000"/>
              </a:lnSpc>
              <a:spcBef>
                <a:spcPts val="600"/>
              </a:spcBef>
              <a:spcAft>
                <a:spcPts val="0"/>
              </a:spcAft>
              <a:buSzPts val="1200"/>
              <a:buAutoNum type="arabicPeriod"/>
            </a:pPr>
            <a:r>
              <a:rPr lang="en"/>
              <a:t>Multi-Level Paging</a:t>
            </a:r>
            <a:endParaRPr/>
          </a:p>
          <a:p>
            <a:pPr indent="0" lvl="0" marL="457200" rtl="0" algn="l">
              <a:lnSpc>
                <a:spcPct val="90000"/>
              </a:lnSpc>
              <a:spcBef>
                <a:spcPts val="600"/>
              </a:spcBef>
              <a:spcAft>
                <a:spcPts val="0"/>
              </a:spcAft>
              <a:buNone/>
            </a:pPr>
            <a:r>
              <a:rPr lang="en"/>
              <a:t>A memory management technique that replaces a single, large page table with a hierarchy of smaller page tables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8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Problems with Compilers</a:t>
            </a:r>
            <a:endParaRPr b="1" sz="2300">
              <a:solidFill>
                <a:schemeClr val="lt2"/>
              </a:solidFill>
            </a:endParaRPr>
          </a:p>
        </p:txBody>
      </p:sp>
      <p:sp>
        <p:nvSpPr>
          <p:cNvPr id="749" name="Google Shape;749;p83"/>
          <p:cNvSpPr txBox="1"/>
          <p:nvPr>
            <p:ph idx="1" type="body"/>
          </p:nvPr>
        </p:nvSpPr>
        <p:spPr>
          <a:xfrm>
            <a:off x="720000" y="1002575"/>
            <a:ext cx="3992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Many devices use different processes and machine languages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You are forced to write MULTIPLE compilers for each processor</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You are forced to translate your program across many platforms and maintain multiple version of your code</a:t>
            </a:r>
            <a:endParaRPr sz="1000"/>
          </a:p>
        </p:txBody>
      </p:sp>
      <p:pic>
        <p:nvPicPr>
          <p:cNvPr id="750" name="Google Shape;750;p83"/>
          <p:cNvPicPr preferRelativeResize="0"/>
          <p:nvPr/>
        </p:nvPicPr>
        <p:blipFill>
          <a:blip r:embed="rId3">
            <a:alphaModFix/>
          </a:blip>
          <a:stretch>
            <a:fillRect/>
          </a:stretch>
        </p:blipFill>
        <p:spPr>
          <a:xfrm>
            <a:off x="5291601" y="1220038"/>
            <a:ext cx="3298400" cy="31338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8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Solution: Two-Tier Compilation</a:t>
            </a:r>
            <a:endParaRPr b="1" sz="2300">
              <a:solidFill>
                <a:schemeClr val="lt2"/>
              </a:solidFill>
            </a:endParaRPr>
          </a:p>
        </p:txBody>
      </p:sp>
      <p:sp>
        <p:nvSpPr>
          <p:cNvPr id="756" name="Google Shape;756;p84"/>
          <p:cNvSpPr txBox="1"/>
          <p:nvPr>
            <p:ph idx="1" type="body"/>
          </p:nvPr>
        </p:nvSpPr>
        <p:spPr>
          <a:xfrm>
            <a:off x="720000" y="1002575"/>
            <a:ext cx="3992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Do not compile program down to machine language</a:t>
            </a:r>
            <a:endParaRPr sz="1000"/>
          </a:p>
          <a:p>
            <a:pPr indent="0" lvl="0" marL="0" rtl="0" algn="l">
              <a:lnSpc>
                <a:spcPct val="90000"/>
              </a:lnSpc>
              <a:spcBef>
                <a:spcPts val="600"/>
              </a:spcBef>
              <a:spcAft>
                <a:spcPts val="0"/>
              </a:spcAft>
              <a:buNone/>
            </a:pPr>
            <a:r>
              <a:rPr lang="en" sz="1000"/>
              <a:t>Instead, program is translated into VM Code through</a:t>
            </a:r>
            <a:endParaRPr sz="1000"/>
          </a:p>
          <a:p>
            <a:pPr indent="0" lvl="0" marL="0" rtl="0" algn="l">
              <a:lnSpc>
                <a:spcPct val="90000"/>
              </a:lnSpc>
              <a:spcBef>
                <a:spcPts val="600"/>
              </a:spcBef>
              <a:spcAft>
                <a:spcPts val="0"/>
              </a:spcAft>
              <a:buNone/>
            </a:pPr>
            <a:r>
              <a:rPr lang="en" sz="1000"/>
              <a:t>Two-Tier Compilation</a:t>
            </a:r>
            <a:endParaRPr sz="1000"/>
          </a:p>
          <a:p>
            <a:pPr indent="0" lvl="0" marL="0" rtl="0" algn="l">
              <a:lnSpc>
                <a:spcPct val="90000"/>
              </a:lnSpc>
              <a:spcBef>
                <a:spcPts val="600"/>
              </a:spcBef>
              <a:spcAft>
                <a:spcPts val="0"/>
              </a:spcAft>
              <a:buNone/>
            </a:pPr>
            <a:r>
              <a:rPr lang="en" sz="1000"/>
              <a:t>Allows you to Write ONCE, Run ANYWHERE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Tier I: Virtual Machine</a:t>
            </a:r>
            <a:endParaRPr sz="1000"/>
          </a:p>
          <a:p>
            <a:pPr indent="0" lvl="0" marL="0" rtl="0" algn="l">
              <a:lnSpc>
                <a:spcPct val="90000"/>
              </a:lnSpc>
              <a:spcBef>
                <a:spcPts val="600"/>
              </a:spcBef>
              <a:spcAft>
                <a:spcPts val="0"/>
              </a:spcAft>
              <a:buNone/>
            </a:pPr>
            <a:r>
              <a:rPr lang="en" sz="1000"/>
              <a:t>	VM Code is a set of instructions for the VM that is understood by any VMI (universal)</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Tier II: Virtual Machine Implementation</a:t>
            </a:r>
            <a:endParaRPr sz="1000"/>
          </a:p>
          <a:p>
            <a:pPr indent="0" lvl="0" marL="0" rtl="0" algn="l">
              <a:lnSpc>
                <a:spcPct val="90000"/>
              </a:lnSpc>
              <a:spcBef>
                <a:spcPts val="600"/>
              </a:spcBef>
              <a:spcAft>
                <a:spcPts val="0"/>
              </a:spcAft>
              <a:buNone/>
            </a:pPr>
            <a:r>
              <a:rPr lang="en" sz="1000"/>
              <a:t>	Equips target device with a translation to convert VM code into machine language for a specific device</a:t>
            </a:r>
            <a:endParaRPr sz="1000"/>
          </a:p>
        </p:txBody>
      </p:sp>
      <p:pic>
        <p:nvPicPr>
          <p:cNvPr id="757" name="Google Shape;757;p84"/>
          <p:cNvPicPr preferRelativeResize="0"/>
          <p:nvPr/>
        </p:nvPicPr>
        <p:blipFill>
          <a:blip r:embed="rId3">
            <a:alphaModFix/>
          </a:blip>
          <a:stretch>
            <a:fillRect/>
          </a:stretch>
        </p:blipFill>
        <p:spPr>
          <a:xfrm>
            <a:off x="5044287" y="1031825"/>
            <a:ext cx="3538887" cy="33070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grpSp>
        <p:nvGrpSpPr>
          <p:cNvPr id="762" name="Google Shape;762;p85"/>
          <p:cNvGrpSpPr/>
          <p:nvPr/>
        </p:nvGrpSpPr>
        <p:grpSpPr>
          <a:xfrm flipH="1">
            <a:off x="1837996" y="726625"/>
            <a:ext cx="6578100" cy="3438300"/>
            <a:chOff x="772525" y="726625"/>
            <a:chExt cx="6578100" cy="3438300"/>
          </a:xfrm>
        </p:grpSpPr>
        <p:sp>
          <p:nvSpPr>
            <p:cNvPr id="763" name="Google Shape;763;p85"/>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85"/>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 name="Google Shape;765;p85"/>
          <p:cNvGrpSpPr/>
          <p:nvPr/>
        </p:nvGrpSpPr>
        <p:grpSpPr>
          <a:xfrm flipH="1">
            <a:off x="4066704" y="3324200"/>
            <a:ext cx="3447300" cy="962400"/>
            <a:chOff x="4924175" y="3441525"/>
            <a:chExt cx="3447300" cy="962400"/>
          </a:xfrm>
        </p:grpSpPr>
        <p:sp>
          <p:nvSpPr>
            <p:cNvPr id="766" name="Google Shape;766;p85"/>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85"/>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 name="Google Shape;768;p85"/>
          <p:cNvGrpSpPr/>
          <p:nvPr/>
        </p:nvGrpSpPr>
        <p:grpSpPr>
          <a:xfrm flipH="1">
            <a:off x="839620" y="2361876"/>
            <a:ext cx="1864833" cy="1637043"/>
            <a:chOff x="1054812" y="1029590"/>
            <a:chExt cx="3436214" cy="3912627"/>
          </a:xfrm>
        </p:grpSpPr>
        <p:sp>
          <p:nvSpPr>
            <p:cNvPr id="769" name="Google Shape;769;p85"/>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85"/>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1" name="Google Shape;771;p85"/>
          <p:cNvSpPr txBox="1"/>
          <p:nvPr>
            <p:ph type="title"/>
          </p:nvPr>
        </p:nvSpPr>
        <p:spPr>
          <a:xfrm>
            <a:off x="3010050" y="1252225"/>
            <a:ext cx="5250600" cy="18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Virtual Machines</a:t>
            </a:r>
            <a:endParaRPr sz="5500"/>
          </a:p>
        </p:txBody>
      </p:sp>
      <p:sp>
        <p:nvSpPr>
          <p:cNvPr id="772" name="Google Shape;772;p85"/>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The Bridge to Universal Language</a:t>
            </a:r>
            <a:endParaRPr sz="1500">
              <a:latin typeface="Share Tech"/>
              <a:ea typeface="Share Tech"/>
              <a:cs typeface="Share Tech"/>
              <a:sym typeface="Share Tech"/>
            </a:endParaRPr>
          </a:p>
        </p:txBody>
      </p:sp>
      <p:sp>
        <p:nvSpPr>
          <p:cNvPr id="773" name="Google Shape;773;p85"/>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774" name="Google Shape;774;p85"/>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775" name="Google Shape;775;p85"/>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776" name="Google Shape;776;p85"/>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777" name="Google Shape;777;p85"/>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8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What is a Virtual Machine?</a:t>
            </a:r>
            <a:endParaRPr b="1" sz="2300">
              <a:solidFill>
                <a:schemeClr val="lt2"/>
              </a:solidFill>
            </a:endParaRPr>
          </a:p>
        </p:txBody>
      </p:sp>
      <p:sp>
        <p:nvSpPr>
          <p:cNvPr id="783" name="Google Shape;783;p86"/>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 Virtual Machine is software that emulates a real computer system. It uses virtual representations of the host’s physical resources, managed by the hypervisor, rather than accessing the physical hardware directly.</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Consists of:</a:t>
            </a:r>
            <a:endParaRPr sz="1000"/>
          </a:p>
          <a:p>
            <a:pPr indent="0" lvl="0" marL="0" rtl="0" algn="l">
              <a:lnSpc>
                <a:spcPct val="90000"/>
              </a:lnSpc>
              <a:spcBef>
                <a:spcPts val="600"/>
              </a:spcBef>
              <a:spcAft>
                <a:spcPts val="0"/>
              </a:spcAft>
              <a:buNone/>
            </a:pPr>
            <a:r>
              <a:rPr lang="en" sz="1000"/>
              <a:t>Host: a physical computer</a:t>
            </a:r>
            <a:endParaRPr sz="1000"/>
          </a:p>
          <a:p>
            <a:pPr indent="0" lvl="0" marL="0" rtl="0" algn="l">
              <a:lnSpc>
                <a:spcPct val="90000"/>
              </a:lnSpc>
              <a:spcBef>
                <a:spcPts val="600"/>
              </a:spcBef>
              <a:spcAft>
                <a:spcPts val="0"/>
              </a:spcAft>
              <a:buNone/>
            </a:pPr>
            <a:r>
              <a:rPr lang="en" sz="1000"/>
              <a:t>Guest: the operating system running in the VM</a:t>
            </a:r>
            <a:endParaRPr sz="1000"/>
          </a:p>
          <a:p>
            <a:pPr indent="0" lvl="0" marL="0" rtl="0" algn="l">
              <a:lnSpc>
                <a:spcPct val="90000"/>
              </a:lnSpc>
              <a:spcBef>
                <a:spcPts val="600"/>
              </a:spcBef>
              <a:spcAft>
                <a:spcPts val="0"/>
              </a:spcAft>
              <a:buNone/>
            </a:pPr>
            <a:r>
              <a:rPr lang="en" sz="1000"/>
              <a:t>Hypervisor: the software that manages VM by mapping virtual resources to real resources</a:t>
            </a:r>
            <a:endParaRPr sz="1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8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What is a Virtual Machine Equipped With?</a:t>
            </a:r>
            <a:endParaRPr b="1" sz="2300">
              <a:solidFill>
                <a:schemeClr val="lt2"/>
              </a:solidFill>
            </a:endParaRPr>
          </a:p>
        </p:txBody>
      </p:sp>
      <p:sp>
        <p:nvSpPr>
          <p:cNvPr id="789" name="Google Shape;789;p87"/>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VM Code</a:t>
            </a:r>
            <a:endParaRPr sz="1000"/>
          </a:p>
          <a:p>
            <a:pPr indent="0" lvl="0" marL="0" rtl="0" algn="l">
              <a:lnSpc>
                <a:spcPct val="90000"/>
              </a:lnSpc>
              <a:spcBef>
                <a:spcPts val="600"/>
              </a:spcBef>
              <a:spcAft>
                <a:spcPts val="0"/>
              </a:spcAft>
              <a:buNone/>
            </a:pPr>
            <a:r>
              <a:rPr lang="en" sz="1000"/>
              <a:t>Think of it as “intermediate” code.</a:t>
            </a:r>
            <a:endParaRPr sz="1000"/>
          </a:p>
          <a:p>
            <a:pPr indent="0" lvl="0" marL="0" rtl="0" algn="l">
              <a:lnSpc>
                <a:spcPct val="90000"/>
              </a:lnSpc>
              <a:spcBef>
                <a:spcPts val="600"/>
              </a:spcBef>
              <a:spcAft>
                <a:spcPts val="0"/>
              </a:spcAft>
              <a:buNone/>
            </a:pPr>
            <a:r>
              <a:rPr lang="en" sz="1000"/>
              <a:t>This code acts as a middle-ground the source code and the assembly code.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VM Translator</a:t>
            </a:r>
            <a:endParaRPr sz="1000"/>
          </a:p>
          <a:p>
            <a:pPr indent="0" lvl="0" marL="0" rtl="0" algn="l">
              <a:lnSpc>
                <a:spcPct val="90000"/>
              </a:lnSpc>
              <a:spcBef>
                <a:spcPts val="600"/>
              </a:spcBef>
              <a:spcAft>
                <a:spcPts val="0"/>
              </a:spcAft>
              <a:buNone/>
            </a:pPr>
            <a:r>
              <a:rPr lang="en" sz="1000"/>
              <a:t>Receives a stream of VM commands to convert VM code into assembly code that contains assembly commands</a:t>
            </a:r>
            <a:endParaRPr sz="1000"/>
          </a:p>
          <a:p>
            <a:pPr indent="0" lvl="0" marL="0" rtl="0" algn="l">
              <a:lnSpc>
                <a:spcPct val="90000"/>
              </a:lnSpc>
              <a:spcBef>
                <a:spcPts val="600"/>
              </a:spcBef>
              <a:spcAft>
                <a:spcPts val="0"/>
              </a:spcAft>
              <a:buNone/>
            </a:pPr>
            <a:r>
              <a:rPr lang="en" sz="1000"/>
              <a:t>Translates VM code into machine language</a:t>
            </a:r>
            <a:endParaRPr sz="1000"/>
          </a:p>
          <a:p>
            <a:pPr indent="0" lvl="0" marL="0" rtl="0" algn="l">
              <a:lnSpc>
                <a:spcPct val="90000"/>
              </a:lnSpc>
              <a:spcBef>
                <a:spcPts val="600"/>
              </a:spcBef>
              <a:spcAft>
                <a:spcPts val="0"/>
              </a:spcAft>
              <a:buNone/>
            </a:pPr>
            <a:r>
              <a:rPr lang="en" sz="1000"/>
              <a:t>Each VM command generate several assembly commands</a:t>
            </a:r>
            <a:endParaRPr sz="1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grpSp>
        <p:nvGrpSpPr>
          <p:cNvPr id="794" name="Google Shape;794;p88"/>
          <p:cNvGrpSpPr/>
          <p:nvPr/>
        </p:nvGrpSpPr>
        <p:grpSpPr>
          <a:xfrm flipH="1">
            <a:off x="1837996" y="726625"/>
            <a:ext cx="6578100" cy="3438300"/>
            <a:chOff x="772525" y="726625"/>
            <a:chExt cx="6578100" cy="3438300"/>
          </a:xfrm>
        </p:grpSpPr>
        <p:sp>
          <p:nvSpPr>
            <p:cNvPr id="795" name="Google Shape;795;p88"/>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88"/>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 name="Google Shape;797;p88"/>
          <p:cNvGrpSpPr/>
          <p:nvPr/>
        </p:nvGrpSpPr>
        <p:grpSpPr>
          <a:xfrm flipH="1">
            <a:off x="4066704" y="3324200"/>
            <a:ext cx="3447300" cy="962400"/>
            <a:chOff x="4924175" y="3441525"/>
            <a:chExt cx="3447300" cy="962400"/>
          </a:xfrm>
        </p:grpSpPr>
        <p:sp>
          <p:nvSpPr>
            <p:cNvPr id="798" name="Google Shape;798;p88"/>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88"/>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0" name="Google Shape;800;p88"/>
          <p:cNvGrpSpPr/>
          <p:nvPr/>
        </p:nvGrpSpPr>
        <p:grpSpPr>
          <a:xfrm flipH="1">
            <a:off x="839620" y="2361876"/>
            <a:ext cx="1864833" cy="1637043"/>
            <a:chOff x="1054812" y="1029590"/>
            <a:chExt cx="3436214" cy="3912627"/>
          </a:xfrm>
        </p:grpSpPr>
        <p:sp>
          <p:nvSpPr>
            <p:cNvPr id="801" name="Google Shape;801;p88"/>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88"/>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3" name="Google Shape;803;p88"/>
          <p:cNvSpPr txBox="1"/>
          <p:nvPr>
            <p:ph type="title"/>
          </p:nvPr>
        </p:nvSpPr>
        <p:spPr>
          <a:xfrm>
            <a:off x="3010050" y="1252225"/>
            <a:ext cx="5250600" cy="18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Stack Machines</a:t>
            </a:r>
            <a:endParaRPr sz="5500"/>
          </a:p>
        </p:txBody>
      </p:sp>
      <p:sp>
        <p:nvSpPr>
          <p:cNvPr id="804" name="Google Shape;804;p88"/>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Optimizing VM Translation</a:t>
            </a:r>
            <a:endParaRPr sz="1500">
              <a:latin typeface="Share Tech"/>
              <a:ea typeface="Share Tech"/>
              <a:cs typeface="Share Tech"/>
              <a:sym typeface="Share Tech"/>
            </a:endParaRPr>
          </a:p>
        </p:txBody>
      </p:sp>
      <p:sp>
        <p:nvSpPr>
          <p:cNvPr id="805" name="Google Shape;805;p88"/>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806" name="Google Shape;806;p88"/>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807" name="Google Shape;807;p88"/>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808" name="Google Shape;808;p88"/>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809" name="Google Shape;809;p88"/>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8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Problem</a:t>
            </a:r>
            <a:endParaRPr b="1" sz="2300">
              <a:solidFill>
                <a:schemeClr val="lt2"/>
              </a:solidFill>
            </a:endParaRPr>
          </a:p>
        </p:txBody>
      </p:sp>
      <p:sp>
        <p:nvSpPr>
          <p:cNvPr id="815" name="Google Shape;815;p89"/>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VM Code Objectives: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Simplify VM Compiler: VM Code needs to be closer to high-level so resources needed for translation to get from high-level program to VM code is minimized</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Simplify VM Implementation: VM Code needs to be closer to low-level so resources needed for translation to get from VM code to low-level program is minimized</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These two objectives contrast one another. How can we get around this?</a:t>
            </a:r>
            <a:endParaRPr sz="1000"/>
          </a:p>
        </p:txBody>
      </p:sp>
      <p:pic>
        <p:nvPicPr>
          <p:cNvPr id="816" name="Google Shape;816;p89"/>
          <p:cNvPicPr preferRelativeResize="0"/>
          <p:nvPr/>
        </p:nvPicPr>
        <p:blipFill>
          <a:blip r:embed="rId3">
            <a:alphaModFix/>
          </a:blip>
          <a:stretch>
            <a:fillRect/>
          </a:stretch>
        </p:blipFill>
        <p:spPr>
          <a:xfrm>
            <a:off x="7465125" y="671213"/>
            <a:ext cx="1215798" cy="38010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9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Solution</a:t>
            </a:r>
            <a:endParaRPr b="1" sz="2300">
              <a:solidFill>
                <a:schemeClr val="lt2"/>
              </a:solidFill>
            </a:endParaRPr>
          </a:p>
        </p:txBody>
      </p:sp>
      <p:sp>
        <p:nvSpPr>
          <p:cNvPr id="822" name="Google Shape;822;p90"/>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Stack Machine – a computer architecture that balances the two objectives very well</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Two Fundamental Operations:</a:t>
            </a:r>
            <a:endParaRPr sz="1000"/>
          </a:p>
          <a:p>
            <a:pPr indent="-292100" lvl="0" marL="457200" rtl="0" algn="l">
              <a:lnSpc>
                <a:spcPct val="90000"/>
              </a:lnSpc>
              <a:spcBef>
                <a:spcPts val="600"/>
              </a:spcBef>
              <a:spcAft>
                <a:spcPts val="0"/>
              </a:spcAft>
              <a:buSzPts val="1000"/>
              <a:buChar char="-"/>
            </a:pPr>
            <a:r>
              <a:rPr lang="en" sz="1000"/>
              <a:t>Push: add a layer to the top of the stack</a:t>
            </a:r>
            <a:endParaRPr sz="1000"/>
          </a:p>
          <a:p>
            <a:pPr indent="-292100" lvl="0" marL="457200" rtl="0" algn="l">
              <a:lnSpc>
                <a:spcPct val="90000"/>
              </a:lnSpc>
              <a:spcBef>
                <a:spcPts val="0"/>
              </a:spcBef>
              <a:spcAft>
                <a:spcPts val="0"/>
              </a:spcAft>
              <a:buSzPts val="1000"/>
              <a:buChar char="-"/>
            </a:pPr>
            <a:r>
              <a:rPr lang="en" sz="1000"/>
              <a:t>Pop: remove the top stack layer and store in memory</a:t>
            </a:r>
            <a:endParaRPr sz="1000"/>
          </a:p>
          <a:p>
            <a:pPr indent="0" lvl="0" marL="0" rtl="0" algn="l">
              <a:lnSpc>
                <a:spcPct val="90000"/>
              </a:lnSpc>
              <a:spcBef>
                <a:spcPts val="600"/>
              </a:spcBef>
              <a:spcAft>
                <a:spcPts val="0"/>
              </a:spcAft>
              <a:buNone/>
            </a:pPr>
            <a:r>
              <a:rPr lang="en" sz="1000"/>
              <a:t>You can ONLY access the stack’s data from the top layer</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Why does this help?</a:t>
            </a:r>
            <a:endParaRPr sz="1000"/>
          </a:p>
          <a:p>
            <a:pPr indent="-292100" lvl="0" marL="457200" rtl="0" algn="l">
              <a:lnSpc>
                <a:spcPct val="90000"/>
              </a:lnSpc>
              <a:spcBef>
                <a:spcPts val="600"/>
              </a:spcBef>
              <a:spcAft>
                <a:spcPts val="0"/>
              </a:spcAft>
              <a:buSzPts val="1000"/>
              <a:buChar char="-"/>
            </a:pPr>
            <a:r>
              <a:rPr lang="en" sz="1000"/>
              <a:t>Makes VM code compact and easy to interpret</a:t>
            </a:r>
            <a:endParaRPr sz="1000"/>
          </a:p>
          <a:p>
            <a:pPr indent="-292100" lvl="0" marL="457200" rtl="0" algn="l">
              <a:lnSpc>
                <a:spcPct val="90000"/>
              </a:lnSpc>
              <a:spcBef>
                <a:spcPts val="0"/>
              </a:spcBef>
              <a:spcAft>
                <a:spcPts val="0"/>
              </a:spcAft>
              <a:buSzPts val="1000"/>
              <a:buChar char="-"/>
            </a:pPr>
            <a:r>
              <a:rPr lang="en" sz="1000"/>
              <a:t>No need to fetch operands from memory or registers</a:t>
            </a:r>
            <a:endParaRPr sz="1000"/>
          </a:p>
          <a:p>
            <a:pPr indent="-292100" lvl="0" marL="457200" rtl="0" algn="l">
              <a:lnSpc>
                <a:spcPct val="90000"/>
              </a:lnSpc>
              <a:spcBef>
                <a:spcPts val="0"/>
              </a:spcBef>
              <a:spcAft>
                <a:spcPts val="0"/>
              </a:spcAft>
              <a:buSzPts val="1000"/>
              <a:buChar char="-"/>
            </a:pPr>
            <a:r>
              <a:rPr lang="en" sz="1000"/>
              <a:t>Helps prevent memory corruption</a:t>
            </a:r>
            <a:endParaRPr sz="1000"/>
          </a:p>
          <a:p>
            <a:pPr indent="0" lvl="0" marL="0" rtl="0" algn="l">
              <a:lnSpc>
                <a:spcPct val="90000"/>
              </a:lnSpc>
              <a:spcBef>
                <a:spcPts val="600"/>
              </a:spcBef>
              <a:spcAft>
                <a:spcPts val="0"/>
              </a:spcAft>
              <a:buNone/>
            </a:pPr>
            <a:r>
              <a:t/>
            </a:r>
            <a:endParaRPr sz="1000"/>
          </a:p>
        </p:txBody>
      </p:sp>
      <p:pic>
        <p:nvPicPr>
          <p:cNvPr id="823" name="Google Shape;823;p90"/>
          <p:cNvPicPr preferRelativeResize="0"/>
          <p:nvPr/>
        </p:nvPicPr>
        <p:blipFill>
          <a:blip r:embed="rId3">
            <a:alphaModFix/>
          </a:blip>
          <a:stretch>
            <a:fillRect/>
          </a:stretch>
        </p:blipFill>
        <p:spPr>
          <a:xfrm>
            <a:off x="5510075" y="1538237"/>
            <a:ext cx="2913925" cy="20670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9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Reading a Stack</a:t>
            </a:r>
            <a:endParaRPr b="1" sz="2300">
              <a:solidFill>
                <a:schemeClr val="lt2"/>
              </a:solidFill>
            </a:endParaRPr>
          </a:p>
        </p:txBody>
      </p:sp>
      <p:sp>
        <p:nvSpPr>
          <p:cNvPr id="829" name="Google Shape;829;p91"/>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Stack Pointer</a:t>
            </a:r>
            <a:endParaRPr sz="1000"/>
          </a:p>
          <a:p>
            <a:pPr indent="-292100" lvl="0" marL="457200" rtl="0" algn="l">
              <a:lnSpc>
                <a:spcPct val="90000"/>
              </a:lnSpc>
              <a:spcBef>
                <a:spcPts val="600"/>
              </a:spcBef>
              <a:spcAft>
                <a:spcPts val="0"/>
              </a:spcAft>
              <a:buSzPts val="1000"/>
              <a:buChar char="-"/>
            </a:pPr>
            <a:r>
              <a:rPr lang="en" sz="1000"/>
              <a:t>Points in the register on the top of the stack, usually at an empty register unless the stack is full</a:t>
            </a:r>
            <a:endParaRPr sz="1000"/>
          </a:p>
          <a:p>
            <a:pPr indent="0" lvl="0" marL="0" rtl="0" algn="l">
              <a:lnSpc>
                <a:spcPct val="90000"/>
              </a:lnSpc>
              <a:spcBef>
                <a:spcPts val="600"/>
              </a:spcBef>
              <a:spcAft>
                <a:spcPts val="0"/>
              </a:spcAft>
              <a:buNone/>
            </a:pPr>
            <a:r>
              <a:rPr lang="en" sz="1000"/>
              <a:t>(SP)</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Base Addresses</a:t>
            </a:r>
            <a:endParaRPr sz="1000"/>
          </a:p>
          <a:p>
            <a:pPr indent="-292100" lvl="0" marL="457200" rtl="0" algn="l">
              <a:lnSpc>
                <a:spcPct val="90000"/>
              </a:lnSpc>
              <a:spcBef>
                <a:spcPts val="600"/>
              </a:spcBef>
              <a:spcAft>
                <a:spcPts val="0"/>
              </a:spcAft>
              <a:buSzPts val="1000"/>
              <a:buChar char="-"/>
            </a:pPr>
            <a:r>
              <a:rPr lang="en" sz="1000"/>
              <a:t>Ids that identify which number of the stack corresponds to which layer of data</a:t>
            </a:r>
            <a:endParaRPr sz="1000"/>
          </a:p>
          <a:p>
            <a:pPr indent="0" lvl="0" marL="0" rtl="0" algn="l">
              <a:lnSpc>
                <a:spcPct val="90000"/>
              </a:lnSpc>
              <a:spcBef>
                <a:spcPts val="600"/>
              </a:spcBef>
              <a:spcAft>
                <a:spcPts val="0"/>
              </a:spcAft>
              <a:buNone/>
            </a:pPr>
            <a:r>
              <a:rPr lang="en" sz="1000"/>
              <a:t>(0, 1, 2, …)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Integer Data</a:t>
            </a:r>
            <a:endParaRPr sz="1000"/>
          </a:p>
          <a:p>
            <a:pPr indent="-292100" lvl="0" marL="457200" rtl="0" algn="l">
              <a:lnSpc>
                <a:spcPct val="90000"/>
              </a:lnSpc>
              <a:spcBef>
                <a:spcPts val="600"/>
              </a:spcBef>
              <a:spcAft>
                <a:spcPts val="0"/>
              </a:spcAft>
              <a:buSzPts val="1000"/>
              <a:buChar char="-"/>
            </a:pPr>
            <a:r>
              <a:rPr lang="en" sz="1000"/>
              <a:t>Data stored within the stack</a:t>
            </a:r>
            <a:endParaRPr sz="1000"/>
          </a:p>
          <a:p>
            <a:pPr indent="0" lvl="0" marL="0" rtl="0" algn="l">
              <a:lnSpc>
                <a:spcPct val="90000"/>
              </a:lnSpc>
              <a:spcBef>
                <a:spcPts val="600"/>
              </a:spcBef>
              <a:spcAft>
                <a:spcPts val="0"/>
              </a:spcAft>
              <a:buNone/>
            </a:pPr>
            <a:r>
              <a:rPr lang="en" sz="1000"/>
              <a:t>(7, -91, 3, …)</a:t>
            </a:r>
            <a:endParaRPr sz="1000"/>
          </a:p>
        </p:txBody>
      </p:sp>
      <p:grpSp>
        <p:nvGrpSpPr>
          <p:cNvPr id="830" name="Google Shape;830;p91"/>
          <p:cNvGrpSpPr/>
          <p:nvPr/>
        </p:nvGrpSpPr>
        <p:grpSpPr>
          <a:xfrm>
            <a:off x="6466775" y="738088"/>
            <a:ext cx="2177025" cy="3667325"/>
            <a:chOff x="6655275" y="738088"/>
            <a:chExt cx="2177025" cy="3667325"/>
          </a:xfrm>
        </p:grpSpPr>
        <p:pic>
          <p:nvPicPr>
            <p:cNvPr id="831" name="Google Shape;831;p91"/>
            <p:cNvPicPr preferRelativeResize="0"/>
            <p:nvPr/>
          </p:nvPicPr>
          <p:blipFill>
            <a:blip r:embed="rId3">
              <a:alphaModFix/>
            </a:blip>
            <a:stretch>
              <a:fillRect/>
            </a:stretch>
          </p:blipFill>
          <p:spPr>
            <a:xfrm>
              <a:off x="6655275" y="738088"/>
              <a:ext cx="2177025" cy="3667325"/>
            </a:xfrm>
            <a:prstGeom prst="rect">
              <a:avLst/>
            </a:prstGeom>
            <a:noFill/>
            <a:ln>
              <a:noFill/>
            </a:ln>
          </p:spPr>
        </p:pic>
        <p:pic>
          <p:nvPicPr>
            <p:cNvPr id="832" name="Google Shape;832;p91"/>
            <p:cNvPicPr preferRelativeResize="0"/>
            <p:nvPr/>
          </p:nvPicPr>
          <p:blipFill>
            <a:blip r:embed="rId4">
              <a:alphaModFix/>
            </a:blip>
            <a:stretch>
              <a:fillRect/>
            </a:stretch>
          </p:blipFill>
          <p:spPr>
            <a:xfrm>
              <a:off x="7469950" y="3614375"/>
              <a:ext cx="1016300" cy="466500"/>
            </a:xfrm>
            <a:prstGeom prst="rect">
              <a:avLst/>
            </a:prstGeom>
            <a:noFill/>
            <a:ln>
              <a:noFill/>
            </a:ln>
          </p:spPr>
        </p:pic>
      </p:grpSp>
      <p:sp>
        <p:nvSpPr>
          <p:cNvPr id="833" name="Google Shape;833;p91"/>
          <p:cNvSpPr/>
          <p:nvPr/>
        </p:nvSpPr>
        <p:spPr>
          <a:xfrm>
            <a:off x="6208550" y="3663000"/>
            <a:ext cx="827100" cy="466500"/>
          </a:xfrm>
          <a:prstGeom prst="rightArrow">
            <a:avLst>
              <a:gd fmla="val 50000" name="adj1"/>
              <a:gd fmla="val 500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hare Tech"/>
              <a:ea typeface="Share Tech"/>
              <a:cs typeface="Share Tech"/>
              <a:sym typeface="Share Tech"/>
            </a:endParaRPr>
          </a:p>
        </p:txBody>
      </p:sp>
      <p:sp>
        <p:nvSpPr>
          <p:cNvPr id="834" name="Google Shape;834;p91"/>
          <p:cNvSpPr txBox="1"/>
          <p:nvPr/>
        </p:nvSpPr>
        <p:spPr>
          <a:xfrm>
            <a:off x="6357000" y="3680700"/>
            <a:ext cx="476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Share Tech"/>
                <a:ea typeface="Share Tech"/>
                <a:cs typeface="Share Tech"/>
                <a:sym typeface="Share Tech"/>
              </a:rPr>
              <a:t>SP</a:t>
            </a:r>
            <a:endParaRPr sz="1600">
              <a:solidFill>
                <a:schemeClr val="dk1"/>
              </a:solidFill>
              <a:latin typeface="Share Tech"/>
              <a:ea typeface="Share Tech"/>
              <a:cs typeface="Share Tech"/>
              <a:sym typeface="Share Tech"/>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9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Stack Arithmetic</a:t>
            </a:r>
            <a:endParaRPr b="1" sz="2300">
              <a:solidFill>
                <a:schemeClr val="lt2"/>
              </a:solidFill>
            </a:endParaRPr>
          </a:p>
        </p:txBody>
      </p:sp>
      <p:sp>
        <p:nvSpPr>
          <p:cNvPr id="840" name="Google Shape;840;p92"/>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With just Push &amp; Pop, you can do many logical/arithmetic commands, such as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Using just these commands, we can express ANY arithmetic or logical expression.</a:t>
            </a:r>
            <a:endParaRPr sz="1000"/>
          </a:p>
        </p:txBody>
      </p:sp>
      <p:pic>
        <p:nvPicPr>
          <p:cNvPr id="841" name="Google Shape;841;p92"/>
          <p:cNvPicPr preferRelativeResize="0"/>
          <p:nvPr/>
        </p:nvPicPr>
        <p:blipFill>
          <a:blip r:embed="rId3">
            <a:alphaModFix/>
          </a:blip>
          <a:stretch>
            <a:fillRect/>
          </a:stretch>
        </p:blipFill>
        <p:spPr>
          <a:xfrm>
            <a:off x="6576655" y="1171425"/>
            <a:ext cx="2101394" cy="817210"/>
          </a:xfrm>
          <a:prstGeom prst="rect">
            <a:avLst/>
          </a:prstGeom>
          <a:noFill/>
          <a:ln>
            <a:noFill/>
          </a:ln>
        </p:spPr>
      </p:pic>
      <p:pic>
        <p:nvPicPr>
          <p:cNvPr id="842" name="Google Shape;842;p92"/>
          <p:cNvPicPr preferRelativeResize="0"/>
          <p:nvPr/>
        </p:nvPicPr>
        <p:blipFill>
          <a:blip r:embed="rId4">
            <a:alphaModFix/>
          </a:blip>
          <a:stretch>
            <a:fillRect/>
          </a:stretch>
        </p:blipFill>
        <p:spPr>
          <a:xfrm>
            <a:off x="6572912" y="2031379"/>
            <a:ext cx="2105138" cy="766952"/>
          </a:xfrm>
          <a:prstGeom prst="rect">
            <a:avLst/>
          </a:prstGeom>
          <a:noFill/>
          <a:ln>
            <a:noFill/>
          </a:ln>
        </p:spPr>
      </p:pic>
      <p:pic>
        <p:nvPicPr>
          <p:cNvPr id="843" name="Google Shape;843;p92"/>
          <p:cNvPicPr preferRelativeResize="0"/>
          <p:nvPr/>
        </p:nvPicPr>
        <p:blipFill>
          <a:blip r:embed="rId5">
            <a:alphaModFix/>
          </a:blip>
          <a:stretch>
            <a:fillRect/>
          </a:stretch>
        </p:blipFill>
        <p:spPr>
          <a:xfrm>
            <a:off x="6572906" y="2841074"/>
            <a:ext cx="2105143" cy="879807"/>
          </a:xfrm>
          <a:prstGeom prst="rect">
            <a:avLst/>
          </a:prstGeom>
          <a:noFill/>
          <a:ln>
            <a:noFill/>
          </a:ln>
        </p:spPr>
      </p:pic>
      <p:pic>
        <p:nvPicPr>
          <p:cNvPr id="844" name="Google Shape;844;p92"/>
          <p:cNvPicPr preferRelativeResize="0"/>
          <p:nvPr/>
        </p:nvPicPr>
        <p:blipFill>
          <a:blip r:embed="rId6">
            <a:alphaModFix/>
          </a:blip>
          <a:stretch>
            <a:fillRect/>
          </a:stretch>
        </p:blipFill>
        <p:spPr>
          <a:xfrm>
            <a:off x="6572905" y="3763631"/>
            <a:ext cx="2105144" cy="713493"/>
          </a:xfrm>
          <a:prstGeom prst="rect">
            <a:avLst/>
          </a:prstGeom>
          <a:noFill/>
          <a:ln>
            <a:noFill/>
          </a:ln>
        </p:spPr>
      </p:pic>
      <p:pic>
        <p:nvPicPr>
          <p:cNvPr id="845" name="Google Shape;845;p92"/>
          <p:cNvPicPr preferRelativeResize="0"/>
          <p:nvPr/>
        </p:nvPicPr>
        <p:blipFill>
          <a:blip r:embed="rId7">
            <a:alphaModFix/>
          </a:blip>
          <a:stretch>
            <a:fillRect/>
          </a:stretch>
        </p:blipFill>
        <p:spPr>
          <a:xfrm>
            <a:off x="3887575" y="2020736"/>
            <a:ext cx="2414620" cy="160708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9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Problem</a:t>
            </a:r>
            <a:endParaRPr b="1" sz="2300">
              <a:solidFill>
                <a:schemeClr val="lt2"/>
              </a:solidFill>
            </a:endParaRPr>
          </a:p>
        </p:txBody>
      </p:sp>
      <p:sp>
        <p:nvSpPr>
          <p:cNvPr id="851" name="Google Shape;851;p93"/>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How do you differentiate between different variable types, such as argument, local, and static?</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Push &amp; Pop will treat these variables as the same type, so how do we solve this?</a:t>
            </a:r>
            <a:endParaRPr sz="1000"/>
          </a:p>
        </p:txBody>
      </p:sp>
      <p:pic>
        <p:nvPicPr>
          <p:cNvPr id="852" name="Google Shape;852;p93"/>
          <p:cNvPicPr preferRelativeResize="0"/>
          <p:nvPr/>
        </p:nvPicPr>
        <p:blipFill>
          <a:blip r:embed="rId3">
            <a:alphaModFix/>
          </a:blip>
          <a:stretch>
            <a:fillRect/>
          </a:stretch>
        </p:blipFill>
        <p:spPr>
          <a:xfrm>
            <a:off x="5734052" y="1346125"/>
            <a:ext cx="2943320" cy="2318978"/>
          </a:xfrm>
          <a:prstGeom prst="rect">
            <a:avLst/>
          </a:prstGeom>
          <a:noFill/>
          <a:ln>
            <a:noFill/>
          </a:ln>
        </p:spPr>
      </p:pic>
      <p:pic>
        <p:nvPicPr>
          <p:cNvPr id="853" name="Google Shape;853;p93"/>
          <p:cNvPicPr preferRelativeResize="0"/>
          <p:nvPr/>
        </p:nvPicPr>
        <p:blipFill>
          <a:blip r:embed="rId4">
            <a:alphaModFix/>
          </a:blip>
          <a:stretch>
            <a:fillRect/>
          </a:stretch>
        </p:blipFill>
        <p:spPr>
          <a:xfrm>
            <a:off x="4389300" y="2354415"/>
            <a:ext cx="1220555" cy="187341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9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Solution: Memory Segments</a:t>
            </a:r>
            <a:endParaRPr b="1" sz="2300">
              <a:solidFill>
                <a:schemeClr val="lt2"/>
              </a:solidFill>
            </a:endParaRPr>
          </a:p>
        </p:txBody>
      </p:sp>
      <p:sp>
        <p:nvSpPr>
          <p:cNvPr id="859" name="Google Shape;859;p94"/>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Use segments that differentiate the variables.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s1 → static 0</a:t>
            </a:r>
            <a:endParaRPr sz="1000"/>
          </a:p>
          <a:p>
            <a:pPr indent="0" lvl="0" marL="0" rtl="0" algn="l">
              <a:lnSpc>
                <a:spcPct val="90000"/>
              </a:lnSpc>
              <a:spcBef>
                <a:spcPts val="600"/>
              </a:spcBef>
              <a:spcAft>
                <a:spcPts val="0"/>
              </a:spcAft>
              <a:buNone/>
            </a:pPr>
            <a:r>
              <a:rPr lang="en" sz="1000"/>
              <a:t>y → argument 1</a:t>
            </a:r>
            <a:endParaRPr sz="1000"/>
          </a:p>
          <a:p>
            <a:pPr indent="0" lvl="0" marL="0" rtl="0" algn="l">
              <a:lnSpc>
                <a:spcPct val="90000"/>
              </a:lnSpc>
              <a:spcBef>
                <a:spcPts val="600"/>
              </a:spcBef>
              <a:spcAft>
                <a:spcPts val="0"/>
              </a:spcAft>
              <a:buNone/>
            </a:pPr>
            <a:r>
              <a:rPr lang="en" sz="1000"/>
              <a:t>c → local 2</a:t>
            </a:r>
            <a:endParaRPr sz="1000"/>
          </a:p>
        </p:txBody>
      </p:sp>
      <p:pic>
        <p:nvPicPr>
          <p:cNvPr id="860" name="Google Shape;860;p94"/>
          <p:cNvPicPr preferRelativeResize="0"/>
          <p:nvPr/>
        </p:nvPicPr>
        <p:blipFill>
          <a:blip r:embed="rId3">
            <a:alphaModFix/>
          </a:blip>
          <a:stretch>
            <a:fillRect/>
          </a:stretch>
        </p:blipFill>
        <p:spPr>
          <a:xfrm>
            <a:off x="7421172" y="1316800"/>
            <a:ext cx="1266528" cy="1994026"/>
          </a:xfrm>
          <a:prstGeom prst="rect">
            <a:avLst/>
          </a:prstGeom>
          <a:noFill/>
          <a:ln>
            <a:noFill/>
          </a:ln>
        </p:spPr>
      </p:pic>
      <p:pic>
        <p:nvPicPr>
          <p:cNvPr id="861" name="Google Shape;861;p94"/>
          <p:cNvPicPr preferRelativeResize="0"/>
          <p:nvPr/>
        </p:nvPicPr>
        <p:blipFill>
          <a:blip r:embed="rId4">
            <a:alphaModFix/>
          </a:blip>
          <a:stretch>
            <a:fillRect/>
          </a:stretch>
        </p:blipFill>
        <p:spPr>
          <a:xfrm>
            <a:off x="5695550" y="1316800"/>
            <a:ext cx="1299138" cy="1994025"/>
          </a:xfrm>
          <a:prstGeom prst="rect">
            <a:avLst/>
          </a:prstGeom>
          <a:noFill/>
          <a:ln>
            <a:noFill/>
          </a:ln>
        </p:spPr>
      </p:pic>
      <p:sp>
        <p:nvSpPr>
          <p:cNvPr id="862" name="Google Shape;862;p94"/>
          <p:cNvSpPr/>
          <p:nvPr/>
        </p:nvSpPr>
        <p:spPr>
          <a:xfrm>
            <a:off x="6875762" y="2271767"/>
            <a:ext cx="631500" cy="320700"/>
          </a:xfrm>
          <a:prstGeom prst="rightArrow">
            <a:avLst>
              <a:gd fmla="val 50000" name="adj1"/>
              <a:gd fmla="val 50000" name="adj2"/>
            </a:avLst>
          </a:prstGeom>
          <a:solidFill>
            <a:schemeClr val="accent3"/>
          </a:solidFill>
          <a:ln cap="flat" cmpd="sng" w="7350">
            <a:solidFill>
              <a:schemeClr val="dk2"/>
            </a:solidFill>
            <a:prstDash val="solid"/>
            <a:round/>
            <a:headEnd len="sm" w="sm" type="none"/>
            <a:tailEnd len="sm" w="sm" type="none"/>
          </a:ln>
        </p:spPr>
        <p:txBody>
          <a:bodyPr anchorCtr="0" anchor="ctr" bIns="70700" lIns="70700" spcFirstLastPara="1" rIns="70700" wrap="square" tIns="70700">
            <a:noAutofit/>
          </a:bodyPr>
          <a:lstStyle/>
          <a:p>
            <a:pPr indent="0" lvl="0" marL="0" rtl="0" algn="ctr">
              <a:spcBef>
                <a:spcPts val="0"/>
              </a:spcBef>
              <a:spcAft>
                <a:spcPts val="0"/>
              </a:spcAft>
              <a:buNone/>
            </a:pPr>
            <a:r>
              <a:t/>
            </a:r>
            <a:endParaRPr sz="1083">
              <a:latin typeface="Share Tech"/>
              <a:ea typeface="Share Tech"/>
              <a:cs typeface="Share Tech"/>
              <a:sym typeface="Share Tech"/>
            </a:endParaRPr>
          </a:p>
        </p:txBody>
      </p:sp>
      <p:pic>
        <p:nvPicPr>
          <p:cNvPr id="863" name="Google Shape;863;p94"/>
          <p:cNvPicPr preferRelativeResize="0"/>
          <p:nvPr/>
        </p:nvPicPr>
        <p:blipFill>
          <a:blip r:embed="rId5">
            <a:alphaModFix/>
          </a:blip>
          <a:stretch>
            <a:fillRect/>
          </a:stretch>
        </p:blipFill>
        <p:spPr>
          <a:xfrm>
            <a:off x="6195666" y="3369767"/>
            <a:ext cx="1991783" cy="109470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9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Implementing Memory Segment Pointers</a:t>
            </a:r>
            <a:endParaRPr b="1" sz="2300">
              <a:solidFill>
                <a:schemeClr val="lt2"/>
              </a:solidFill>
            </a:endParaRPr>
          </a:p>
        </p:txBody>
      </p:sp>
      <p:sp>
        <p:nvSpPr>
          <p:cNvPr id="869" name="Google Shape;869;p95"/>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Using the same stack, segment pointers can use the integer data in its pointed stack as an address register, which points to another register’s data point.</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Typical Segments Include:</a:t>
            </a:r>
            <a:endParaRPr sz="1000"/>
          </a:p>
        </p:txBody>
      </p:sp>
      <p:pic>
        <p:nvPicPr>
          <p:cNvPr id="870" name="Google Shape;870;p95"/>
          <p:cNvPicPr preferRelativeResize="0"/>
          <p:nvPr/>
        </p:nvPicPr>
        <p:blipFill>
          <a:blip r:embed="rId3">
            <a:alphaModFix/>
          </a:blip>
          <a:stretch>
            <a:fillRect/>
          </a:stretch>
        </p:blipFill>
        <p:spPr>
          <a:xfrm>
            <a:off x="790525" y="2216100"/>
            <a:ext cx="2225576" cy="1772274"/>
          </a:xfrm>
          <a:prstGeom prst="rect">
            <a:avLst/>
          </a:prstGeom>
          <a:noFill/>
          <a:ln>
            <a:noFill/>
          </a:ln>
        </p:spPr>
      </p:pic>
      <p:pic>
        <p:nvPicPr>
          <p:cNvPr id="871" name="Google Shape;871;p95"/>
          <p:cNvPicPr preferRelativeResize="0"/>
          <p:nvPr/>
        </p:nvPicPr>
        <p:blipFill>
          <a:blip r:embed="rId4">
            <a:alphaModFix/>
          </a:blip>
          <a:stretch>
            <a:fillRect/>
          </a:stretch>
        </p:blipFill>
        <p:spPr>
          <a:xfrm>
            <a:off x="6584225" y="1216175"/>
            <a:ext cx="1805899" cy="826428"/>
          </a:xfrm>
          <a:prstGeom prst="rect">
            <a:avLst/>
          </a:prstGeom>
          <a:noFill/>
          <a:ln>
            <a:noFill/>
          </a:ln>
        </p:spPr>
      </p:pic>
      <p:pic>
        <p:nvPicPr>
          <p:cNvPr id="872" name="Google Shape;872;p95"/>
          <p:cNvPicPr preferRelativeResize="0"/>
          <p:nvPr/>
        </p:nvPicPr>
        <p:blipFill>
          <a:blip r:embed="rId5">
            <a:alphaModFix/>
          </a:blip>
          <a:stretch>
            <a:fillRect/>
          </a:stretch>
        </p:blipFill>
        <p:spPr>
          <a:xfrm>
            <a:off x="6827655" y="2116173"/>
            <a:ext cx="1562470" cy="21289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9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Problem: How Should We Handle Static Variables?</a:t>
            </a:r>
            <a:endParaRPr b="1" sz="2300">
              <a:solidFill>
                <a:schemeClr val="lt2"/>
              </a:solidFill>
            </a:endParaRPr>
          </a:p>
        </p:txBody>
      </p:sp>
      <p:sp>
        <p:nvSpPr>
          <p:cNvPr id="878" name="Google Shape;878;p96"/>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Static Variables (aka Global Variables): </a:t>
            </a:r>
            <a:endParaRPr sz="1000"/>
          </a:p>
          <a:p>
            <a:pPr indent="0" lvl="0" marL="0" rtl="0" algn="l">
              <a:lnSpc>
                <a:spcPct val="90000"/>
              </a:lnSpc>
              <a:spcBef>
                <a:spcPts val="600"/>
              </a:spcBef>
              <a:spcAft>
                <a:spcPts val="0"/>
              </a:spcAft>
              <a:buNone/>
            </a:pPr>
            <a:r>
              <a:rPr lang="en" sz="1000"/>
              <a:t>Static Variables are unique in the sense that they exist/are used by all methods in a program.</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(why can’t we store static variables the same way we do other variables?)</a:t>
            </a:r>
            <a:endParaRPr sz="1000"/>
          </a:p>
          <a:p>
            <a:pPr indent="0" lvl="0" marL="0" rtl="0" algn="l">
              <a:lnSpc>
                <a:spcPct val="90000"/>
              </a:lnSpc>
              <a:spcBef>
                <a:spcPts val="600"/>
              </a:spcBef>
              <a:spcAft>
                <a:spcPts val="0"/>
              </a:spcAft>
              <a:buNone/>
            </a:pPr>
            <a:r>
              <a:t/>
            </a:r>
            <a:endParaRPr sz="1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9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Solution: Static Space</a:t>
            </a:r>
            <a:endParaRPr b="1" sz="2300">
              <a:solidFill>
                <a:schemeClr val="lt2"/>
              </a:solidFill>
            </a:endParaRPr>
          </a:p>
        </p:txBody>
      </p:sp>
      <p:sp>
        <p:nvSpPr>
          <p:cNvPr id="884" name="Google Shape;884;p97"/>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Static space is a universal assignment to each program a certain amount of addresses allocated specifically to static variables to ensure that all programs have space for static variables.</a:t>
            </a:r>
            <a:endParaRPr sz="1000"/>
          </a:p>
        </p:txBody>
      </p:sp>
      <p:pic>
        <p:nvPicPr>
          <p:cNvPr id="885" name="Google Shape;885;p97"/>
          <p:cNvPicPr preferRelativeResize="0"/>
          <p:nvPr/>
        </p:nvPicPr>
        <p:blipFill>
          <a:blip r:embed="rId3">
            <a:alphaModFix/>
          </a:blip>
          <a:stretch>
            <a:fillRect/>
          </a:stretch>
        </p:blipFill>
        <p:spPr>
          <a:xfrm>
            <a:off x="5973175" y="2765263"/>
            <a:ext cx="2676525" cy="16668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grpSp>
        <p:nvGrpSpPr>
          <p:cNvPr id="890" name="Google Shape;890;p98"/>
          <p:cNvGrpSpPr/>
          <p:nvPr/>
        </p:nvGrpSpPr>
        <p:grpSpPr>
          <a:xfrm flipH="1">
            <a:off x="1837996" y="726625"/>
            <a:ext cx="6578100" cy="3438300"/>
            <a:chOff x="772525" y="726625"/>
            <a:chExt cx="6578100" cy="3438300"/>
          </a:xfrm>
        </p:grpSpPr>
        <p:sp>
          <p:nvSpPr>
            <p:cNvPr id="891" name="Google Shape;891;p98"/>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98"/>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3" name="Google Shape;893;p98"/>
          <p:cNvGrpSpPr/>
          <p:nvPr/>
        </p:nvGrpSpPr>
        <p:grpSpPr>
          <a:xfrm flipH="1">
            <a:off x="4066704" y="3324200"/>
            <a:ext cx="3447300" cy="962400"/>
            <a:chOff x="4924175" y="3441525"/>
            <a:chExt cx="3447300" cy="962400"/>
          </a:xfrm>
        </p:grpSpPr>
        <p:sp>
          <p:nvSpPr>
            <p:cNvPr id="894" name="Google Shape;894;p98"/>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98"/>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6" name="Google Shape;896;p98"/>
          <p:cNvGrpSpPr/>
          <p:nvPr/>
        </p:nvGrpSpPr>
        <p:grpSpPr>
          <a:xfrm flipH="1">
            <a:off x="839620" y="2361876"/>
            <a:ext cx="1864833" cy="1637043"/>
            <a:chOff x="1054812" y="1029590"/>
            <a:chExt cx="3436214" cy="3912627"/>
          </a:xfrm>
        </p:grpSpPr>
        <p:sp>
          <p:nvSpPr>
            <p:cNvPr id="897" name="Google Shape;897;p98"/>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98"/>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9" name="Google Shape;899;p98"/>
          <p:cNvSpPr txBox="1"/>
          <p:nvPr>
            <p:ph type="title"/>
          </p:nvPr>
        </p:nvSpPr>
        <p:spPr>
          <a:xfrm>
            <a:off x="3010050" y="1587175"/>
            <a:ext cx="5250600" cy="99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VM Emulator</a:t>
            </a:r>
            <a:endParaRPr sz="5500"/>
          </a:p>
        </p:txBody>
      </p:sp>
      <p:sp>
        <p:nvSpPr>
          <p:cNvPr id="900" name="Google Shape;900;p98"/>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Shortcut to Testing VM Code</a:t>
            </a:r>
            <a:endParaRPr sz="1500">
              <a:latin typeface="Share Tech"/>
              <a:ea typeface="Share Tech"/>
              <a:cs typeface="Share Tech"/>
              <a:sym typeface="Share Tech"/>
            </a:endParaRPr>
          </a:p>
        </p:txBody>
      </p:sp>
      <p:sp>
        <p:nvSpPr>
          <p:cNvPr id="901" name="Google Shape;901;p98"/>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902" name="Google Shape;902;p98"/>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903" name="Google Shape;903;p98"/>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904" name="Google Shape;904;p98"/>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905" name="Google Shape;905;p98"/>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9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Two Ways to Use VM Code</a:t>
            </a:r>
            <a:endParaRPr b="1" sz="2300">
              <a:solidFill>
                <a:schemeClr val="lt2"/>
              </a:solidFill>
            </a:endParaRPr>
          </a:p>
        </p:txBody>
      </p:sp>
      <p:sp>
        <p:nvSpPr>
          <p:cNvPr id="911" name="Google Shape;911;p99"/>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Original Route:</a:t>
            </a:r>
            <a:endParaRPr sz="1000"/>
          </a:p>
          <a:p>
            <a:pPr indent="0" lvl="0" marL="0" rtl="0" algn="l">
              <a:lnSpc>
                <a:spcPct val="90000"/>
              </a:lnSpc>
              <a:spcBef>
                <a:spcPts val="600"/>
              </a:spcBef>
              <a:spcAft>
                <a:spcPts val="0"/>
              </a:spcAft>
              <a:buNone/>
            </a:pPr>
            <a:r>
              <a:rPr lang="en" sz="1000"/>
              <a:t>High-Level Program → Compiler → VM Code → VM Translator → Machine Language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Shortcut:</a:t>
            </a:r>
            <a:endParaRPr sz="1000"/>
          </a:p>
          <a:p>
            <a:pPr indent="0" lvl="0" marL="0" rtl="0" algn="l">
              <a:lnSpc>
                <a:spcPct val="90000"/>
              </a:lnSpc>
              <a:spcBef>
                <a:spcPts val="600"/>
              </a:spcBef>
              <a:spcAft>
                <a:spcPts val="0"/>
              </a:spcAft>
              <a:buNone/>
            </a:pPr>
            <a:r>
              <a:rPr lang="en" sz="1000"/>
              <a:t>High-Level Program → Compiler → VM Code → VM Emulator</a:t>
            </a:r>
            <a:endParaRPr sz="1000"/>
          </a:p>
          <a:p>
            <a:pPr indent="-292100" lvl="0" marL="457200" rtl="0" algn="l">
              <a:lnSpc>
                <a:spcPct val="90000"/>
              </a:lnSpc>
              <a:spcBef>
                <a:spcPts val="600"/>
              </a:spcBef>
              <a:spcAft>
                <a:spcPts val="0"/>
              </a:spcAft>
              <a:buSzPts val="1000"/>
              <a:buChar char="-"/>
            </a:pPr>
            <a:r>
              <a:rPr lang="en" sz="1000"/>
              <a:t>Allows you to run VM Code as-is (compiled)</a:t>
            </a:r>
            <a:endParaRPr sz="1000"/>
          </a:p>
          <a:p>
            <a:pPr indent="-292100" lvl="0" marL="457200" rtl="0" algn="l">
              <a:lnSpc>
                <a:spcPct val="90000"/>
              </a:lnSpc>
              <a:spcBef>
                <a:spcPts val="0"/>
              </a:spcBef>
              <a:spcAft>
                <a:spcPts val="0"/>
              </a:spcAft>
              <a:buSzPts val="1000"/>
              <a:buChar char="-"/>
            </a:pPr>
            <a:r>
              <a:rPr lang="en" sz="1000"/>
              <a:t>Mainly used as an environment to test programs</a:t>
            </a:r>
            <a:endParaRPr sz="1000"/>
          </a:p>
        </p:txBody>
      </p:sp>
      <p:pic>
        <p:nvPicPr>
          <p:cNvPr id="912" name="Google Shape;912;p99"/>
          <p:cNvPicPr preferRelativeResize="0"/>
          <p:nvPr/>
        </p:nvPicPr>
        <p:blipFill>
          <a:blip r:embed="rId3">
            <a:alphaModFix/>
          </a:blip>
          <a:stretch>
            <a:fillRect/>
          </a:stretch>
        </p:blipFill>
        <p:spPr>
          <a:xfrm>
            <a:off x="6133125" y="1002575"/>
            <a:ext cx="2187375" cy="330605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grpSp>
        <p:nvGrpSpPr>
          <p:cNvPr id="917" name="Google Shape;917;p100"/>
          <p:cNvGrpSpPr/>
          <p:nvPr/>
        </p:nvGrpSpPr>
        <p:grpSpPr>
          <a:xfrm flipH="1">
            <a:off x="1837996" y="726625"/>
            <a:ext cx="6578100" cy="3438300"/>
            <a:chOff x="772525" y="726625"/>
            <a:chExt cx="6578100" cy="3438300"/>
          </a:xfrm>
        </p:grpSpPr>
        <p:sp>
          <p:nvSpPr>
            <p:cNvPr id="918" name="Google Shape;918;p100"/>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00"/>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0" name="Google Shape;920;p100"/>
          <p:cNvGrpSpPr/>
          <p:nvPr/>
        </p:nvGrpSpPr>
        <p:grpSpPr>
          <a:xfrm flipH="1">
            <a:off x="4066704" y="3324200"/>
            <a:ext cx="3447300" cy="962400"/>
            <a:chOff x="4924175" y="3441525"/>
            <a:chExt cx="3447300" cy="962400"/>
          </a:xfrm>
        </p:grpSpPr>
        <p:sp>
          <p:nvSpPr>
            <p:cNvPr id="921" name="Google Shape;921;p100"/>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00"/>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 name="Google Shape;923;p100"/>
          <p:cNvGrpSpPr/>
          <p:nvPr/>
        </p:nvGrpSpPr>
        <p:grpSpPr>
          <a:xfrm flipH="1">
            <a:off x="839620" y="2361876"/>
            <a:ext cx="1864833" cy="1637043"/>
            <a:chOff x="1054812" y="1029590"/>
            <a:chExt cx="3436214" cy="3912627"/>
          </a:xfrm>
        </p:grpSpPr>
        <p:sp>
          <p:nvSpPr>
            <p:cNvPr id="924" name="Google Shape;924;p100"/>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00"/>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6" name="Google Shape;926;p100"/>
          <p:cNvSpPr txBox="1"/>
          <p:nvPr>
            <p:ph type="title"/>
          </p:nvPr>
        </p:nvSpPr>
        <p:spPr>
          <a:xfrm>
            <a:off x="3010050" y="1319525"/>
            <a:ext cx="5250600" cy="168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Branching Commands</a:t>
            </a:r>
            <a:endParaRPr sz="5500"/>
          </a:p>
        </p:txBody>
      </p:sp>
      <p:sp>
        <p:nvSpPr>
          <p:cNvPr id="927" name="Google Shape;927;p100"/>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928" name="Google Shape;928;p100"/>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929" name="Google Shape;929;p100"/>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930" name="Google Shape;930;p100"/>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931" name="Google Shape;931;p100"/>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932" name="Google Shape;932;p100"/>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0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Problem: Linear Programming</a:t>
            </a:r>
            <a:endParaRPr b="1" sz="2300">
              <a:solidFill>
                <a:schemeClr val="lt2"/>
              </a:solidFill>
            </a:endParaRPr>
          </a:p>
        </p:txBody>
      </p:sp>
      <p:sp>
        <p:nvSpPr>
          <p:cNvPr id="938" name="Google Shape;938;p101"/>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Commands are executed after one another.</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Takes up more space if commands need to repeat (which modern programs must to do run continuously)</a:t>
            </a:r>
            <a:endParaRPr sz="1000"/>
          </a:p>
        </p:txBody>
      </p:sp>
      <p:pic>
        <p:nvPicPr>
          <p:cNvPr id="939" name="Google Shape;939;p101"/>
          <p:cNvPicPr preferRelativeResize="0"/>
          <p:nvPr/>
        </p:nvPicPr>
        <p:blipFill>
          <a:blip r:embed="rId3">
            <a:alphaModFix/>
          </a:blip>
          <a:stretch>
            <a:fillRect/>
          </a:stretch>
        </p:blipFill>
        <p:spPr>
          <a:xfrm>
            <a:off x="6979463" y="836950"/>
            <a:ext cx="1613037" cy="3568799"/>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0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Solution: Non-Linear Program (Branching)</a:t>
            </a:r>
            <a:endParaRPr b="1" sz="2300">
              <a:solidFill>
                <a:schemeClr val="lt2"/>
              </a:solidFill>
            </a:endParaRPr>
          </a:p>
        </p:txBody>
      </p:sp>
      <p:sp>
        <p:nvSpPr>
          <p:cNvPr id="945" name="Google Shape;945;p102"/>
          <p:cNvSpPr txBox="1"/>
          <p:nvPr>
            <p:ph idx="1" type="body"/>
          </p:nvPr>
        </p:nvSpPr>
        <p:spPr>
          <a:xfrm>
            <a:off x="720000" y="1002575"/>
            <a:ext cx="50967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Commands are given conditions that allow them to skip ahead or go backwards, accessing commands quicker or reusing commands. Also allows looping</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Conditional Branching (if)</a:t>
            </a:r>
            <a:endParaRPr sz="1000"/>
          </a:p>
          <a:p>
            <a:pPr indent="-292100" lvl="0" marL="457200" rtl="0" algn="l">
              <a:lnSpc>
                <a:spcPct val="90000"/>
              </a:lnSpc>
              <a:spcBef>
                <a:spcPts val="600"/>
              </a:spcBef>
              <a:spcAft>
                <a:spcPts val="0"/>
              </a:spcAft>
              <a:buSzPts val="1000"/>
              <a:buChar char="-"/>
            </a:pPr>
            <a:r>
              <a:rPr lang="en" sz="1000"/>
              <a:t>Must meet a certain condition</a:t>
            </a:r>
            <a:endParaRPr sz="1000"/>
          </a:p>
          <a:p>
            <a:pPr indent="0" lvl="0" marL="0" rtl="0" algn="l">
              <a:lnSpc>
                <a:spcPct val="90000"/>
              </a:lnSpc>
              <a:spcBef>
                <a:spcPts val="600"/>
              </a:spcBef>
              <a:spcAft>
                <a:spcPts val="0"/>
              </a:spcAft>
              <a:buNone/>
            </a:pPr>
            <a:r>
              <a:rPr lang="en" sz="1000"/>
              <a:t>Unconditional Branching (goto)</a:t>
            </a:r>
            <a:endParaRPr sz="1000"/>
          </a:p>
          <a:p>
            <a:pPr indent="-292100" lvl="0" marL="457200" rtl="0" algn="l">
              <a:lnSpc>
                <a:spcPct val="90000"/>
              </a:lnSpc>
              <a:spcBef>
                <a:spcPts val="600"/>
              </a:spcBef>
              <a:spcAft>
                <a:spcPts val="0"/>
              </a:spcAft>
              <a:buSzPts val="1000"/>
              <a:buChar char="-"/>
            </a:pPr>
            <a:r>
              <a:rPr lang="en" sz="1000"/>
              <a:t>A command executed upon being read</a:t>
            </a:r>
            <a:endParaRPr sz="1000"/>
          </a:p>
          <a:p>
            <a:pPr indent="0" lvl="0" marL="0" rtl="0" algn="l">
              <a:lnSpc>
                <a:spcPct val="90000"/>
              </a:lnSpc>
              <a:spcBef>
                <a:spcPts val="600"/>
              </a:spcBef>
              <a:spcAft>
                <a:spcPts val="0"/>
              </a:spcAft>
              <a:buNone/>
            </a:pPr>
            <a:r>
              <a:t/>
            </a:r>
            <a:endParaRPr sz="1000"/>
          </a:p>
        </p:txBody>
      </p:sp>
      <p:pic>
        <p:nvPicPr>
          <p:cNvPr id="946" name="Google Shape;946;p102"/>
          <p:cNvPicPr preferRelativeResize="0"/>
          <p:nvPr/>
        </p:nvPicPr>
        <p:blipFill>
          <a:blip r:embed="rId3">
            <a:alphaModFix/>
          </a:blip>
          <a:stretch>
            <a:fillRect/>
          </a:stretch>
        </p:blipFill>
        <p:spPr>
          <a:xfrm>
            <a:off x="6331175" y="1171425"/>
            <a:ext cx="2324575" cy="33090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grpSp>
        <p:nvGrpSpPr>
          <p:cNvPr id="951" name="Google Shape;951;p103"/>
          <p:cNvGrpSpPr/>
          <p:nvPr/>
        </p:nvGrpSpPr>
        <p:grpSpPr>
          <a:xfrm flipH="1">
            <a:off x="1837996" y="726625"/>
            <a:ext cx="6578100" cy="3438300"/>
            <a:chOff x="772525" y="726625"/>
            <a:chExt cx="6578100" cy="3438300"/>
          </a:xfrm>
        </p:grpSpPr>
        <p:sp>
          <p:nvSpPr>
            <p:cNvPr id="952" name="Google Shape;952;p103"/>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03"/>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4" name="Google Shape;954;p103"/>
          <p:cNvGrpSpPr/>
          <p:nvPr/>
        </p:nvGrpSpPr>
        <p:grpSpPr>
          <a:xfrm flipH="1">
            <a:off x="4066704" y="3324200"/>
            <a:ext cx="3447300" cy="962400"/>
            <a:chOff x="4924175" y="3441525"/>
            <a:chExt cx="3447300" cy="962400"/>
          </a:xfrm>
        </p:grpSpPr>
        <p:sp>
          <p:nvSpPr>
            <p:cNvPr id="955" name="Google Shape;955;p103"/>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03"/>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7" name="Google Shape;957;p103"/>
          <p:cNvGrpSpPr/>
          <p:nvPr/>
        </p:nvGrpSpPr>
        <p:grpSpPr>
          <a:xfrm flipH="1">
            <a:off x="839620" y="2361876"/>
            <a:ext cx="1864833" cy="1637043"/>
            <a:chOff x="1054812" y="1029590"/>
            <a:chExt cx="3436214" cy="3912627"/>
          </a:xfrm>
        </p:grpSpPr>
        <p:sp>
          <p:nvSpPr>
            <p:cNvPr id="958" name="Google Shape;958;p103"/>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03"/>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0" name="Google Shape;960;p103"/>
          <p:cNvSpPr txBox="1"/>
          <p:nvPr>
            <p:ph type="title"/>
          </p:nvPr>
        </p:nvSpPr>
        <p:spPr>
          <a:xfrm>
            <a:off x="3010050" y="1319525"/>
            <a:ext cx="5250600" cy="168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Function </a:t>
            </a:r>
            <a:r>
              <a:rPr lang="en" sz="5500"/>
              <a:t>Commands</a:t>
            </a:r>
            <a:endParaRPr sz="5500"/>
          </a:p>
        </p:txBody>
      </p:sp>
      <p:sp>
        <p:nvSpPr>
          <p:cNvPr id="961" name="Google Shape;961;p103"/>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962" name="Google Shape;962;p103"/>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963" name="Google Shape;963;p103"/>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964" name="Google Shape;964;p103"/>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965" name="Google Shape;965;p103"/>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966" name="Google Shape;966;p103"/>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10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Function Commands</a:t>
            </a:r>
            <a:endParaRPr b="1" sz="2300">
              <a:solidFill>
                <a:schemeClr val="lt2"/>
              </a:solidFill>
            </a:endParaRPr>
          </a:p>
        </p:txBody>
      </p:sp>
      <p:sp>
        <p:nvSpPr>
          <p:cNvPr id="972" name="Google Shape;972;p104"/>
          <p:cNvSpPr txBox="1"/>
          <p:nvPr>
            <p:ph idx="1" type="body"/>
          </p:nvPr>
        </p:nvSpPr>
        <p:spPr>
          <a:xfrm>
            <a:off x="720000" y="1002575"/>
            <a:ext cx="7704000" cy="15987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 way of grouping a series of commands into a single, executable unit.</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Three Basic Function Commands:</a:t>
            </a:r>
            <a:endParaRPr sz="1000"/>
          </a:p>
          <a:p>
            <a:pPr indent="0" lvl="0" marL="0" rtl="0" algn="l">
              <a:lnSpc>
                <a:spcPct val="90000"/>
              </a:lnSpc>
              <a:spcBef>
                <a:spcPts val="600"/>
              </a:spcBef>
              <a:spcAft>
                <a:spcPts val="0"/>
              </a:spcAft>
              <a:buNone/>
            </a:pPr>
            <a:r>
              <a:rPr lang="en" sz="1000"/>
              <a:t>function functionName nVars</a:t>
            </a:r>
            <a:endParaRPr sz="1000"/>
          </a:p>
          <a:p>
            <a:pPr indent="0" lvl="0" marL="0" rtl="0" algn="l">
              <a:lnSpc>
                <a:spcPct val="90000"/>
              </a:lnSpc>
              <a:spcBef>
                <a:spcPts val="600"/>
              </a:spcBef>
              <a:spcAft>
                <a:spcPts val="0"/>
              </a:spcAft>
              <a:buNone/>
            </a:pPr>
            <a:r>
              <a:rPr lang="en" sz="1000"/>
              <a:t>call functionName nArgs</a:t>
            </a:r>
            <a:endParaRPr sz="1000"/>
          </a:p>
          <a:p>
            <a:pPr indent="0" lvl="0" marL="0" rtl="0" algn="l">
              <a:lnSpc>
                <a:spcPct val="90000"/>
              </a:lnSpc>
              <a:spcBef>
                <a:spcPts val="600"/>
              </a:spcBef>
              <a:spcAft>
                <a:spcPts val="0"/>
              </a:spcAft>
              <a:buNone/>
            </a:pPr>
            <a:r>
              <a:rPr lang="en" sz="1000"/>
              <a:t>return</a:t>
            </a:r>
            <a:endParaRPr sz="1000"/>
          </a:p>
        </p:txBody>
      </p:sp>
      <p:pic>
        <p:nvPicPr>
          <p:cNvPr id="973" name="Google Shape;973;p104"/>
          <p:cNvPicPr preferRelativeResize="0"/>
          <p:nvPr/>
        </p:nvPicPr>
        <p:blipFill>
          <a:blip r:embed="rId3">
            <a:alphaModFix/>
          </a:blip>
          <a:stretch>
            <a:fillRect/>
          </a:stretch>
        </p:blipFill>
        <p:spPr>
          <a:xfrm>
            <a:off x="2821400" y="2601241"/>
            <a:ext cx="5788600" cy="17856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10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Problem</a:t>
            </a:r>
            <a:endParaRPr b="1" sz="2300">
              <a:solidFill>
                <a:schemeClr val="lt2"/>
              </a:solidFill>
            </a:endParaRPr>
          </a:p>
        </p:txBody>
      </p:sp>
      <p:sp>
        <p:nvSpPr>
          <p:cNvPr id="979" name="Google Shape;979;p105"/>
          <p:cNvSpPr txBox="1"/>
          <p:nvPr>
            <p:ph idx="1" type="body"/>
          </p:nvPr>
        </p:nvSpPr>
        <p:spPr>
          <a:xfrm>
            <a:off x="720000" y="1002575"/>
            <a:ext cx="7920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The calling chain is not always between just two functions.</a:t>
            </a:r>
            <a:endParaRPr sz="1000"/>
          </a:p>
          <a:p>
            <a:pPr indent="0" lvl="0" marL="0" rtl="0" algn="l">
              <a:lnSpc>
                <a:spcPct val="90000"/>
              </a:lnSpc>
              <a:spcBef>
                <a:spcPts val="600"/>
              </a:spcBef>
              <a:spcAft>
                <a:spcPts val="0"/>
              </a:spcAft>
              <a:buNone/>
            </a:pPr>
            <a:r>
              <a:rPr lang="en" sz="1000"/>
              <a:t>One function can call another function, </a:t>
            </a:r>
            <a:r>
              <a:rPr lang="en" sz="900"/>
              <a:t>which can call another function,</a:t>
            </a:r>
            <a:r>
              <a:rPr lang="en" sz="1000"/>
              <a:t> </a:t>
            </a:r>
            <a:r>
              <a:rPr lang="en" sz="800"/>
              <a:t>which can call another function,</a:t>
            </a:r>
            <a:r>
              <a:rPr lang="en" sz="1000"/>
              <a:t> </a:t>
            </a:r>
            <a:endParaRPr sz="1000"/>
          </a:p>
          <a:p>
            <a:pPr indent="0" lvl="0" marL="0" rtl="0" algn="l">
              <a:lnSpc>
                <a:spcPct val="90000"/>
              </a:lnSpc>
              <a:spcBef>
                <a:spcPts val="600"/>
              </a:spcBef>
              <a:spcAft>
                <a:spcPts val="0"/>
              </a:spcAft>
              <a:buNone/>
            </a:pPr>
            <a:r>
              <a:rPr lang="en" sz="700"/>
              <a:t>which can call another function,</a:t>
            </a:r>
            <a:r>
              <a:rPr lang="en" sz="1000"/>
              <a:t> </a:t>
            </a:r>
            <a:r>
              <a:rPr lang="en" sz="600"/>
              <a:t>which can call another function,</a:t>
            </a:r>
            <a:r>
              <a:rPr lang="en" sz="1000"/>
              <a:t> </a:t>
            </a:r>
            <a:r>
              <a:rPr lang="en" sz="500"/>
              <a:t>which can call another function,</a:t>
            </a:r>
            <a:r>
              <a:rPr lang="en" sz="1000"/>
              <a:t> </a:t>
            </a:r>
            <a:r>
              <a:rPr lang="en" sz="400"/>
              <a:t>which can call another function,</a:t>
            </a:r>
            <a:r>
              <a:rPr lang="en" sz="1000"/>
              <a:t> </a:t>
            </a:r>
            <a:r>
              <a:rPr lang="en" sz="300"/>
              <a:t>which can call another function,</a:t>
            </a:r>
            <a:r>
              <a:rPr lang="en" sz="1000"/>
              <a:t> </a:t>
            </a:r>
            <a:r>
              <a:rPr lang="en" sz="200"/>
              <a:t>which can call another function,</a:t>
            </a:r>
            <a:r>
              <a:rPr lang="en" sz="1000"/>
              <a:t> </a:t>
            </a:r>
            <a:r>
              <a:rPr lang="en" sz="100"/>
              <a:t>which can call another function…</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How do we maintain the state of all of these functions in the calling chain?</a:t>
            </a:r>
            <a:endParaRPr sz="1000"/>
          </a:p>
          <a:p>
            <a:pPr indent="0" lvl="0" marL="0" rtl="0" algn="l">
              <a:lnSpc>
                <a:spcPct val="90000"/>
              </a:lnSpc>
              <a:spcBef>
                <a:spcPts val="600"/>
              </a:spcBef>
              <a:spcAft>
                <a:spcPts val="0"/>
              </a:spcAft>
              <a:buNone/>
            </a:pPr>
            <a:r>
              <a:t/>
            </a:r>
            <a:endParaRPr sz="4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0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Solution: LIFO</a:t>
            </a:r>
            <a:endParaRPr b="1" sz="2300">
              <a:solidFill>
                <a:schemeClr val="lt2"/>
              </a:solidFill>
            </a:endParaRPr>
          </a:p>
        </p:txBody>
      </p:sp>
      <p:sp>
        <p:nvSpPr>
          <p:cNvPr id="985" name="Google Shape;985;p106"/>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Calling Pattern: Last In, First Out</a:t>
            </a:r>
            <a:endParaRPr sz="1000"/>
          </a:p>
          <a:p>
            <a:pPr indent="0" lvl="0" marL="0" rtl="0" algn="l">
              <a:lnSpc>
                <a:spcPct val="90000"/>
              </a:lnSpc>
              <a:spcBef>
                <a:spcPts val="600"/>
              </a:spcBef>
              <a:spcAft>
                <a:spcPts val="0"/>
              </a:spcAft>
              <a:buNone/>
            </a:pPr>
            <a:r>
              <a:rPr lang="en" sz="1000"/>
              <a:t>The only function that can return is the function which is currently running (end of calling chain).</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Last </a:t>
            </a:r>
            <a:r>
              <a:rPr lang="en" sz="1000"/>
              <a:t>F</a:t>
            </a:r>
            <a:r>
              <a:rPr lang="en" sz="1000"/>
              <a:t>unction </a:t>
            </a:r>
            <a:r>
              <a:rPr lang="en" sz="1000"/>
              <a:t>R</a:t>
            </a:r>
            <a:r>
              <a:rPr lang="en" sz="1000"/>
              <a:t>eturns → 2nd to </a:t>
            </a:r>
            <a:r>
              <a:rPr lang="en" sz="1000"/>
              <a:t>L</a:t>
            </a:r>
            <a:r>
              <a:rPr lang="en" sz="1000"/>
              <a:t>ast </a:t>
            </a:r>
            <a:r>
              <a:rPr lang="en" sz="1000"/>
              <a:t>F</a:t>
            </a:r>
            <a:r>
              <a:rPr lang="en" sz="1000"/>
              <a:t>unction </a:t>
            </a:r>
            <a:r>
              <a:rPr lang="en" sz="1000"/>
              <a:t>R</a:t>
            </a:r>
            <a:r>
              <a:rPr lang="en" sz="1000"/>
              <a:t>eturns —&gt; … → </a:t>
            </a:r>
            <a:r>
              <a:rPr lang="en" sz="1000"/>
              <a:t>F</a:t>
            </a:r>
            <a:r>
              <a:rPr lang="en" sz="1000"/>
              <a:t>irst </a:t>
            </a:r>
            <a:r>
              <a:rPr lang="en" sz="1000"/>
              <a:t>F</a:t>
            </a:r>
            <a:r>
              <a:rPr lang="en" sz="1000"/>
              <a:t>unction </a:t>
            </a:r>
            <a:r>
              <a:rPr lang="en" sz="1000"/>
              <a:t>R</a:t>
            </a:r>
            <a:r>
              <a:rPr lang="en" sz="1000"/>
              <a:t>eturns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Hey wait, doesn’t that sound similar to a stack?</a:t>
            </a:r>
            <a:endParaRPr sz="10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10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STACKING</a:t>
            </a:r>
            <a:endParaRPr b="1" sz="2300">
              <a:solidFill>
                <a:schemeClr val="lt2"/>
              </a:solidFill>
            </a:endParaRPr>
          </a:p>
        </p:txBody>
      </p:sp>
      <p:sp>
        <p:nvSpPr>
          <p:cNvPr id="991" name="Google Shape;991;p107"/>
          <p:cNvSpPr txBox="1"/>
          <p:nvPr>
            <p:ph idx="1" type="body"/>
          </p:nvPr>
        </p:nvSpPr>
        <p:spPr>
          <a:xfrm>
            <a:off x="720000" y="1002575"/>
            <a:ext cx="7704000" cy="14373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Function’s arguments are replaced by the function’s value</a:t>
            </a:r>
            <a:endParaRPr sz="1000"/>
          </a:p>
        </p:txBody>
      </p:sp>
      <p:pic>
        <p:nvPicPr>
          <p:cNvPr id="992" name="Google Shape;992;p107"/>
          <p:cNvPicPr preferRelativeResize="0"/>
          <p:nvPr/>
        </p:nvPicPr>
        <p:blipFill>
          <a:blip r:embed="rId3">
            <a:alphaModFix/>
          </a:blip>
          <a:stretch>
            <a:fillRect/>
          </a:stretch>
        </p:blipFill>
        <p:spPr>
          <a:xfrm>
            <a:off x="1958725" y="2439954"/>
            <a:ext cx="5226526" cy="18656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grpSp>
        <p:nvGrpSpPr>
          <p:cNvPr id="997" name="Google Shape;997;p108"/>
          <p:cNvGrpSpPr/>
          <p:nvPr/>
        </p:nvGrpSpPr>
        <p:grpSpPr>
          <a:xfrm>
            <a:off x="6433193" y="1069351"/>
            <a:ext cx="1864833" cy="1637043"/>
            <a:chOff x="1054812" y="1029590"/>
            <a:chExt cx="3436214" cy="3912627"/>
          </a:xfrm>
        </p:grpSpPr>
        <p:sp>
          <p:nvSpPr>
            <p:cNvPr id="998" name="Google Shape;998;p108"/>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08"/>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00" name="Google Shape;1000;p108"/>
          <p:cNvSpPr txBox="1"/>
          <p:nvPr/>
        </p:nvSpPr>
        <p:spPr>
          <a:xfrm>
            <a:off x="6782232" y="1632975"/>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
        <p:nvSpPr>
          <p:cNvPr id="1001" name="Google Shape;1001;p108"/>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[Loading...]</a:t>
            </a:r>
            <a:endParaRPr sz="1000">
              <a:solidFill>
                <a:schemeClr val="dk1"/>
              </a:solidFill>
              <a:latin typeface="Source Code Pro"/>
              <a:ea typeface="Source Code Pro"/>
              <a:cs typeface="Source Code Pro"/>
              <a:sym typeface="Source Code Pro"/>
            </a:endParaRPr>
          </a:p>
        </p:txBody>
      </p:sp>
      <p:sp>
        <p:nvSpPr>
          <p:cNvPr id="1002" name="Google Shape;1002;p108"/>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003" name="Google Shape;1003;p108"/>
          <p:cNvSpPr txBox="1"/>
          <p:nvPr>
            <p:ph type="ctrTitle"/>
          </p:nvPr>
        </p:nvSpPr>
        <p:spPr>
          <a:xfrm>
            <a:off x="1697375" y="1359575"/>
            <a:ext cx="3560700" cy="655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3000"/>
              <a:t>End of Meeting #2</a:t>
            </a:r>
            <a:endParaRPr sz="3000"/>
          </a:p>
        </p:txBody>
      </p:sp>
      <p:sp>
        <p:nvSpPr>
          <p:cNvPr id="1004" name="Google Shape;1004;p108"/>
          <p:cNvSpPr txBox="1"/>
          <p:nvPr>
            <p:ph idx="1" type="subTitle"/>
          </p:nvPr>
        </p:nvSpPr>
        <p:spPr>
          <a:xfrm>
            <a:off x="1697375" y="2291627"/>
            <a:ext cx="3294600" cy="9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t>Do you have any questions?</a:t>
            </a:r>
            <a:endParaRPr sz="1200"/>
          </a:p>
        </p:txBody>
      </p:sp>
      <p:sp>
        <p:nvSpPr>
          <p:cNvPr id="1005" name="Google Shape;1005;p108"/>
          <p:cNvSpPr txBox="1"/>
          <p:nvPr/>
        </p:nvSpPr>
        <p:spPr>
          <a:xfrm>
            <a:off x="1008000" y="138402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006" name="Google Shape;1006;p108"/>
          <p:cNvSpPr txBox="1"/>
          <p:nvPr/>
        </p:nvSpPr>
        <p:spPr>
          <a:xfrm>
            <a:off x="5329650" y="226830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pic>
        <p:nvPicPr>
          <p:cNvPr id="1007" name="Google Shape;1007;p108"/>
          <p:cNvPicPr preferRelativeResize="0"/>
          <p:nvPr/>
        </p:nvPicPr>
        <p:blipFill>
          <a:blip r:embed="rId3">
            <a:alphaModFix/>
          </a:blip>
          <a:stretch>
            <a:fillRect/>
          </a:stretch>
        </p:blipFill>
        <p:spPr>
          <a:xfrm>
            <a:off x="5019875" y="3358350"/>
            <a:ext cx="3166650" cy="997800"/>
          </a:xfrm>
          <a:prstGeom prst="rect">
            <a:avLst/>
          </a:prstGeom>
          <a:noFill/>
          <a:ln>
            <a:noFill/>
          </a:ln>
        </p:spPr>
      </p:pic>
      <p:sp>
        <p:nvSpPr>
          <p:cNvPr id="1008" name="Google Shape;1008;p108"/>
          <p:cNvSpPr txBox="1"/>
          <p:nvPr/>
        </p:nvSpPr>
        <p:spPr>
          <a:xfrm>
            <a:off x="5069550" y="33583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Source Code Pro"/>
                <a:ea typeface="Source Code Pro"/>
                <a:cs typeface="Source Code Pro"/>
                <a:sym typeface="Source Code Pro"/>
              </a:rPr>
              <a:t>Thanks for attending!</a:t>
            </a:r>
            <a:endParaRPr sz="1200">
              <a:solidFill>
                <a:schemeClr val="dk1"/>
              </a:solidFill>
              <a:latin typeface="Source Code Pro"/>
              <a:ea typeface="Source Code Pro"/>
              <a:cs typeface="Source Code Pro"/>
              <a:sym typeface="Source Code Pro"/>
            </a:endParaRPr>
          </a:p>
          <a:p>
            <a:pPr indent="0" lvl="0" marL="0" rtl="0" algn="l">
              <a:spcBef>
                <a:spcPts val="0"/>
              </a:spcBef>
              <a:spcAft>
                <a:spcPts val="0"/>
              </a:spcAft>
              <a:buNone/>
            </a:pPr>
            <a:r>
              <a:t/>
            </a:r>
            <a:endParaRPr sz="1200">
              <a:solidFill>
                <a:schemeClr val="dk1"/>
              </a:solidFill>
              <a:latin typeface="Source Code Pro"/>
              <a:ea typeface="Source Code Pro"/>
              <a:cs typeface="Source Code Pro"/>
              <a:sym typeface="Source Code Pro"/>
            </a:endParaRPr>
          </a:p>
          <a:p>
            <a:pPr indent="-304800" lvl="0" marL="457200" rtl="0" algn="l">
              <a:spcBef>
                <a:spcPts val="0"/>
              </a:spcBef>
              <a:spcAft>
                <a:spcPts val="0"/>
              </a:spcAft>
              <a:buClr>
                <a:schemeClr val="dk1"/>
              </a:buClr>
              <a:buSzPts val="1200"/>
              <a:buFont typeface="Source Code Pro"/>
              <a:buChar char="-"/>
            </a:pPr>
            <a:r>
              <a:rPr lang="en" sz="1200">
                <a:solidFill>
                  <a:schemeClr val="dk1"/>
                </a:solidFill>
                <a:latin typeface="Source Code Pro"/>
                <a:ea typeface="Source Code Pro"/>
                <a:cs typeface="Source Code Pro"/>
                <a:sym typeface="Source Code Pro"/>
              </a:rPr>
              <a:t>OS Team</a:t>
            </a:r>
            <a:endParaRPr sz="1200">
              <a:solidFill>
                <a:schemeClr val="dk1"/>
              </a:solidFill>
              <a:latin typeface="Source Code Pro"/>
              <a:ea typeface="Source Code Pro"/>
              <a:cs typeface="Source Code Pro"/>
              <a:sym typeface="Source Code Pr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grpSp>
        <p:nvGrpSpPr>
          <p:cNvPr id="1013" name="Google Shape;1013;p109"/>
          <p:cNvGrpSpPr/>
          <p:nvPr/>
        </p:nvGrpSpPr>
        <p:grpSpPr>
          <a:xfrm>
            <a:off x="772525" y="726625"/>
            <a:ext cx="6578100" cy="3438300"/>
            <a:chOff x="772525" y="726625"/>
            <a:chExt cx="6578100" cy="3438300"/>
          </a:xfrm>
        </p:grpSpPr>
        <p:sp>
          <p:nvSpPr>
            <p:cNvPr id="1014" name="Google Shape;1014;p109"/>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09"/>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6" name="Google Shape;1016;p109"/>
          <p:cNvGrpSpPr/>
          <p:nvPr/>
        </p:nvGrpSpPr>
        <p:grpSpPr>
          <a:xfrm>
            <a:off x="3993600" y="3441475"/>
            <a:ext cx="2119748" cy="1127400"/>
            <a:chOff x="4924170" y="3441525"/>
            <a:chExt cx="3447305" cy="1127400"/>
          </a:xfrm>
        </p:grpSpPr>
        <p:sp>
          <p:nvSpPr>
            <p:cNvPr id="1017" name="Google Shape;1017;p109"/>
            <p:cNvSpPr/>
            <p:nvPr/>
          </p:nvSpPr>
          <p:spPr>
            <a:xfrm>
              <a:off x="4924170" y="3441525"/>
              <a:ext cx="3447300" cy="112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09"/>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109"/>
          <p:cNvGrpSpPr/>
          <p:nvPr/>
        </p:nvGrpSpPr>
        <p:grpSpPr>
          <a:xfrm>
            <a:off x="5422275" y="1302375"/>
            <a:ext cx="2560700" cy="1952840"/>
            <a:chOff x="-227375" y="1029588"/>
            <a:chExt cx="4718446" cy="4667400"/>
          </a:xfrm>
        </p:grpSpPr>
        <p:sp>
          <p:nvSpPr>
            <p:cNvPr id="1020" name="Google Shape;1020;p109"/>
            <p:cNvSpPr/>
            <p:nvPr/>
          </p:nvSpPr>
          <p:spPr>
            <a:xfrm>
              <a:off x="-227375" y="1029588"/>
              <a:ext cx="4718400" cy="466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09"/>
            <p:cNvSpPr/>
            <p:nvPr/>
          </p:nvSpPr>
          <p:spPr>
            <a:xfrm>
              <a:off x="-227329" y="1029588"/>
              <a:ext cx="47184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22" name="Google Shape;1022;p109"/>
          <p:cNvSpPr txBox="1"/>
          <p:nvPr>
            <p:ph type="title"/>
          </p:nvPr>
        </p:nvSpPr>
        <p:spPr>
          <a:xfrm>
            <a:off x="1045150" y="1866000"/>
            <a:ext cx="3943500" cy="8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Compilers</a:t>
            </a:r>
            <a:endParaRPr/>
          </a:p>
        </p:txBody>
      </p:sp>
      <p:sp>
        <p:nvSpPr>
          <p:cNvPr id="1023" name="Google Shape;1023;p109"/>
          <p:cNvSpPr txBox="1"/>
          <p:nvPr>
            <p:ph idx="2" type="title"/>
          </p:nvPr>
        </p:nvSpPr>
        <p:spPr>
          <a:xfrm>
            <a:off x="5590076" y="1551675"/>
            <a:ext cx="2225100" cy="151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024" name="Google Shape;1024;p109"/>
          <p:cNvSpPr txBox="1"/>
          <p:nvPr/>
        </p:nvSpPr>
        <p:spPr>
          <a:xfrm>
            <a:off x="841925" y="1094475"/>
            <a:ext cx="1077300" cy="5688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None/>
            </a:pPr>
            <a:r>
              <a:rPr lang="en" sz="3600">
                <a:solidFill>
                  <a:schemeClr val="lt2"/>
                </a:solidFill>
                <a:latin typeface="Quantico"/>
                <a:ea typeface="Quantico"/>
                <a:cs typeface="Quantico"/>
                <a:sym typeface="Quantico"/>
              </a:rPr>
              <a:t>&lt;/&gt;</a:t>
            </a:r>
            <a:endParaRPr sz="3600">
              <a:solidFill>
                <a:schemeClr val="lt2"/>
              </a:solidFill>
            </a:endParaRPr>
          </a:p>
        </p:txBody>
      </p:sp>
      <p:sp>
        <p:nvSpPr>
          <p:cNvPr id="1025" name="Google Shape;1025;p109"/>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026" name="Google Shape;1026;p109"/>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027" name="Google Shape;1027;p109"/>
          <p:cNvSpPr txBox="1"/>
          <p:nvPr/>
        </p:nvSpPr>
        <p:spPr>
          <a:xfrm>
            <a:off x="4445082" y="3760875"/>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grpSp>
        <p:nvGrpSpPr>
          <p:cNvPr id="1032" name="Google Shape;1032;p110"/>
          <p:cNvGrpSpPr/>
          <p:nvPr/>
        </p:nvGrpSpPr>
        <p:grpSpPr>
          <a:xfrm flipH="1">
            <a:off x="1837996" y="726625"/>
            <a:ext cx="6578100" cy="3438300"/>
            <a:chOff x="772525" y="726625"/>
            <a:chExt cx="6578100" cy="3438300"/>
          </a:xfrm>
        </p:grpSpPr>
        <p:sp>
          <p:nvSpPr>
            <p:cNvPr id="1033" name="Google Shape;1033;p110"/>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110"/>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5" name="Google Shape;1035;p110"/>
          <p:cNvGrpSpPr/>
          <p:nvPr/>
        </p:nvGrpSpPr>
        <p:grpSpPr>
          <a:xfrm flipH="1">
            <a:off x="4066704" y="3324200"/>
            <a:ext cx="3447300" cy="962400"/>
            <a:chOff x="4924175" y="3441525"/>
            <a:chExt cx="3447300" cy="962400"/>
          </a:xfrm>
        </p:grpSpPr>
        <p:sp>
          <p:nvSpPr>
            <p:cNvPr id="1036" name="Google Shape;1036;p110"/>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110"/>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8" name="Google Shape;1038;p110"/>
          <p:cNvGrpSpPr/>
          <p:nvPr/>
        </p:nvGrpSpPr>
        <p:grpSpPr>
          <a:xfrm flipH="1">
            <a:off x="839620" y="2361876"/>
            <a:ext cx="1864833" cy="1637043"/>
            <a:chOff x="1054812" y="1029590"/>
            <a:chExt cx="3436214" cy="3912627"/>
          </a:xfrm>
        </p:grpSpPr>
        <p:sp>
          <p:nvSpPr>
            <p:cNvPr id="1039" name="Google Shape;1039;p110"/>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110"/>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1" name="Google Shape;1041;p110"/>
          <p:cNvSpPr txBox="1"/>
          <p:nvPr>
            <p:ph type="title"/>
          </p:nvPr>
        </p:nvSpPr>
        <p:spPr>
          <a:xfrm>
            <a:off x="3010050" y="1319525"/>
            <a:ext cx="5250600" cy="168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Writing a Compiler</a:t>
            </a:r>
            <a:endParaRPr sz="5500"/>
          </a:p>
        </p:txBody>
      </p:sp>
      <p:sp>
        <p:nvSpPr>
          <p:cNvPr id="1042" name="Google Shape;1042;p110"/>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High-Level Programming to VM Code</a:t>
            </a:r>
            <a:endParaRPr sz="1500">
              <a:latin typeface="Share Tech"/>
              <a:ea typeface="Share Tech"/>
              <a:cs typeface="Share Tech"/>
              <a:sym typeface="Share Tech"/>
            </a:endParaRPr>
          </a:p>
        </p:txBody>
      </p:sp>
      <p:sp>
        <p:nvSpPr>
          <p:cNvPr id="1043" name="Google Shape;1043;p110"/>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044" name="Google Shape;1044;p110"/>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045" name="Google Shape;1045;p110"/>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046" name="Google Shape;1046;p110"/>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047" name="Google Shape;1047;p110"/>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1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What Will We Learn</a:t>
            </a:r>
            <a:endParaRPr b="1" sz="2300">
              <a:solidFill>
                <a:schemeClr val="lt2"/>
              </a:solidFill>
            </a:endParaRPr>
          </a:p>
        </p:txBody>
      </p:sp>
      <p:sp>
        <p:nvSpPr>
          <p:cNvPr id="1053" name="Google Shape;1053;p111"/>
          <p:cNvSpPr txBox="1"/>
          <p:nvPr>
            <p:ph idx="1" type="body"/>
          </p:nvPr>
        </p:nvSpPr>
        <p:spPr>
          <a:xfrm>
            <a:off x="720000" y="1002575"/>
            <a:ext cx="17913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Syntax Analysis</a:t>
            </a:r>
            <a:endParaRPr sz="1000"/>
          </a:p>
          <a:p>
            <a:pPr indent="0" lvl="0" marL="0" rtl="0" algn="l">
              <a:lnSpc>
                <a:spcPct val="90000"/>
              </a:lnSpc>
              <a:spcBef>
                <a:spcPts val="600"/>
              </a:spcBef>
              <a:spcAft>
                <a:spcPts val="0"/>
              </a:spcAft>
              <a:buNone/>
            </a:pPr>
            <a:r>
              <a:rPr lang="en" sz="1000"/>
              <a:t>Lexical Analysis</a:t>
            </a:r>
            <a:endParaRPr sz="1000"/>
          </a:p>
          <a:p>
            <a:pPr indent="0" lvl="0" marL="0" rtl="0" algn="l">
              <a:lnSpc>
                <a:spcPct val="90000"/>
              </a:lnSpc>
              <a:spcBef>
                <a:spcPts val="600"/>
              </a:spcBef>
              <a:spcAft>
                <a:spcPts val="0"/>
              </a:spcAft>
              <a:buNone/>
            </a:pPr>
            <a:r>
              <a:rPr lang="en" sz="1000"/>
              <a:t>Grammars</a:t>
            </a:r>
            <a:endParaRPr sz="1000"/>
          </a:p>
          <a:p>
            <a:pPr indent="0" lvl="0" marL="0" rtl="0" algn="l">
              <a:lnSpc>
                <a:spcPct val="90000"/>
              </a:lnSpc>
              <a:spcBef>
                <a:spcPts val="600"/>
              </a:spcBef>
              <a:spcAft>
                <a:spcPts val="0"/>
              </a:spcAft>
              <a:buNone/>
            </a:pPr>
            <a:r>
              <a:rPr lang="en" sz="1000"/>
              <a:t>Parse Trees</a:t>
            </a:r>
            <a:endParaRPr sz="1000"/>
          </a:p>
          <a:p>
            <a:pPr indent="0" lvl="0" marL="0" rtl="0" algn="l">
              <a:lnSpc>
                <a:spcPct val="90000"/>
              </a:lnSpc>
              <a:spcBef>
                <a:spcPts val="600"/>
              </a:spcBef>
              <a:spcAft>
                <a:spcPts val="0"/>
              </a:spcAft>
              <a:buNone/>
            </a:pPr>
            <a:r>
              <a:rPr lang="en" sz="1000"/>
              <a:t>Parse Logic</a:t>
            </a:r>
            <a:endParaRPr sz="1000"/>
          </a:p>
          <a:p>
            <a:pPr indent="0" lvl="0" marL="0" rtl="0" algn="l">
              <a:lnSpc>
                <a:spcPct val="90000"/>
              </a:lnSpc>
              <a:spcBef>
                <a:spcPts val="600"/>
              </a:spcBef>
              <a:spcAft>
                <a:spcPts val="0"/>
              </a:spcAft>
              <a:buNone/>
            </a:pPr>
            <a:r>
              <a:t/>
            </a:r>
            <a:endParaRPr sz="1000"/>
          </a:p>
        </p:txBody>
      </p:sp>
      <p:grpSp>
        <p:nvGrpSpPr>
          <p:cNvPr id="1054" name="Google Shape;1054;p111"/>
          <p:cNvGrpSpPr/>
          <p:nvPr/>
        </p:nvGrpSpPr>
        <p:grpSpPr>
          <a:xfrm>
            <a:off x="3227598" y="1465920"/>
            <a:ext cx="5591860" cy="2345437"/>
            <a:chOff x="3227598" y="1465920"/>
            <a:chExt cx="5591860" cy="2345437"/>
          </a:xfrm>
        </p:grpSpPr>
        <p:grpSp>
          <p:nvGrpSpPr>
            <p:cNvPr id="1055" name="Google Shape;1055;p111"/>
            <p:cNvGrpSpPr/>
            <p:nvPr/>
          </p:nvGrpSpPr>
          <p:grpSpPr>
            <a:xfrm>
              <a:off x="3227598" y="1465920"/>
              <a:ext cx="5371815" cy="2345437"/>
              <a:chOff x="2305250" y="1156225"/>
              <a:chExt cx="6587951" cy="2876425"/>
            </a:xfrm>
          </p:grpSpPr>
          <p:grpSp>
            <p:nvGrpSpPr>
              <p:cNvPr id="1056" name="Google Shape;1056;p111"/>
              <p:cNvGrpSpPr/>
              <p:nvPr/>
            </p:nvGrpSpPr>
            <p:grpSpPr>
              <a:xfrm>
                <a:off x="2305250" y="1156225"/>
                <a:ext cx="6587951" cy="2876425"/>
                <a:chOff x="2305250" y="1156225"/>
                <a:chExt cx="6587951" cy="2876425"/>
              </a:xfrm>
            </p:grpSpPr>
            <p:pic>
              <p:nvPicPr>
                <p:cNvPr id="1057" name="Google Shape;1057;p111"/>
                <p:cNvPicPr preferRelativeResize="0"/>
                <p:nvPr/>
              </p:nvPicPr>
              <p:blipFill>
                <a:blip r:embed="rId3">
                  <a:alphaModFix/>
                </a:blip>
                <a:stretch>
                  <a:fillRect/>
                </a:stretch>
              </p:blipFill>
              <p:spPr>
                <a:xfrm>
                  <a:off x="2305250" y="1156225"/>
                  <a:ext cx="6587951" cy="2876425"/>
                </a:xfrm>
                <a:prstGeom prst="rect">
                  <a:avLst/>
                </a:prstGeom>
                <a:noFill/>
                <a:ln>
                  <a:noFill/>
                </a:ln>
              </p:spPr>
            </p:pic>
            <p:sp>
              <p:nvSpPr>
                <p:cNvPr id="1058" name="Google Shape;1058;p111"/>
                <p:cNvSpPr/>
                <p:nvPr/>
              </p:nvSpPr>
              <p:spPr>
                <a:xfrm>
                  <a:off x="2515550" y="2814825"/>
                  <a:ext cx="562200" cy="296700"/>
                </a:xfrm>
                <a:prstGeom prst="rect">
                  <a:avLst/>
                </a:prstGeom>
                <a:solidFill>
                  <a:srgbClr val="FFFFFF"/>
                </a:solidFill>
                <a:ln cap="flat" cmpd="sng" w="7775">
                  <a:solidFill>
                    <a:srgbClr val="FFFFFF"/>
                  </a:solidFill>
                  <a:prstDash val="solid"/>
                  <a:round/>
                  <a:headEnd len="sm" w="sm" type="none"/>
                  <a:tailEnd len="sm" w="sm" type="none"/>
                </a:ln>
              </p:spPr>
              <p:txBody>
                <a:bodyPr anchorCtr="0" anchor="ctr" bIns="74550" lIns="74550" spcFirstLastPara="1" rIns="74550" wrap="square" tIns="74550">
                  <a:noAutofit/>
                </a:bodyPr>
                <a:lstStyle/>
                <a:p>
                  <a:pPr indent="0" lvl="0" marL="0" rtl="0" algn="ctr">
                    <a:spcBef>
                      <a:spcPts val="0"/>
                    </a:spcBef>
                    <a:spcAft>
                      <a:spcPts val="0"/>
                    </a:spcAft>
                    <a:buNone/>
                  </a:pPr>
                  <a:r>
                    <a:t/>
                  </a:r>
                  <a:endParaRPr sz="1142">
                    <a:latin typeface="Share Tech"/>
                    <a:ea typeface="Share Tech"/>
                    <a:cs typeface="Share Tech"/>
                    <a:sym typeface="Share Tech"/>
                  </a:endParaRPr>
                </a:p>
              </p:txBody>
            </p:sp>
          </p:grpSp>
          <p:sp>
            <p:nvSpPr>
              <p:cNvPr id="1059" name="Google Shape;1059;p111"/>
              <p:cNvSpPr txBox="1"/>
              <p:nvPr/>
            </p:nvSpPr>
            <p:spPr>
              <a:xfrm>
                <a:off x="2396950" y="2719150"/>
                <a:ext cx="1007400" cy="523200"/>
              </a:xfrm>
              <a:prstGeom prst="rect">
                <a:avLst/>
              </a:prstGeom>
              <a:noFill/>
              <a:ln>
                <a:noFill/>
              </a:ln>
            </p:spPr>
            <p:txBody>
              <a:bodyPr anchorCtr="0" anchor="t" bIns="74550" lIns="74550" spcFirstLastPara="1" rIns="74550" wrap="square" tIns="74550">
                <a:spAutoFit/>
              </a:bodyPr>
              <a:lstStyle/>
              <a:p>
                <a:pPr indent="0" lvl="0" marL="0" rtl="0" algn="l">
                  <a:spcBef>
                    <a:spcPts val="0"/>
                  </a:spcBef>
                  <a:spcAft>
                    <a:spcPts val="0"/>
                  </a:spcAft>
                  <a:buNone/>
                </a:pPr>
                <a:r>
                  <a:rPr lang="en" sz="897">
                    <a:solidFill>
                      <a:srgbClr val="000000"/>
                    </a:solidFill>
                    <a:latin typeface="Share Tech"/>
                    <a:ea typeface="Share Tech"/>
                    <a:cs typeface="Share Tech"/>
                    <a:sym typeface="Share Tech"/>
                  </a:rPr>
                  <a:t>High-level program</a:t>
                </a:r>
                <a:endParaRPr sz="897">
                  <a:solidFill>
                    <a:srgbClr val="000000"/>
                  </a:solidFill>
                  <a:latin typeface="Share Tech"/>
                  <a:ea typeface="Share Tech"/>
                  <a:cs typeface="Share Tech"/>
                  <a:sym typeface="Share Tech"/>
                </a:endParaRPr>
              </a:p>
            </p:txBody>
          </p:sp>
        </p:grpSp>
        <p:sp>
          <p:nvSpPr>
            <p:cNvPr id="1060" name="Google Shape;1060;p111"/>
            <p:cNvSpPr/>
            <p:nvPr/>
          </p:nvSpPr>
          <p:spPr>
            <a:xfrm>
              <a:off x="5059378" y="1858298"/>
              <a:ext cx="933900" cy="164400"/>
            </a:xfrm>
            <a:prstGeom prst="rect">
              <a:avLst/>
            </a:prstGeom>
            <a:solidFill>
              <a:srgbClr val="FFFFFF"/>
            </a:solidFill>
            <a:ln cap="flat" cmpd="sng" w="7775">
              <a:solidFill>
                <a:srgbClr val="FFFFFF"/>
              </a:solidFill>
              <a:prstDash val="solid"/>
              <a:round/>
              <a:headEnd len="sm" w="sm" type="none"/>
              <a:tailEnd len="sm" w="sm" type="none"/>
            </a:ln>
          </p:spPr>
          <p:txBody>
            <a:bodyPr anchorCtr="0" anchor="ctr" bIns="74550" lIns="74550" spcFirstLastPara="1" rIns="74550" wrap="square" tIns="74550">
              <a:noAutofit/>
            </a:bodyPr>
            <a:lstStyle/>
            <a:p>
              <a:pPr indent="0" lvl="0" marL="0" rtl="0" algn="ctr">
                <a:spcBef>
                  <a:spcPts val="0"/>
                </a:spcBef>
                <a:spcAft>
                  <a:spcPts val="0"/>
                </a:spcAft>
                <a:buNone/>
              </a:pPr>
              <a:r>
                <a:t/>
              </a:r>
              <a:endParaRPr sz="1142">
                <a:latin typeface="Share Tech"/>
                <a:ea typeface="Share Tech"/>
                <a:cs typeface="Share Tech"/>
                <a:sym typeface="Share Tech"/>
              </a:endParaRPr>
            </a:p>
          </p:txBody>
        </p:sp>
        <p:sp>
          <p:nvSpPr>
            <p:cNvPr id="1061" name="Google Shape;1061;p111"/>
            <p:cNvSpPr txBox="1"/>
            <p:nvPr/>
          </p:nvSpPr>
          <p:spPr>
            <a:xfrm>
              <a:off x="4436758" y="1901534"/>
              <a:ext cx="4382700" cy="351300"/>
            </a:xfrm>
            <a:prstGeom prst="rect">
              <a:avLst/>
            </a:prstGeom>
            <a:noFill/>
            <a:ln>
              <a:noFill/>
            </a:ln>
          </p:spPr>
          <p:txBody>
            <a:bodyPr anchorCtr="0" anchor="t" bIns="74550" lIns="74550" spcFirstLastPara="1" rIns="74550" wrap="square" tIns="74550">
              <a:spAutoFit/>
            </a:bodyPr>
            <a:lstStyle/>
            <a:p>
              <a:pPr indent="0" lvl="0" marL="0" rtl="0" algn="l">
                <a:spcBef>
                  <a:spcPts val="0"/>
                </a:spcBef>
                <a:spcAft>
                  <a:spcPts val="0"/>
                </a:spcAft>
                <a:buNone/>
              </a:pPr>
              <a:r>
                <a:t/>
              </a:r>
              <a:endParaRPr sz="1305">
                <a:solidFill>
                  <a:srgbClr val="FFFFFF"/>
                </a:solidFill>
                <a:latin typeface="Share Tech"/>
                <a:ea typeface="Share Tech"/>
                <a:cs typeface="Share Tech"/>
                <a:sym typeface="Share Tech"/>
              </a:endParaRPr>
            </a:p>
          </p:txBody>
        </p:sp>
        <p:sp>
          <p:nvSpPr>
            <p:cNvPr id="1062" name="Google Shape;1062;p111"/>
            <p:cNvSpPr txBox="1"/>
            <p:nvPr/>
          </p:nvSpPr>
          <p:spPr>
            <a:xfrm>
              <a:off x="4794169" y="1783566"/>
              <a:ext cx="2446200" cy="326400"/>
            </a:xfrm>
            <a:prstGeom prst="rect">
              <a:avLst/>
            </a:prstGeom>
            <a:noFill/>
            <a:ln>
              <a:noFill/>
            </a:ln>
          </p:spPr>
          <p:txBody>
            <a:bodyPr anchorCtr="0" anchor="t" bIns="74550" lIns="74550" spcFirstLastPara="1" rIns="74550" wrap="square" tIns="74550">
              <a:spAutoFit/>
            </a:bodyPr>
            <a:lstStyle/>
            <a:p>
              <a:pPr indent="0" lvl="0" marL="0" rtl="0" algn="l">
                <a:spcBef>
                  <a:spcPts val="0"/>
                </a:spcBef>
                <a:spcAft>
                  <a:spcPts val="0"/>
                </a:spcAft>
                <a:buNone/>
              </a:pPr>
              <a:r>
                <a:rPr b="1" lang="en" sz="1142">
                  <a:solidFill>
                    <a:srgbClr val="000000"/>
                  </a:solidFill>
                  <a:latin typeface="Share Tech"/>
                  <a:ea typeface="Share Tech"/>
                  <a:cs typeface="Share Tech"/>
                  <a:sym typeface="Share Tech"/>
                </a:rPr>
                <a:t>Compiler</a:t>
              </a:r>
              <a:endParaRPr b="1" sz="1142">
                <a:solidFill>
                  <a:srgbClr val="000000"/>
                </a:solidFill>
                <a:latin typeface="Share Tech"/>
                <a:ea typeface="Share Tech"/>
                <a:cs typeface="Share Tech"/>
                <a:sym typeface="Share Tech"/>
              </a:endParaRPr>
            </a:p>
          </p:txBody>
        </p:sp>
        <p:pic>
          <p:nvPicPr>
            <p:cNvPr id="1063" name="Google Shape;1063;p111"/>
            <p:cNvPicPr preferRelativeResize="0"/>
            <p:nvPr/>
          </p:nvPicPr>
          <p:blipFill>
            <a:blip r:embed="rId4">
              <a:alphaModFix/>
            </a:blip>
            <a:stretch>
              <a:fillRect/>
            </a:stretch>
          </p:blipFill>
          <p:spPr>
            <a:xfrm>
              <a:off x="6744628" y="1465925"/>
              <a:ext cx="636869" cy="317641"/>
            </a:xfrm>
            <a:prstGeom prst="rect">
              <a:avLst/>
            </a:prstGeom>
            <a:noFill/>
            <a:ln>
              <a:noFill/>
            </a:ln>
          </p:spPr>
        </p:pic>
        <p:sp>
          <p:nvSpPr>
            <p:cNvPr id="1064" name="Google Shape;1064;p111"/>
            <p:cNvSpPr txBox="1"/>
            <p:nvPr/>
          </p:nvSpPr>
          <p:spPr>
            <a:xfrm>
              <a:off x="6650327" y="1572802"/>
              <a:ext cx="557100" cy="288600"/>
            </a:xfrm>
            <a:prstGeom prst="rect">
              <a:avLst/>
            </a:prstGeom>
            <a:noFill/>
            <a:ln>
              <a:noFill/>
            </a:ln>
          </p:spPr>
          <p:txBody>
            <a:bodyPr anchorCtr="0" anchor="t" bIns="74550" lIns="74550" spcFirstLastPara="1" rIns="74550" wrap="square" tIns="74550">
              <a:spAutoFit/>
            </a:bodyPr>
            <a:lstStyle/>
            <a:p>
              <a:pPr indent="0" lvl="0" marL="0" rtl="0" algn="l">
                <a:spcBef>
                  <a:spcPts val="0"/>
                </a:spcBef>
                <a:spcAft>
                  <a:spcPts val="0"/>
                </a:spcAft>
                <a:buNone/>
              </a:pPr>
              <a:r>
                <a:rPr lang="en" sz="897">
                  <a:solidFill>
                    <a:srgbClr val="000000"/>
                  </a:solidFill>
                  <a:latin typeface="Share Tech"/>
                  <a:ea typeface="Share Tech"/>
                  <a:cs typeface="Share Tech"/>
                  <a:sym typeface="Share Tech"/>
                </a:rPr>
                <a:t>Testing</a:t>
              </a:r>
              <a:endParaRPr sz="897">
                <a:solidFill>
                  <a:srgbClr val="000000"/>
                </a:solidFill>
                <a:latin typeface="Share Tech"/>
                <a:ea typeface="Share Tech"/>
                <a:cs typeface="Share Tech"/>
                <a:sym typeface="Share Tech"/>
              </a:endParaRPr>
            </a:p>
          </p:txBody>
        </p:sp>
      </p:gr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grpSp>
        <p:nvGrpSpPr>
          <p:cNvPr id="1069" name="Google Shape;1069;p112"/>
          <p:cNvGrpSpPr/>
          <p:nvPr/>
        </p:nvGrpSpPr>
        <p:grpSpPr>
          <a:xfrm flipH="1">
            <a:off x="1837996" y="726625"/>
            <a:ext cx="6578100" cy="3438300"/>
            <a:chOff x="772525" y="726625"/>
            <a:chExt cx="6578100" cy="3438300"/>
          </a:xfrm>
        </p:grpSpPr>
        <p:sp>
          <p:nvSpPr>
            <p:cNvPr id="1070" name="Google Shape;1070;p112"/>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12"/>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2" name="Google Shape;1072;p112"/>
          <p:cNvGrpSpPr/>
          <p:nvPr/>
        </p:nvGrpSpPr>
        <p:grpSpPr>
          <a:xfrm flipH="1">
            <a:off x="4066704" y="3324200"/>
            <a:ext cx="3447300" cy="962400"/>
            <a:chOff x="4924175" y="3441525"/>
            <a:chExt cx="3447300" cy="962400"/>
          </a:xfrm>
        </p:grpSpPr>
        <p:sp>
          <p:nvSpPr>
            <p:cNvPr id="1073" name="Google Shape;1073;p112"/>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12"/>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5" name="Google Shape;1075;p112"/>
          <p:cNvGrpSpPr/>
          <p:nvPr/>
        </p:nvGrpSpPr>
        <p:grpSpPr>
          <a:xfrm flipH="1">
            <a:off x="839620" y="2361876"/>
            <a:ext cx="1864833" cy="1637043"/>
            <a:chOff x="1054812" y="1029590"/>
            <a:chExt cx="3436214" cy="3912627"/>
          </a:xfrm>
        </p:grpSpPr>
        <p:sp>
          <p:nvSpPr>
            <p:cNvPr id="1076" name="Google Shape;1076;p112"/>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12"/>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8" name="Google Shape;1078;p112"/>
          <p:cNvSpPr txBox="1"/>
          <p:nvPr>
            <p:ph type="title"/>
          </p:nvPr>
        </p:nvSpPr>
        <p:spPr>
          <a:xfrm>
            <a:off x="3010050" y="1319525"/>
            <a:ext cx="5250600" cy="168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Syntax Analyzer</a:t>
            </a:r>
            <a:endParaRPr sz="5500"/>
          </a:p>
        </p:txBody>
      </p:sp>
      <p:sp>
        <p:nvSpPr>
          <p:cNvPr id="1079" name="Google Shape;1079;p112"/>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080" name="Google Shape;1080;p112"/>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081" name="Google Shape;1081;p112"/>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082" name="Google Shape;1082;p112"/>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083" name="Google Shape;1083;p112"/>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084" name="Google Shape;1084;p112"/>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1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Syntax Analyzer</a:t>
            </a:r>
            <a:endParaRPr b="1" sz="2300">
              <a:solidFill>
                <a:schemeClr val="lt2"/>
              </a:solidFill>
            </a:endParaRPr>
          </a:p>
        </p:txBody>
      </p:sp>
      <p:sp>
        <p:nvSpPr>
          <p:cNvPr id="1090" name="Google Shape;1090;p113"/>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 component of a compiler that checks if the input code (a sequence of tokens) follows the grammatical rules of the programming language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Consists of</a:t>
            </a:r>
            <a:endParaRPr sz="1000"/>
          </a:p>
          <a:p>
            <a:pPr indent="0" lvl="0" marL="0" rtl="0" algn="l">
              <a:lnSpc>
                <a:spcPct val="90000"/>
              </a:lnSpc>
              <a:spcBef>
                <a:spcPts val="600"/>
              </a:spcBef>
              <a:spcAft>
                <a:spcPts val="0"/>
              </a:spcAft>
              <a:buNone/>
            </a:pPr>
            <a:r>
              <a:rPr lang="en" sz="1000"/>
              <a:t>Tokenizer – Utilizes Lexical Analysis</a:t>
            </a:r>
            <a:endParaRPr sz="1000"/>
          </a:p>
          <a:p>
            <a:pPr indent="0" lvl="0" marL="0" rtl="0" algn="l">
              <a:lnSpc>
                <a:spcPct val="90000"/>
              </a:lnSpc>
              <a:spcBef>
                <a:spcPts val="600"/>
              </a:spcBef>
              <a:spcAft>
                <a:spcPts val="0"/>
              </a:spcAft>
              <a:buNone/>
            </a:pPr>
            <a:r>
              <a:rPr lang="en" sz="1000"/>
              <a:t>Parser –</a:t>
            </a:r>
            <a:r>
              <a:rPr lang="en" sz="1000"/>
              <a:t> Utilizes Syntax Analysis</a:t>
            </a:r>
            <a:endParaRPr sz="1000"/>
          </a:p>
          <a:p>
            <a:pPr indent="0" lvl="0" marL="0" rtl="0" algn="l">
              <a:lnSpc>
                <a:spcPct val="90000"/>
              </a:lnSpc>
              <a:spcBef>
                <a:spcPts val="600"/>
              </a:spcBef>
              <a:spcAft>
                <a:spcPts val="0"/>
              </a:spcAft>
              <a:buNone/>
            </a:pPr>
            <a:r>
              <a:t/>
            </a:r>
            <a:endParaRPr sz="1000"/>
          </a:p>
        </p:txBody>
      </p:sp>
      <p:grpSp>
        <p:nvGrpSpPr>
          <p:cNvPr id="1091" name="Google Shape;1091;p113"/>
          <p:cNvGrpSpPr/>
          <p:nvPr/>
        </p:nvGrpSpPr>
        <p:grpSpPr>
          <a:xfrm>
            <a:off x="5964572" y="1879787"/>
            <a:ext cx="2075246" cy="1814391"/>
            <a:chOff x="5571900" y="445025"/>
            <a:chExt cx="3260402" cy="2850575"/>
          </a:xfrm>
        </p:grpSpPr>
        <p:pic>
          <p:nvPicPr>
            <p:cNvPr id="1092" name="Google Shape;1092;p113"/>
            <p:cNvPicPr preferRelativeResize="0"/>
            <p:nvPr/>
          </p:nvPicPr>
          <p:blipFill>
            <a:blip r:embed="rId3">
              <a:alphaModFix/>
            </a:blip>
            <a:stretch>
              <a:fillRect/>
            </a:stretch>
          </p:blipFill>
          <p:spPr>
            <a:xfrm>
              <a:off x="5571900" y="445025"/>
              <a:ext cx="3260402" cy="2850575"/>
            </a:xfrm>
            <a:prstGeom prst="rect">
              <a:avLst/>
            </a:prstGeom>
            <a:noFill/>
            <a:ln>
              <a:noFill/>
            </a:ln>
          </p:spPr>
        </p:pic>
        <p:pic>
          <p:nvPicPr>
            <p:cNvPr id="1093" name="Google Shape;1093;p113"/>
            <p:cNvPicPr preferRelativeResize="0"/>
            <p:nvPr/>
          </p:nvPicPr>
          <p:blipFill>
            <a:blip r:embed="rId4">
              <a:alphaModFix/>
            </a:blip>
            <a:stretch>
              <a:fillRect/>
            </a:stretch>
          </p:blipFill>
          <p:spPr>
            <a:xfrm>
              <a:off x="5953425" y="2390400"/>
              <a:ext cx="1228725" cy="683675"/>
            </a:xfrm>
            <a:prstGeom prst="rect">
              <a:avLst/>
            </a:prstGeom>
            <a:noFill/>
            <a:ln>
              <a:noFill/>
            </a:ln>
          </p:spPr>
        </p:pic>
      </p:gr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grpSp>
        <p:nvGrpSpPr>
          <p:cNvPr id="1098" name="Google Shape;1098;p114"/>
          <p:cNvGrpSpPr/>
          <p:nvPr/>
        </p:nvGrpSpPr>
        <p:grpSpPr>
          <a:xfrm flipH="1">
            <a:off x="1837996" y="726625"/>
            <a:ext cx="6578100" cy="3438300"/>
            <a:chOff x="772525" y="726625"/>
            <a:chExt cx="6578100" cy="3438300"/>
          </a:xfrm>
        </p:grpSpPr>
        <p:sp>
          <p:nvSpPr>
            <p:cNvPr id="1099" name="Google Shape;1099;p114"/>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14"/>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1" name="Google Shape;1101;p114"/>
          <p:cNvGrpSpPr/>
          <p:nvPr/>
        </p:nvGrpSpPr>
        <p:grpSpPr>
          <a:xfrm flipH="1">
            <a:off x="4066704" y="3324200"/>
            <a:ext cx="3447300" cy="962400"/>
            <a:chOff x="4924175" y="3441525"/>
            <a:chExt cx="3447300" cy="962400"/>
          </a:xfrm>
        </p:grpSpPr>
        <p:sp>
          <p:nvSpPr>
            <p:cNvPr id="1102" name="Google Shape;1102;p114"/>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14"/>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4" name="Google Shape;1104;p114"/>
          <p:cNvGrpSpPr/>
          <p:nvPr/>
        </p:nvGrpSpPr>
        <p:grpSpPr>
          <a:xfrm flipH="1">
            <a:off x="839620" y="2361876"/>
            <a:ext cx="1864833" cy="1637043"/>
            <a:chOff x="1054812" y="1029590"/>
            <a:chExt cx="3436214" cy="3912627"/>
          </a:xfrm>
        </p:grpSpPr>
        <p:sp>
          <p:nvSpPr>
            <p:cNvPr id="1105" name="Google Shape;1105;p114"/>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14"/>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114"/>
          <p:cNvSpPr txBox="1"/>
          <p:nvPr>
            <p:ph type="title"/>
          </p:nvPr>
        </p:nvSpPr>
        <p:spPr>
          <a:xfrm>
            <a:off x="3010050" y="1319525"/>
            <a:ext cx="5250600" cy="168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Lexical Analysis</a:t>
            </a:r>
            <a:endParaRPr sz="5500"/>
          </a:p>
        </p:txBody>
      </p:sp>
      <p:sp>
        <p:nvSpPr>
          <p:cNvPr id="1108" name="Google Shape;1108;p114"/>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Writing the Tokenizer</a:t>
            </a:r>
            <a:endParaRPr sz="1500">
              <a:latin typeface="Share Tech"/>
              <a:ea typeface="Share Tech"/>
              <a:cs typeface="Share Tech"/>
              <a:sym typeface="Share Tech"/>
            </a:endParaRPr>
          </a:p>
        </p:txBody>
      </p:sp>
      <p:sp>
        <p:nvSpPr>
          <p:cNvPr id="1109" name="Google Shape;1109;p114"/>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110" name="Google Shape;1110;p114"/>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111" name="Google Shape;1111;p114"/>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112" name="Google Shape;1112;p114"/>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113" name="Google Shape;1113;p114"/>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11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What is This For?</a:t>
            </a:r>
            <a:endParaRPr b="1" sz="2300">
              <a:solidFill>
                <a:schemeClr val="lt2"/>
              </a:solidFill>
            </a:endParaRPr>
          </a:p>
        </p:txBody>
      </p:sp>
      <p:sp>
        <p:nvSpPr>
          <p:cNvPr id="1119" name="Google Shape;1119;p115"/>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The process of converting a sequence of characters into a sequence of tokens.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Writing the Tokenizer</a:t>
            </a:r>
            <a:endParaRPr sz="1000"/>
          </a:p>
          <a:p>
            <a:pPr indent="0" lvl="0" marL="0" rtl="0" algn="l">
              <a:lnSpc>
                <a:spcPct val="90000"/>
              </a:lnSpc>
              <a:spcBef>
                <a:spcPts val="600"/>
              </a:spcBef>
              <a:spcAft>
                <a:spcPts val="0"/>
              </a:spcAft>
              <a:buNone/>
            </a:pPr>
            <a:r>
              <a:t/>
            </a:r>
            <a:endParaRPr sz="1000"/>
          </a:p>
        </p:txBody>
      </p:sp>
      <p:pic>
        <p:nvPicPr>
          <p:cNvPr id="1120" name="Google Shape;1120;p115"/>
          <p:cNvPicPr preferRelativeResize="0"/>
          <p:nvPr/>
        </p:nvPicPr>
        <p:blipFill>
          <a:blip r:embed="rId3">
            <a:alphaModFix/>
          </a:blip>
          <a:stretch>
            <a:fillRect/>
          </a:stretch>
        </p:blipFill>
        <p:spPr>
          <a:xfrm>
            <a:off x="5710075" y="1469402"/>
            <a:ext cx="2713925" cy="23727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1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Tokenizer</a:t>
            </a:r>
            <a:endParaRPr b="1" sz="2300">
              <a:solidFill>
                <a:schemeClr val="lt2"/>
              </a:solidFill>
            </a:endParaRPr>
          </a:p>
        </p:txBody>
      </p:sp>
      <p:sp>
        <p:nvSpPr>
          <p:cNvPr id="1126" name="Google Shape;1126;p116"/>
          <p:cNvSpPr txBox="1"/>
          <p:nvPr>
            <p:ph idx="1" type="body"/>
          </p:nvPr>
        </p:nvSpPr>
        <p:spPr>
          <a:xfrm>
            <a:off x="720000" y="1002575"/>
            <a:ext cx="7704000" cy="11646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Turns a stream of characters (compiler’s input) into tokens with an executable role or value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Token: a string of characters that has a meaning</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Programming languages will include a list of allowed tokens</a:t>
            </a:r>
            <a:endParaRPr sz="1000"/>
          </a:p>
          <a:p>
            <a:pPr indent="0" lvl="0" marL="0" rtl="0" algn="l">
              <a:lnSpc>
                <a:spcPct val="90000"/>
              </a:lnSpc>
              <a:spcBef>
                <a:spcPts val="600"/>
              </a:spcBef>
              <a:spcAft>
                <a:spcPts val="0"/>
              </a:spcAft>
              <a:buNone/>
            </a:pPr>
            <a:r>
              <a:t/>
            </a:r>
            <a:endParaRPr sz="1000"/>
          </a:p>
        </p:txBody>
      </p:sp>
      <p:pic>
        <p:nvPicPr>
          <p:cNvPr id="1127" name="Google Shape;1127;p116"/>
          <p:cNvPicPr preferRelativeResize="0"/>
          <p:nvPr/>
        </p:nvPicPr>
        <p:blipFill>
          <a:blip r:embed="rId3">
            <a:alphaModFix/>
          </a:blip>
          <a:stretch>
            <a:fillRect/>
          </a:stretch>
        </p:blipFill>
        <p:spPr>
          <a:xfrm>
            <a:off x="4322275" y="2167173"/>
            <a:ext cx="4375899" cy="233640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1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Tokens</a:t>
            </a:r>
            <a:endParaRPr b="1" sz="2300">
              <a:solidFill>
                <a:schemeClr val="lt2"/>
              </a:solidFill>
            </a:endParaRPr>
          </a:p>
        </p:txBody>
      </p:sp>
      <p:sp>
        <p:nvSpPr>
          <p:cNvPr id="1133" name="Google Shape;1133;p117"/>
          <p:cNvSpPr txBox="1"/>
          <p:nvPr>
            <p:ph idx="1" type="body"/>
          </p:nvPr>
        </p:nvSpPr>
        <p:spPr>
          <a:xfrm>
            <a:off x="720000" y="1002575"/>
            <a:ext cx="7704000" cy="20877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Tokens are separated into types of tokens so that the repeat of a token type contains meaning (e.g. integer 1 followed by integer 0 results in integer 10).</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Keywords (‘class’, ‘function’, ‘field’, ‘static’, ‘var’, ‘int’, ‘true’, ‘false’, ‘if’, ‘else’, ‘while’, ‘return’, etc.)</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Symbols (‘ { ‘, ‘ } ’, ‘ / ’, ‘ ! ’, ‘ \ ’, ‘ : ’, ‘ ; ’, ‘ = ’, etc.)</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Integers (‘0’, ‘1’, ‘2’, ‘3’, ‘4’, ‘5’, etc.)</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Strings (“potato”, “RGB”, “Sunny”, “Fire”, “skull”, “emoji”, etc)</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Identifiers (calculate_area, x, firstName, hello_there, Digital123)</a:t>
            </a:r>
            <a:endParaRPr sz="1000"/>
          </a:p>
          <a:p>
            <a:pPr indent="-292100" lvl="0" marL="457200" rtl="0" algn="l">
              <a:lnSpc>
                <a:spcPct val="90000"/>
              </a:lnSpc>
              <a:spcBef>
                <a:spcPts val="600"/>
              </a:spcBef>
              <a:spcAft>
                <a:spcPts val="0"/>
              </a:spcAft>
              <a:buSzPts val="1000"/>
              <a:buChar char="-"/>
            </a:pPr>
            <a:r>
              <a:rPr lang="en" sz="1000"/>
              <a:t>A sequence of letters, digits, and underscore not starting with a digit</a:t>
            </a:r>
            <a:endParaRPr sz="1000"/>
          </a:p>
          <a:p>
            <a:pPr indent="0" lvl="0" marL="0" rtl="0" algn="l">
              <a:lnSpc>
                <a:spcPct val="90000"/>
              </a:lnSpc>
              <a:spcBef>
                <a:spcPts val="600"/>
              </a:spcBef>
              <a:spcAft>
                <a:spcPts val="0"/>
              </a:spcAft>
              <a:buNone/>
            </a:pPr>
            <a:r>
              <a:t/>
            </a:r>
            <a:endParaRPr sz="10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grpSp>
        <p:nvGrpSpPr>
          <p:cNvPr id="1138" name="Google Shape;1138;p118"/>
          <p:cNvGrpSpPr/>
          <p:nvPr/>
        </p:nvGrpSpPr>
        <p:grpSpPr>
          <a:xfrm flipH="1">
            <a:off x="1837996" y="726625"/>
            <a:ext cx="6578100" cy="3438300"/>
            <a:chOff x="772525" y="726625"/>
            <a:chExt cx="6578100" cy="3438300"/>
          </a:xfrm>
        </p:grpSpPr>
        <p:sp>
          <p:nvSpPr>
            <p:cNvPr id="1139" name="Google Shape;1139;p118"/>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18"/>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1" name="Google Shape;1141;p118"/>
          <p:cNvGrpSpPr/>
          <p:nvPr/>
        </p:nvGrpSpPr>
        <p:grpSpPr>
          <a:xfrm flipH="1">
            <a:off x="4066704" y="3324200"/>
            <a:ext cx="3447300" cy="962400"/>
            <a:chOff x="4924175" y="3441525"/>
            <a:chExt cx="3447300" cy="962400"/>
          </a:xfrm>
        </p:grpSpPr>
        <p:sp>
          <p:nvSpPr>
            <p:cNvPr id="1142" name="Google Shape;1142;p118"/>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18"/>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4" name="Google Shape;1144;p118"/>
          <p:cNvGrpSpPr/>
          <p:nvPr/>
        </p:nvGrpSpPr>
        <p:grpSpPr>
          <a:xfrm flipH="1">
            <a:off x="839620" y="2361876"/>
            <a:ext cx="1864833" cy="1637043"/>
            <a:chOff x="1054812" y="1029590"/>
            <a:chExt cx="3436214" cy="3912627"/>
          </a:xfrm>
        </p:grpSpPr>
        <p:sp>
          <p:nvSpPr>
            <p:cNvPr id="1145" name="Google Shape;1145;p118"/>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18"/>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7" name="Google Shape;1147;p118"/>
          <p:cNvSpPr txBox="1"/>
          <p:nvPr>
            <p:ph type="title"/>
          </p:nvPr>
        </p:nvSpPr>
        <p:spPr>
          <a:xfrm>
            <a:off x="3010050" y="1409425"/>
            <a:ext cx="5250600" cy="96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Grammars</a:t>
            </a:r>
            <a:endParaRPr sz="5500"/>
          </a:p>
        </p:txBody>
      </p:sp>
      <p:sp>
        <p:nvSpPr>
          <p:cNvPr id="1148" name="Google Shape;1148;p118"/>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What Gives Sequence of Tokens Meaning</a:t>
            </a:r>
            <a:endParaRPr sz="1500">
              <a:latin typeface="Share Tech"/>
              <a:ea typeface="Share Tech"/>
              <a:cs typeface="Share Tech"/>
              <a:sym typeface="Share Tech"/>
            </a:endParaRPr>
          </a:p>
        </p:txBody>
      </p:sp>
      <p:sp>
        <p:nvSpPr>
          <p:cNvPr id="1149" name="Google Shape;1149;p118"/>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150" name="Google Shape;1150;p118"/>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151" name="Google Shape;1151;p118"/>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152" name="Google Shape;1152;p118"/>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153" name="Google Shape;1153;p118"/>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11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Grammar?</a:t>
            </a:r>
            <a:endParaRPr b="1" sz="2300">
              <a:solidFill>
                <a:schemeClr val="lt2"/>
              </a:solidFill>
            </a:endParaRPr>
          </a:p>
        </p:txBody>
      </p:sp>
      <p:sp>
        <p:nvSpPr>
          <p:cNvPr id="1159" name="Google Shape;1159;p119"/>
          <p:cNvSpPr txBox="1"/>
          <p:nvPr>
            <p:ph idx="1" type="body"/>
          </p:nvPr>
        </p:nvSpPr>
        <p:spPr>
          <a:xfrm>
            <a:off x="720000" y="1002575"/>
            <a:ext cx="4652400" cy="20877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 set of rules that describes how token patterns should create valid logical instructions.</a:t>
            </a:r>
            <a:endParaRPr sz="1000"/>
          </a:p>
          <a:p>
            <a:pPr indent="0" lvl="0" marL="0" rtl="0" algn="l">
              <a:lnSpc>
                <a:spcPct val="90000"/>
              </a:lnSpc>
              <a:spcBef>
                <a:spcPts val="600"/>
              </a:spcBef>
              <a:spcAft>
                <a:spcPts val="0"/>
              </a:spcAft>
              <a:buNone/>
            </a:pPr>
            <a:r>
              <a:rPr lang="en" sz="1000"/>
              <a:t>Rules consist of a template name (left-hand side) and a template composition (right-hand side).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Ex:</a:t>
            </a:r>
            <a:endParaRPr sz="1000"/>
          </a:p>
          <a:p>
            <a:pPr indent="0" lvl="0" marL="0" rtl="0" algn="l">
              <a:lnSpc>
                <a:spcPct val="90000"/>
              </a:lnSpc>
              <a:spcBef>
                <a:spcPts val="600"/>
              </a:spcBef>
              <a:spcAft>
                <a:spcPts val="0"/>
              </a:spcAft>
              <a:buNone/>
            </a:pPr>
            <a:r>
              <a:rPr lang="en" sz="1000"/>
              <a:t>Input: let x = 100;</a:t>
            </a:r>
            <a:endParaRPr sz="1000"/>
          </a:p>
          <a:p>
            <a:pPr indent="0" lvl="0" marL="0" rtl="0" algn="l">
              <a:lnSpc>
                <a:spcPct val="90000"/>
              </a:lnSpc>
              <a:spcBef>
                <a:spcPts val="600"/>
              </a:spcBef>
              <a:spcAft>
                <a:spcPts val="0"/>
              </a:spcAft>
              <a:buNone/>
            </a:pPr>
            <a:r>
              <a:rPr lang="en" sz="1000"/>
              <a:t>let → letStatement</a:t>
            </a:r>
            <a:endParaRPr sz="1000"/>
          </a:p>
          <a:p>
            <a:pPr indent="0" lvl="0" marL="0" rtl="0" algn="l">
              <a:lnSpc>
                <a:spcPct val="90000"/>
              </a:lnSpc>
              <a:spcBef>
                <a:spcPts val="600"/>
              </a:spcBef>
              <a:spcAft>
                <a:spcPts val="0"/>
              </a:spcAft>
              <a:buNone/>
            </a:pPr>
            <a:r>
              <a:rPr lang="en" sz="1000"/>
              <a:t>x → term (varName)</a:t>
            </a:r>
            <a:endParaRPr sz="1000"/>
          </a:p>
          <a:p>
            <a:pPr indent="0" lvl="0" marL="0" rtl="0" algn="l">
              <a:lnSpc>
                <a:spcPct val="90000"/>
              </a:lnSpc>
              <a:spcBef>
                <a:spcPts val="600"/>
              </a:spcBef>
              <a:spcAft>
                <a:spcPts val="0"/>
              </a:spcAft>
              <a:buNone/>
            </a:pPr>
            <a:r>
              <a:rPr lang="en" sz="1000"/>
              <a:t>= → operation symbol</a:t>
            </a:r>
            <a:endParaRPr sz="1000"/>
          </a:p>
          <a:p>
            <a:pPr indent="0" lvl="0" marL="0" rtl="0" algn="l">
              <a:lnSpc>
                <a:spcPct val="90000"/>
              </a:lnSpc>
              <a:spcBef>
                <a:spcPts val="600"/>
              </a:spcBef>
              <a:spcAft>
                <a:spcPts val="0"/>
              </a:spcAft>
              <a:buNone/>
            </a:pPr>
            <a:r>
              <a:rPr lang="en" sz="1000"/>
              <a:t>100 → constant</a:t>
            </a:r>
            <a:endParaRPr sz="1000"/>
          </a:p>
          <a:p>
            <a:pPr indent="0" lvl="0" marL="0" rtl="0" algn="l">
              <a:lnSpc>
                <a:spcPct val="90000"/>
              </a:lnSpc>
              <a:spcBef>
                <a:spcPts val="600"/>
              </a:spcBef>
              <a:spcAft>
                <a:spcPts val="0"/>
              </a:spcAft>
              <a:buNone/>
            </a:pPr>
            <a:r>
              <a:rPr lang="en" sz="1000"/>
              <a:t>; → expression</a:t>
            </a:r>
            <a:endParaRPr sz="1000"/>
          </a:p>
        </p:txBody>
      </p:sp>
      <p:pic>
        <p:nvPicPr>
          <p:cNvPr id="1160" name="Google Shape;1160;p119"/>
          <p:cNvPicPr preferRelativeResize="0"/>
          <p:nvPr/>
        </p:nvPicPr>
        <p:blipFill>
          <a:blip r:embed="rId3">
            <a:alphaModFix/>
          </a:blip>
          <a:stretch>
            <a:fillRect/>
          </a:stretch>
        </p:blipFill>
        <p:spPr>
          <a:xfrm>
            <a:off x="5279675" y="1002574"/>
            <a:ext cx="3202825" cy="3492301"/>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grpSp>
        <p:nvGrpSpPr>
          <p:cNvPr id="1165" name="Google Shape;1165;p120"/>
          <p:cNvGrpSpPr/>
          <p:nvPr/>
        </p:nvGrpSpPr>
        <p:grpSpPr>
          <a:xfrm flipH="1">
            <a:off x="1837996" y="726625"/>
            <a:ext cx="6578100" cy="3438300"/>
            <a:chOff x="772525" y="726625"/>
            <a:chExt cx="6578100" cy="3438300"/>
          </a:xfrm>
        </p:grpSpPr>
        <p:sp>
          <p:nvSpPr>
            <p:cNvPr id="1166" name="Google Shape;1166;p120"/>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120"/>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8" name="Google Shape;1168;p120"/>
          <p:cNvGrpSpPr/>
          <p:nvPr/>
        </p:nvGrpSpPr>
        <p:grpSpPr>
          <a:xfrm flipH="1">
            <a:off x="4066704" y="3324200"/>
            <a:ext cx="3447300" cy="962400"/>
            <a:chOff x="4924175" y="3441525"/>
            <a:chExt cx="3447300" cy="962400"/>
          </a:xfrm>
        </p:grpSpPr>
        <p:sp>
          <p:nvSpPr>
            <p:cNvPr id="1169" name="Google Shape;1169;p120"/>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20"/>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1" name="Google Shape;1171;p120"/>
          <p:cNvGrpSpPr/>
          <p:nvPr/>
        </p:nvGrpSpPr>
        <p:grpSpPr>
          <a:xfrm flipH="1">
            <a:off x="839620" y="2361876"/>
            <a:ext cx="1864833" cy="1637043"/>
            <a:chOff x="1054812" y="1029590"/>
            <a:chExt cx="3436214" cy="3912627"/>
          </a:xfrm>
        </p:grpSpPr>
        <p:sp>
          <p:nvSpPr>
            <p:cNvPr id="1172" name="Google Shape;1172;p120"/>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20"/>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4" name="Google Shape;1174;p120"/>
          <p:cNvSpPr txBox="1"/>
          <p:nvPr>
            <p:ph type="title"/>
          </p:nvPr>
        </p:nvSpPr>
        <p:spPr>
          <a:xfrm>
            <a:off x="3010050" y="1409425"/>
            <a:ext cx="5250600" cy="96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Parsing</a:t>
            </a:r>
            <a:endParaRPr sz="5500"/>
          </a:p>
        </p:txBody>
      </p:sp>
      <p:sp>
        <p:nvSpPr>
          <p:cNvPr id="1175" name="Google Shape;1175;p120"/>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What Gives Sequence of Tokens Meaning</a:t>
            </a:r>
            <a:endParaRPr sz="1500">
              <a:latin typeface="Share Tech"/>
              <a:ea typeface="Share Tech"/>
              <a:cs typeface="Share Tech"/>
              <a:sym typeface="Share Tech"/>
            </a:endParaRPr>
          </a:p>
        </p:txBody>
      </p:sp>
      <p:sp>
        <p:nvSpPr>
          <p:cNvPr id="1176" name="Google Shape;1176;p120"/>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177" name="Google Shape;1177;p120"/>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178" name="Google Shape;1178;p120"/>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179" name="Google Shape;1179;p120"/>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180" name="Google Shape;1180;p120"/>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12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Parsing</a:t>
            </a:r>
            <a:endParaRPr b="1" sz="2300">
              <a:solidFill>
                <a:schemeClr val="lt2"/>
              </a:solidFill>
            </a:endParaRPr>
          </a:p>
        </p:txBody>
      </p:sp>
      <p:sp>
        <p:nvSpPr>
          <p:cNvPr id="1186" name="Google Shape;1186;p121"/>
          <p:cNvSpPr txBox="1"/>
          <p:nvPr>
            <p:ph idx="1" type="body"/>
          </p:nvPr>
        </p:nvSpPr>
        <p:spPr>
          <a:xfrm>
            <a:off x="720000" y="1002575"/>
            <a:ext cx="4652400" cy="20877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Determining if a given input conforms to a grammar</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In the process, constructs the grammatical structure of the given input.</a:t>
            </a:r>
            <a:endParaRPr sz="1000"/>
          </a:p>
        </p:txBody>
      </p:sp>
      <p:grpSp>
        <p:nvGrpSpPr>
          <p:cNvPr id="1187" name="Google Shape;1187;p121"/>
          <p:cNvGrpSpPr/>
          <p:nvPr/>
        </p:nvGrpSpPr>
        <p:grpSpPr>
          <a:xfrm>
            <a:off x="5595875" y="1360533"/>
            <a:ext cx="2770689" cy="2422418"/>
            <a:chOff x="5697000" y="1017725"/>
            <a:chExt cx="3260402" cy="2850575"/>
          </a:xfrm>
        </p:grpSpPr>
        <p:grpSp>
          <p:nvGrpSpPr>
            <p:cNvPr id="1188" name="Google Shape;1188;p121"/>
            <p:cNvGrpSpPr/>
            <p:nvPr/>
          </p:nvGrpSpPr>
          <p:grpSpPr>
            <a:xfrm>
              <a:off x="5697000" y="1017725"/>
              <a:ext cx="3260402" cy="2850575"/>
              <a:chOff x="5571900" y="445025"/>
              <a:chExt cx="3260402" cy="2850575"/>
            </a:xfrm>
          </p:grpSpPr>
          <p:pic>
            <p:nvPicPr>
              <p:cNvPr id="1189" name="Google Shape;1189;p121"/>
              <p:cNvPicPr preferRelativeResize="0"/>
              <p:nvPr/>
            </p:nvPicPr>
            <p:blipFill>
              <a:blip r:embed="rId3">
                <a:alphaModFix/>
              </a:blip>
              <a:stretch>
                <a:fillRect/>
              </a:stretch>
            </p:blipFill>
            <p:spPr>
              <a:xfrm>
                <a:off x="5571900" y="445025"/>
                <a:ext cx="3260402" cy="2850575"/>
              </a:xfrm>
              <a:prstGeom prst="rect">
                <a:avLst/>
              </a:prstGeom>
              <a:noFill/>
              <a:ln>
                <a:noFill/>
              </a:ln>
            </p:spPr>
          </p:pic>
          <p:pic>
            <p:nvPicPr>
              <p:cNvPr id="1190" name="Google Shape;1190;p121"/>
              <p:cNvPicPr preferRelativeResize="0"/>
              <p:nvPr/>
            </p:nvPicPr>
            <p:blipFill>
              <a:blip r:embed="rId4">
                <a:alphaModFix/>
              </a:blip>
              <a:stretch>
                <a:fillRect/>
              </a:stretch>
            </p:blipFill>
            <p:spPr>
              <a:xfrm>
                <a:off x="5953425" y="2390400"/>
                <a:ext cx="1228725" cy="683675"/>
              </a:xfrm>
              <a:prstGeom prst="rect">
                <a:avLst/>
              </a:prstGeom>
              <a:noFill/>
              <a:ln>
                <a:noFill/>
              </a:ln>
            </p:spPr>
          </p:pic>
        </p:grpSp>
        <p:pic>
          <p:nvPicPr>
            <p:cNvPr id="1191" name="Google Shape;1191;p121"/>
            <p:cNvPicPr preferRelativeResize="0"/>
            <p:nvPr/>
          </p:nvPicPr>
          <p:blipFill>
            <a:blip r:embed="rId5">
              <a:alphaModFix/>
            </a:blip>
            <a:stretch>
              <a:fillRect/>
            </a:stretch>
          </p:blipFill>
          <p:spPr>
            <a:xfrm>
              <a:off x="7775560" y="2987075"/>
              <a:ext cx="676900" cy="718675"/>
            </a:xfrm>
            <a:prstGeom prst="rect">
              <a:avLst/>
            </a:prstGeom>
            <a:noFill/>
            <a:ln>
              <a:noFill/>
            </a:ln>
          </p:spPr>
        </p:pic>
      </p:gr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12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Parse Trees</a:t>
            </a:r>
            <a:endParaRPr b="1" sz="2300">
              <a:solidFill>
                <a:schemeClr val="lt2"/>
              </a:solidFill>
            </a:endParaRPr>
          </a:p>
        </p:txBody>
      </p:sp>
      <p:sp>
        <p:nvSpPr>
          <p:cNvPr id="1197" name="Google Shape;1197;p122"/>
          <p:cNvSpPr txBox="1"/>
          <p:nvPr>
            <p:ph idx="1" type="body"/>
          </p:nvPr>
        </p:nvSpPr>
        <p:spPr>
          <a:xfrm>
            <a:off x="720000" y="1002575"/>
            <a:ext cx="4652400" cy="20877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 graphical layout detailing how a compiler’s input is systematically organized and broken down according to grammar rules.</a:t>
            </a:r>
            <a:endParaRPr sz="1000"/>
          </a:p>
        </p:txBody>
      </p:sp>
      <p:pic>
        <p:nvPicPr>
          <p:cNvPr id="1198" name="Google Shape;1198;p122"/>
          <p:cNvPicPr preferRelativeResize="0"/>
          <p:nvPr/>
        </p:nvPicPr>
        <p:blipFill rotWithShape="1">
          <a:blip r:embed="rId3">
            <a:alphaModFix/>
          </a:blip>
          <a:srcRect b="1951" l="0" r="0" t="0"/>
          <a:stretch/>
        </p:blipFill>
        <p:spPr>
          <a:xfrm>
            <a:off x="4827075" y="1821375"/>
            <a:ext cx="3775724" cy="2583651"/>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12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Parse Logic</a:t>
            </a:r>
            <a:endParaRPr b="1" sz="2300">
              <a:solidFill>
                <a:schemeClr val="lt2"/>
              </a:solidFill>
            </a:endParaRPr>
          </a:p>
        </p:txBody>
      </p:sp>
      <p:sp>
        <p:nvSpPr>
          <p:cNvPr id="1204" name="Google Shape;1204;p123"/>
          <p:cNvSpPr txBox="1"/>
          <p:nvPr>
            <p:ph idx="1" type="body"/>
          </p:nvPr>
        </p:nvSpPr>
        <p:spPr>
          <a:xfrm>
            <a:off x="720000" y="1002575"/>
            <a:ext cx="4652400" cy="20877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Following the parsing, the output will look something like this.</a:t>
            </a:r>
            <a:endParaRPr sz="1000"/>
          </a:p>
          <a:p>
            <a:pPr indent="0" lvl="0" marL="0" rtl="0" algn="l">
              <a:lnSpc>
                <a:spcPct val="90000"/>
              </a:lnSpc>
              <a:spcBef>
                <a:spcPts val="600"/>
              </a:spcBef>
              <a:spcAft>
                <a:spcPts val="0"/>
              </a:spcAft>
              <a:buNone/>
            </a:pPr>
            <a:r>
              <a:rPr lang="en" sz="1000"/>
              <a:t>This resembles what the syntax analyzer will output to the code generator.</a:t>
            </a:r>
            <a:endParaRPr sz="1000"/>
          </a:p>
        </p:txBody>
      </p:sp>
      <p:pic>
        <p:nvPicPr>
          <p:cNvPr id="1205" name="Google Shape;1205;p123"/>
          <p:cNvPicPr preferRelativeResize="0"/>
          <p:nvPr/>
        </p:nvPicPr>
        <p:blipFill>
          <a:blip r:embed="rId3">
            <a:alphaModFix/>
          </a:blip>
          <a:stretch>
            <a:fillRect/>
          </a:stretch>
        </p:blipFill>
        <p:spPr>
          <a:xfrm>
            <a:off x="6032175" y="1513503"/>
            <a:ext cx="2652025" cy="2972749"/>
          </a:xfrm>
          <a:prstGeom prst="rect">
            <a:avLst/>
          </a:prstGeom>
          <a:noFill/>
          <a:ln>
            <a:noFill/>
          </a:ln>
        </p:spPr>
      </p:pic>
      <p:pic>
        <p:nvPicPr>
          <p:cNvPr id="1206" name="Google Shape;1206;p123"/>
          <p:cNvPicPr preferRelativeResize="0"/>
          <p:nvPr/>
        </p:nvPicPr>
        <p:blipFill>
          <a:blip r:embed="rId4">
            <a:alphaModFix/>
          </a:blip>
          <a:stretch>
            <a:fillRect/>
          </a:stretch>
        </p:blipFill>
        <p:spPr>
          <a:xfrm>
            <a:off x="1043150" y="1926425"/>
            <a:ext cx="4066676" cy="24002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grpSp>
        <p:nvGrpSpPr>
          <p:cNvPr id="1211" name="Google Shape;1211;p124"/>
          <p:cNvGrpSpPr/>
          <p:nvPr/>
        </p:nvGrpSpPr>
        <p:grpSpPr>
          <a:xfrm flipH="1">
            <a:off x="1837996" y="726625"/>
            <a:ext cx="6578100" cy="3438300"/>
            <a:chOff x="772525" y="726625"/>
            <a:chExt cx="6578100" cy="3438300"/>
          </a:xfrm>
        </p:grpSpPr>
        <p:sp>
          <p:nvSpPr>
            <p:cNvPr id="1212" name="Google Shape;1212;p124"/>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24"/>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4" name="Google Shape;1214;p124"/>
          <p:cNvGrpSpPr/>
          <p:nvPr/>
        </p:nvGrpSpPr>
        <p:grpSpPr>
          <a:xfrm flipH="1">
            <a:off x="4066704" y="3324200"/>
            <a:ext cx="3447300" cy="962400"/>
            <a:chOff x="4924175" y="3441525"/>
            <a:chExt cx="3447300" cy="962400"/>
          </a:xfrm>
        </p:grpSpPr>
        <p:sp>
          <p:nvSpPr>
            <p:cNvPr id="1215" name="Google Shape;1215;p124"/>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24"/>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7" name="Google Shape;1217;p124"/>
          <p:cNvGrpSpPr/>
          <p:nvPr/>
        </p:nvGrpSpPr>
        <p:grpSpPr>
          <a:xfrm flipH="1">
            <a:off x="839620" y="2361876"/>
            <a:ext cx="1864833" cy="1637043"/>
            <a:chOff x="1054812" y="1029590"/>
            <a:chExt cx="3436214" cy="3912627"/>
          </a:xfrm>
        </p:grpSpPr>
        <p:sp>
          <p:nvSpPr>
            <p:cNvPr id="1218" name="Google Shape;1218;p124"/>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24"/>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0" name="Google Shape;1220;p124"/>
          <p:cNvSpPr txBox="1"/>
          <p:nvPr>
            <p:ph type="title"/>
          </p:nvPr>
        </p:nvSpPr>
        <p:spPr>
          <a:xfrm>
            <a:off x="3010050" y="1409425"/>
            <a:ext cx="5250600" cy="1728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Code Generator</a:t>
            </a:r>
            <a:endParaRPr sz="5500"/>
          </a:p>
        </p:txBody>
      </p:sp>
      <p:sp>
        <p:nvSpPr>
          <p:cNvPr id="1221" name="Google Shape;1221;p124"/>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Where the Magic Happens</a:t>
            </a:r>
            <a:endParaRPr sz="1500">
              <a:latin typeface="Share Tech"/>
              <a:ea typeface="Share Tech"/>
              <a:cs typeface="Share Tech"/>
              <a:sym typeface="Share Tech"/>
            </a:endParaRPr>
          </a:p>
        </p:txBody>
      </p:sp>
      <p:sp>
        <p:nvSpPr>
          <p:cNvPr id="1222" name="Google Shape;1222;p124"/>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223" name="Google Shape;1223;p124"/>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224" name="Google Shape;1224;p124"/>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225" name="Google Shape;1225;p124"/>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226" name="Google Shape;1226;p124"/>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2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What is a Code Generator?</a:t>
            </a:r>
            <a:endParaRPr b="1" sz="2300">
              <a:solidFill>
                <a:schemeClr val="lt2"/>
              </a:solidFill>
            </a:endParaRPr>
          </a:p>
        </p:txBody>
      </p:sp>
      <p:sp>
        <p:nvSpPr>
          <p:cNvPr id="1232" name="Google Shape;1232;p125"/>
          <p:cNvSpPr txBox="1"/>
          <p:nvPr>
            <p:ph idx="1" type="body"/>
          </p:nvPr>
        </p:nvSpPr>
        <p:spPr>
          <a:xfrm>
            <a:off x="720000" y="1002575"/>
            <a:ext cx="4652400" cy="3642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Code generators translate parsed code into VM code.</a:t>
            </a:r>
            <a:endParaRPr sz="1000"/>
          </a:p>
        </p:txBody>
      </p:sp>
      <p:grpSp>
        <p:nvGrpSpPr>
          <p:cNvPr id="1233" name="Google Shape;1233;p125"/>
          <p:cNvGrpSpPr/>
          <p:nvPr/>
        </p:nvGrpSpPr>
        <p:grpSpPr>
          <a:xfrm>
            <a:off x="3117386" y="2620617"/>
            <a:ext cx="5497178" cy="1740286"/>
            <a:chOff x="4642913" y="1606525"/>
            <a:chExt cx="4348689" cy="1376700"/>
          </a:xfrm>
        </p:grpSpPr>
        <p:pic>
          <p:nvPicPr>
            <p:cNvPr id="1234" name="Google Shape;1234;p125"/>
            <p:cNvPicPr preferRelativeResize="0"/>
            <p:nvPr/>
          </p:nvPicPr>
          <p:blipFill rotWithShape="1">
            <a:blip r:embed="rId4">
              <a:alphaModFix/>
            </a:blip>
            <a:srcRect b="8617" l="0" r="0" t="0"/>
            <a:stretch/>
          </p:blipFill>
          <p:spPr>
            <a:xfrm>
              <a:off x="4770701" y="1606525"/>
              <a:ext cx="4220901" cy="1376700"/>
            </a:xfrm>
            <a:prstGeom prst="rect">
              <a:avLst/>
            </a:prstGeom>
            <a:noFill/>
            <a:ln>
              <a:noFill/>
            </a:ln>
          </p:spPr>
        </p:pic>
        <p:pic>
          <p:nvPicPr>
            <p:cNvPr id="1235" name="Google Shape;1235;p125"/>
            <p:cNvPicPr preferRelativeResize="0"/>
            <p:nvPr/>
          </p:nvPicPr>
          <p:blipFill>
            <a:blip r:embed="rId5">
              <a:alphaModFix/>
            </a:blip>
            <a:stretch>
              <a:fillRect/>
            </a:stretch>
          </p:blipFill>
          <p:spPr>
            <a:xfrm>
              <a:off x="7823550" y="1835075"/>
              <a:ext cx="494225" cy="476250"/>
            </a:xfrm>
            <a:prstGeom prst="rect">
              <a:avLst/>
            </a:prstGeom>
            <a:noFill/>
            <a:ln>
              <a:noFill/>
            </a:ln>
          </p:spPr>
        </p:pic>
        <p:pic>
          <p:nvPicPr>
            <p:cNvPr id="1236" name="Google Shape;1236;p125"/>
            <p:cNvPicPr preferRelativeResize="0"/>
            <p:nvPr/>
          </p:nvPicPr>
          <p:blipFill>
            <a:blip r:embed="rId5">
              <a:alphaModFix/>
            </a:blip>
            <a:stretch>
              <a:fillRect/>
            </a:stretch>
          </p:blipFill>
          <p:spPr>
            <a:xfrm>
              <a:off x="4869725" y="2224500"/>
              <a:ext cx="413375" cy="207650"/>
            </a:xfrm>
            <a:prstGeom prst="rect">
              <a:avLst/>
            </a:prstGeom>
            <a:noFill/>
            <a:ln>
              <a:noFill/>
            </a:ln>
          </p:spPr>
        </p:pic>
        <p:sp>
          <p:nvSpPr>
            <p:cNvPr id="1237" name="Google Shape;1237;p125"/>
            <p:cNvSpPr txBox="1"/>
            <p:nvPr/>
          </p:nvSpPr>
          <p:spPr>
            <a:xfrm>
              <a:off x="4642913" y="2097475"/>
              <a:ext cx="867000" cy="400200"/>
            </a:xfrm>
            <a:prstGeom prst="rect">
              <a:avLst/>
            </a:prstGeom>
            <a:noFill/>
            <a:ln>
              <a:noFill/>
            </a:ln>
          </p:spPr>
          <p:txBody>
            <a:bodyPr anchorCtr="0" anchor="t" bIns="115575" lIns="115575" spcFirstLastPara="1" rIns="115575" wrap="square" tIns="115575">
              <a:spAutoFit/>
            </a:bodyPr>
            <a:lstStyle/>
            <a:p>
              <a:pPr indent="0" lvl="0" marL="0" rtl="0" algn="ctr">
                <a:spcBef>
                  <a:spcPts val="0"/>
                </a:spcBef>
                <a:spcAft>
                  <a:spcPts val="0"/>
                </a:spcAft>
                <a:buNone/>
              </a:pPr>
              <a:r>
                <a:rPr lang="en" sz="885">
                  <a:solidFill>
                    <a:schemeClr val="dk1"/>
                  </a:solidFill>
                  <a:latin typeface="Share Tech"/>
                  <a:ea typeface="Share Tech"/>
                  <a:cs typeface="Share Tech"/>
                  <a:sym typeface="Share Tech"/>
                </a:rPr>
                <a:t>High-Level Program</a:t>
              </a:r>
              <a:endParaRPr sz="885">
                <a:solidFill>
                  <a:schemeClr val="dk1"/>
                </a:solidFill>
                <a:latin typeface="Share Tech"/>
                <a:ea typeface="Share Tech"/>
                <a:cs typeface="Share Tech"/>
                <a:sym typeface="Share Tech"/>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12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Class Separation</a:t>
            </a:r>
            <a:endParaRPr b="1" sz="2300">
              <a:solidFill>
                <a:schemeClr val="lt2"/>
              </a:solidFill>
            </a:endParaRPr>
          </a:p>
        </p:txBody>
      </p:sp>
      <p:sp>
        <p:nvSpPr>
          <p:cNvPr id="1243" name="Google Shape;1243;p126"/>
          <p:cNvSpPr txBox="1"/>
          <p:nvPr>
            <p:ph idx="1" type="body"/>
          </p:nvPr>
        </p:nvSpPr>
        <p:spPr>
          <a:xfrm>
            <a:off x="720000" y="1002575"/>
            <a:ext cx="4551600" cy="29184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More complicated compilers can compile programs with multi-class code. In this compiler, the class is broken down into separate subroutines and compiled one at a time.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Subroutines:</a:t>
            </a:r>
            <a:endParaRPr sz="1000"/>
          </a:p>
          <a:p>
            <a:pPr indent="-292100" lvl="0" marL="457200" rtl="0" algn="l">
              <a:lnSpc>
                <a:spcPct val="90000"/>
              </a:lnSpc>
              <a:spcBef>
                <a:spcPts val="600"/>
              </a:spcBef>
              <a:spcAft>
                <a:spcPts val="0"/>
              </a:spcAft>
              <a:buSzPts val="1000"/>
              <a:buChar char="-"/>
            </a:pPr>
            <a:r>
              <a:rPr lang="en" sz="1000"/>
              <a:t>A block of reusable code designed to perform a specific, common task, also known as a procedure, function, or method</a:t>
            </a:r>
            <a:endParaRPr sz="1000"/>
          </a:p>
        </p:txBody>
      </p:sp>
      <p:pic>
        <p:nvPicPr>
          <p:cNvPr id="1244" name="Google Shape;1244;p126"/>
          <p:cNvPicPr preferRelativeResize="0"/>
          <p:nvPr/>
        </p:nvPicPr>
        <p:blipFill>
          <a:blip r:embed="rId3">
            <a:alphaModFix/>
          </a:blip>
          <a:stretch>
            <a:fillRect/>
          </a:stretch>
        </p:blipFill>
        <p:spPr>
          <a:xfrm>
            <a:off x="5271602" y="1642925"/>
            <a:ext cx="1858298" cy="2200905"/>
          </a:xfrm>
          <a:prstGeom prst="rect">
            <a:avLst/>
          </a:prstGeom>
          <a:noFill/>
          <a:ln>
            <a:noFill/>
          </a:ln>
        </p:spPr>
      </p:pic>
      <p:pic>
        <p:nvPicPr>
          <p:cNvPr id="1245" name="Google Shape;1245;p126"/>
          <p:cNvPicPr preferRelativeResize="0"/>
          <p:nvPr/>
        </p:nvPicPr>
        <p:blipFill>
          <a:blip r:embed="rId4">
            <a:alphaModFix/>
          </a:blip>
          <a:stretch>
            <a:fillRect/>
          </a:stretch>
        </p:blipFill>
        <p:spPr>
          <a:xfrm>
            <a:off x="7129901" y="2746551"/>
            <a:ext cx="1790626" cy="1695948"/>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2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Compiling Subroutines</a:t>
            </a:r>
            <a:endParaRPr b="1" sz="2300">
              <a:solidFill>
                <a:schemeClr val="lt2"/>
              </a:solidFill>
            </a:endParaRPr>
          </a:p>
        </p:txBody>
      </p:sp>
      <p:sp>
        <p:nvSpPr>
          <p:cNvPr id="1251" name="Google Shape;1251;p127"/>
          <p:cNvSpPr txBox="1"/>
          <p:nvPr>
            <p:ph idx="1" type="body"/>
          </p:nvPr>
        </p:nvSpPr>
        <p:spPr>
          <a:xfrm>
            <a:off x="720000" y="1002575"/>
            <a:ext cx="4652400" cy="3642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You are handling</a:t>
            </a:r>
            <a:endParaRPr sz="1000"/>
          </a:p>
          <a:p>
            <a:pPr indent="457200" lvl="0" marL="0" rtl="0" algn="l">
              <a:lnSpc>
                <a:spcPct val="90000"/>
              </a:lnSpc>
              <a:spcBef>
                <a:spcPts val="600"/>
              </a:spcBef>
              <a:spcAft>
                <a:spcPts val="0"/>
              </a:spcAft>
              <a:buNone/>
            </a:pPr>
            <a:r>
              <a:rPr lang="en" sz="1000"/>
              <a:t>Procedural Code</a:t>
            </a:r>
            <a:endParaRPr sz="1000"/>
          </a:p>
          <a:p>
            <a:pPr indent="-292100" lvl="0" marL="914400" rtl="0" algn="l">
              <a:lnSpc>
                <a:spcPct val="90000"/>
              </a:lnSpc>
              <a:spcBef>
                <a:spcPts val="600"/>
              </a:spcBef>
              <a:spcAft>
                <a:spcPts val="0"/>
              </a:spcAft>
              <a:buSzPts val="1000"/>
              <a:buChar char="-"/>
            </a:pPr>
            <a:r>
              <a:rPr lang="en" sz="1000"/>
              <a:t>Variables</a:t>
            </a:r>
            <a:endParaRPr sz="1000"/>
          </a:p>
          <a:p>
            <a:pPr indent="-292100" lvl="0" marL="914400" rtl="0" algn="l">
              <a:lnSpc>
                <a:spcPct val="90000"/>
              </a:lnSpc>
              <a:spcBef>
                <a:spcPts val="0"/>
              </a:spcBef>
              <a:spcAft>
                <a:spcPts val="0"/>
              </a:spcAft>
              <a:buSzPts val="1000"/>
              <a:buChar char="-"/>
            </a:pPr>
            <a:r>
              <a:rPr lang="en" sz="1000"/>
              <a:t>Expressions</a:t>
            </a:r>
            <a:endParaRPr sz="1000"/>
          </a:p>
          <a:p>
            <a:pPr indent="-292100" lvl="0" marL="914400" rtl="0" algn="l">
              <a:lnSpc>
                <a:spcPct val="90000"/>
              </a:lnSpc>
              <a:spcBef>
                <a:spcPts val="0"/>
              </a:spcBef>
              <a:spcAft>
                <a:spcPts val="0"/>
              </a:spcAft>
              <a:buSzPts val="1000"/>
              <a:buChar char="-"/>
            </a:pPr>
            <a:r>
              <a:rPr lang="en" sz="1000"/>
              <a:t>Flow of Control</a:t>
            </a:r>
            <a:endParaRPr sz="1000"/>
          </a:p>
          <a:p>
            <a:pPr indent="457200" lvl="0" marL="0" rtl="0" algn="l">
              <a:lnSpc>
                <a:spcPct val="90000"/>
              </a:lnSpc>
              <a:spcBef>
                <a:spcPts val="600"/>
              </a:spcBef>
              <a:spcAft>
                <a:spcPts val="0"/>
              </a:spcAft>
              <a:buNone/>
            </a:pPr>
            <a:r>
              <a:rPr lang="en" sz="1000"/>
              <a:t>Objects</a:t>
            </a:r>
            <a:endParaRPr sz="1000"/>
          </a:p>
          <a:p>
            <a:pPr indent="457200" lvl="0" marL="0" rtl="0" algn="l">
              <a:lnSpc>
                <a:spcPct val="90000"/>
              </a:lnSpc>
              <a:spcBef>
                <a:spcPts val="600"/>
              </a:spcBef>
              <a:spcAft>
                <a:spcPts val="0"/>
              </a:spcAft>
              <a:buNone/>
            </a:pPr>
            <a:r>
              <a:rPr lang="en" sz="1000"/>
              <a:t>Arrays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which are to be expressed in VM code</a:t>
            </a:r>
            <a:endParaRPr sz="1000"/>
          </a:p>
          <a:p>
            <a:pPr indent="0" lvl="0" marL="0" rtl="0" algn="l">
              <a:lnSpc>
                <a:spcPct val="90000"/>
              </a:lnSpc>
              <a:spcBef>
                <a:spcPts val="600"/>
              </a:spcBef>
              <a:spcAft>
                <a:spcPts val="0"/>
              </a:spcAft>
              <a:buNone/>
            </a:pPr>
            <a:r>
              <a:t/>
            </a:r>
            <a:endParaRPr sz="10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grpSp>
        <p:nvGrpSpPr>
          <p:cNvPr id="1256" name="Google Shape;1256;p128"/>
          <p:cNvGrpSpPr/>
          <p:nvPr/>
        </p:nvGrpSpPr>
        <p:grpSpPr>
          <a:xfrm flipH="1">
            <a:off x="1837996" y="726625"/>
            <a:ext cx="6578100" cy="3438300"/>
            <a:chOff x="772525" y="726625"/>
            <a:chExt cx="6578100" cy="3438300"/>
          </a:xfrm>
        </p:grpSpPr>
        <p:sp>
          <p:nvSpPr>
            <p:cNvPr id="1257" name="Google Shape;1257;p128"/>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28"/>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9" name="Google Shape;1259;p128"/>
          <p:cNvGrpSpPr/>
          <p:nvPr/>
        </p:nvGrpSpPr>
        <p:grpSpPr>
          <a:xfrm flipH="1">
            <a:off x="4066704" y="3324200"/>
            <a:ext cx="3447300" cy="962400"/>
            <a:chOff x="4924175" y="3441525"/>
            <a:chExt cx="3447300" cy="962400"/>
          </a:xfrm>
        </p:grpSpPr>
        <p:sp>
          <p:nvSpPr>
            <p:cNvPr id="1260" name="Google Shape;1260;p128"/>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28"/>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2" name="Google Shape;1262;p128"/>
          <p:cNvGrpSpPr/>
          <p:nvPr/>
        </p:nvGrpSpPr>
        <p:grpSpPr>
          <a:xfrm flipH="1">
            <a:off x="839620" y="2361876"/>
            <a:ext cx="1864833" cy="1637043"/>
            <a:chOff x="1054812" y="1029590"/>
            <a:chExt cx="3436214" cy="3912627"/>
          </a:xfrm>
        </p:grpSpPr>
        <p:sp>
          <p:nvSpPr>
            <p:cNvPr id="1263" name="Google Shape;1263;p128"/>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28"/>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65" name="Google Shape;1265;p128"/>
          <p:cNvSpPr txBox="1"/>
          <p:nvPr>
            <p:ph type="title"/>
          </p:nvPr>
        </p:nvSpPr>
        <p:spPr>
          <a:xfrm>
            <a:off x="3010050" y="1304950"/>
            <a:ext cx="5250600" cy="164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Procedural Code</a:t>
            </a:r>
            <a:endParaRPr sz="5500"/>
          </a:p>
        </p:txBody>
      </p:sp>
      <p:sp>
        <p:nvSpPr>
          <p:cNvPr id="1266" name="Google Shape;1266;p128"/>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267" name="Google Shape;1267;p128"/>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268" name="Google Shape;1268;p128"/>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269" name="Google Shape;1269;p128"/>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270" name="Google Shape;1270;p128"/>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271" name="Google Shape;1271;p128"/>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2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Handling Variables</a:t>
            </a:r>
            <a:endParaRPr b="1" sz="2300">
              <a:solidFill>
                <a:schemeClr val="lt2"/>
              </a:solidFill>
            </a:endParaRPr>
          </a:p>
        </p:txBody>
      </p:sp>
      <p:sp>
        <p:nvSpPr>
          <p:cNvPr id="1277" name="Google Shape;1277;p129"/>
          <p:cNvSpPr txBox="1"/>
          <p:nvPr>
            <p:ph idx="1" type="body"/>
          </p:nvPr>
        </p:nvSpPr>
        <p:spPr>
          <a:xfrm>
            <a:off x="720000" y="1002575"/>
            <a:ext cx="7704000" cy="1023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VM Language does not have symbolic variables. In order to turn high-level language into VM code, you need to map the symbolic variables into the virtual memory segments.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				</a:t>
            </a:r>
            <a:r>
              <a:rPr lang="en" sz="1000"/>
              <a:t>s</a:t>
            </a:r>
            <a:r>
              <a:rPr lang="en" sz="1000"/>
              <a:t>um, x, rate</a:t>
            </a:r>
            <a:endParaRPr sz="1000"/>
          </a:p>
          <a:p>
            <a:pPr indent="0" lvl="0" marL="0" rtl="0" algn="l">
              <a:lnSpc>
                <a:spcPct val="90000"/>
              </a:lnSpc>
              <a:spcBef>
                <a:spcPts val="600"/>
              </a:spcBef>
              <a:spcAft>
                <a:spcPts val="0"/>
              </a:spcAft>
              <a:buNone/>
            </a:pPr>
            <a:r>
              <a:rPr lang="en" sz="1000"/>
              <a:t>				Which segments do each of these belong to?</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Challenges</a:t>
            </a:r>
            <a:endParaRPr sz="1000"/>
          </a:p>
          <a:p>
            <a:pPr indent="0" lvl="0" marL="0" rtl="0" algn="l">
              <a:lnSpc>
                <a:spcPct val="90000"/>
              </a:lnSpc>
              <a:spcBef>
                <a:spcPts val="600"/>
              </a:spcBef>
              <a:spcAft>
                <a:spcPts val="0"/>
              </a:spcAft>
              <a:buNone/>
            </a:pPr>
            <a:r>
              <a:t/>
            </a:r>
            <a:endParaRPr sz="1000"/>
          </a:p>
          <a:p>
            <a:pPr indent="-292100" lvl="0" marL="457200" rtl="0" algn="l">
              <a:lnSpc>
                <a:spcPct val="90000"/>
              </a:lnSpc>
              <a:spcBef>
                <a:spcPts val="600"/>
              </a:spcBef>
              <a:spcAft>
                <a:spcPts val="0"/>
              </a:spcAft>
              <a:buSzPts val="1000"/>
              <a:buAutoNum type="arabicPeriod"/>
            </a:pPr>
            <a:r>
              <a:rPr lang="en" sz="1000"/>
              <a:t>Differentiate variables (are they field, static, local, or argument?)</a:t>
            </a:r>
            <a:endParaRPr sz="1000"/>
          </a:p>
          <a:p>
            <a:pPr indent="-292100" lvl="0" marL="457200" rtl="0" algn="l">
              <a:lnSpc>
                <a:spcPct val="90000"/>
              </a:lnSpc>
              <a:spcBef>
                <a:spcPts val="0"/>
              </a:spcBef>
              <a:spcAft>
                <a:spcPts val="0"/>
              </a:spcAft>
              <a:buSzPts val="1000"/>
              <a:buAutoNum type="arabicPeriod"/>
            </a:pPr>
            <a:r>
              <a:rPr lang="en" sz="1000"/>
              <a:t>Differentiate whether a variable is the first, second, third, … of its kind</a:t>
            </a:r>
            <a:endParaRPr sz="1000"/>
          </a:p>
        </p:txBody>
      </p:sp>
      <p:pic>
        <p:nvPicPr>
          <p:cNvPr id="1278" name="Google Shape;1278;p129"/>
          <p:cNvPicPr preferRelativeResize="0"/>
          <p:nvPr/>
        </p:nvPicPr>
        <p:blipFill>
          <a:blip r:embed="rId3">
            <a:alphaModFix/>
          </a:blip>
          <a:stretch>
            <a:fillRect/>
          </a:stretch>
        </p:blipFill>
        <p:spPr>
          <a:xfrm>
            <a:off x="818900" y="1532575"/>
            <a:ext cx="1705725" cy="8367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13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Variable Properties</a:t>
            </a:r>
            <a:endParaRPr b="1" sz="2300">
              <a:solidFill>
                <a:schemeClr val="lt2"/>
              </a:solidFill>
            </a:endParaRPr>
          </a:p>
        </p:txBody>
      </p:sp>
      <p:sp>
        <p:nvSpPr>
          <p:cNvPr id="1284" name="Google Shape;1284;p130"/>
          <p:cNvSpPr txBox="1"/>
          <p:nvPr>
            <p:ph idx="1" type="body"/>
          </p:nvPr>
        </p:nvSpPr>
        <p:spPr>
          <a:xfrm>
            <a:off x="720000" y="1002575"/>
            <a:ext cx="7704000" cy="1225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To classify each variable, break each of them down by their properties.</a:t>
            </a:r>
            <a:endParaRPr sz="1000"/>
          </a:p>
          <a:p>
            <a:pPr indent="0" lvl="0" marL="0" rtl="0" algn="l">
              <a:lnSpc>
                <a:spcPct val="90000"/>
              </a:lnSpc>
              <a:spcBef>
                <a:spcPts val="600"/>
              </a:spcBef>
              <a:spcAft>
                <a:spcPts val="0"/>
              </a:spcAft>
              <a:buNone/>
            </a:pPr>
            <a:r>
              <a:t/>
            </a:r>
            <a:endParaRPr sz="1000"/>
          </a:p>
          <a:p>
            <a:pPr indent="-292100" lvl="0" marL="457200" rtl="0" algn="l">
              <a:lnSpc>
                <a:spcPct val="90000"/>
              </a:lnSpc>
              <a:spcBef>
                <a:spcPts val="600"/>
              </a:spcBef>
              <a:spcAft>
                <a:spcPts val="0"/>
              </a:spcAft>
              <a:buSzPts val="1000"/>
              <a:buChar char="●"/>
            </a:pPr>
            <a:r>
              <a:rPr lang="en" sz="1000"/>
              <a:t>Name</a:t>
            </a:r>
            <a:endParaRPr sz="1000"/>
          </a:p>
          <a:p>
            <a:pPr indent="-292100" lvl="0" marL="457200" rtl="0" algn="l">
              <a:lnSpc>
                <a:spcPct val="90000"/>
              </a:lnSpc>
              <a:spcBef>
                <a:spcPts val="0"/>
              </a:spcBef>
              <a:spcAft>
                <a:spcPts val="0"/>
              </a:spcAft>
              <a:buSzPts val="1000"/>
              <a:buChar char="●"/>
            </a:pPr>
            <a:r>
              <a:rPr lang="en" sz="1000"/>
              <a:t>Type (int, char, boolean, etc.)</a:t>
            </a:r>
            <a:endParaRPr sz="1000"/>
          </a:p>
          <a:p>
            <a:pPr indent="-292100" lvl="0" marL="457200" rtl="0" algn="l">
              <a:lnSpc>
                <a:spcPct val="90000"/>
              </a:lnSpc>
              <a:spcBef>
                <a:spcPts val="0"/>
              </a:spcBef>
              <a:spcAft>
                <a:spcPts val="0"/>
              </a:spcAft>
              <a:buSzPts val="1000"/>
              <a:buChar char="●"/>
            </a:pPr>
            <a:r>
              <a:rPr lang="en" sz="1000"/>
              <a:t>Kind (field, static, local, argument, etc.)</a:t>
            </a:r>
            <a:endParaRPr sz="1000"/>
          </a:p>
          <a:p>
            <a:pPr indent="-292100" lvl="0" marL="457200" rtl="0" algn="l">
              <a:lnSpc>
                <a:spcPct val="90000"/>
              </a:lnSpc>
              <a:spcBef>
                <a:spcPts val="0"/>
              </a:spcBef>
              <a:spcAft>
                <a:spcPts val="0"/>
              </a:spcAft>
              <a:buSzPts val="1000"/>
              <a:buChar char="●"/>
            </a:pPr>
            <a:r>
              <a:rPr lang="en" sz="1000"/>
              <a:t>Scope (class level, subroutine level)</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Variable </a:t>
            </a:r>
            <a:r>
              <a:rPr lang="en" sz="1000"/>
              <a:t>properties can be maintained using a symbol table.</a:t>
            </a:r>
            <a:endParaRPr sz="1000"/>
          </a:p>
        </p:txBody>
      </p:sp>
      <p:pic>
        <p:nvPicPr>
          <p:cNvPr id="1285" name="Google Shape;1285;p130"/>
          <p:cNvPicPr preferRelativeResize="0"/>
          <p:nvPr/>
        </p:nvPicPr>
        <p:blipFill>
          <a:blip r:embed="rId3">
            <a:alphaModFix/>
          </a:blip>
          <a:stretch>
            <a:fillRect/>
          </a:stretch>
        </p:blipFill>
        <p:spPr>
          <a:xfrm>
            <a:off x="6227401" y="1435050"/>
            <a:ext cx="2316775" cy="1893175"/>
          </a:xfrm>
          <a:prstGeom prst="rect">
            <a:avLst/>
          </a:prstGeom>
          <a:noFill/>
          <a:ln>
            <a:noFill/>
          </a:ln>
        </p:spPr>
      </p:pic>
      <p:pic>
        <p:nvPicPr>
          <p:cNvPr id="1286" name="Google Shape;1286;p130"/>
          <p:cNvPicPr preferRelativeResize="0"/>
          <p:nvPr/>
        </p:nvPicPr>
        <p:blipFill>
          <a:blip r:embed="rId4">
            <a:alphaModFix/>
          </a:blip>
          <a:stretch>
            <a:fillRect/>
          </a:stretch>
        </p:blipFill>
        <p:spPr>
          <a:xfrm>
            <a:off x="720000" y="3121300"/>
            <a:ext cx="1975000" cy="690350"/>
          </a:xfrm>
          <a:prstGeom prst="rect">
            <a:avLst/>
          </a:prstGeom>
          <a:noFill/>
          <a:ln>
            <a:noFill/>
          </a:ln>
        </p:spPr>
      </p:pic>
      <p:sp>
        <p:nvSpPr>
          <p:cNvPr id="1287" name="Google Shape;1287;p130"/>
          <p:cNvSpPr txBox="1"/>
          <p:nvPr/>
        </p:nvSpPr>
        <p:spPr>
          <a:xfrm>
            <a:off x="634525" y="2865523"/>
            <a:ext cx="2026800" cy="32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Class-Level Symbol Table</a:t>
            </a:r>
            <a:endParaRPr/>
          </a:p>
        </p:txBody>
      </p:sp>
      <p:pic>
        <p:nvPicPr>
          <p:cNvPr id="1288" name="Google Shape;1288;p130"/>
          <p:cNvPicPr preferRelativeResize="0"/>
          <p:nvPr/>
        </p:nvPicPr>
        <p:blipFill>
          <a:blip r:embed="rId5">
            <a:alphaModFix/>
          </a:blip>
          <a:stretch>
            <a:fillRect/>
          </a:stretch>
        </p:blipFill>
        <p:spPr>
          <a:xfrm>
            <a:off x="3027125" y="3121300"/>
            <a:ext cx="1636393" cy="690350"/>
          </a:xfrm>
          <a:prstGeom prst="rect">
            <a:avLst/>
          </a:prstGeom>
          <a:noFill/>
          <a:ln>
            <a:noFill/>
          </a:ln>
        </p:spPr>
      </p:pic>
      <p:sp>
        <p:nvSpPr>
          <p:cNvPr id="1289" name="Google Shape;1289;p130"/>
          <p:cNvSpPr txBox="1"/>
          <p:nvPr/>
        </p:nvSpPr>
        <p:spPr>
          <a:xfrm>
            <a:off x="2940500" y="2858791"/>
            <a:ext cx="2418600" cy="32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Subroutine-Level Symbol Table</a:t>
            </a:r>
            <a:endParaRPr/>
          </a:p>
        </p:txBody>
      </p:sp>
      <p:sp>
        <p:nvSpPr>
          <p:cNvPr id="1290" name="Google Shape;1290;p130"/>
          <p:cNvSpPr txBox="1"/>
          <p:nvPr/>
        </p:nvSpPr>
        <p:spPr>
          <a:xfrm>
            <a:off x="643800" y="3770100"/>
            <a:ext cx="19749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Can reset after compiling a new class</a:t>
            </a:r>
            <a:endParaRPr/>
          </a:p>
        </p:txBody>
      </p:sp>
      <p:sp>
        <p:nvSpPr>
          <p:cNvPr id="1291" name="Google Shape;1291;p130"/>
          <p:cNvSpPr txBox="1"/>
          <p:nvPr/>
        </p:nvSpPr>
        <p:spPr>
          <a:xfrm>
            <a:off x="2950925" y="3770100"/>
            <a:ext cx="2163600" cy="461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Can reset after compiling a new subroutine</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3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Handling Expressions</a:t>
            </a:r>
            <a:endParaRPr b="1" sz="2300">
              <a:solidFill>
                <a:schemeClr val="lt2"/>
              </a:solidFill>
            </a:endParaRPr>
          </a:p>
        </p:txBody>
      </p:sp>
      <p:sp>
        <p:nvSpPr>
          <p:cNvPr id="1297" name="Google Shape;1297;p131"/>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How can we systematically translate these expressions into VM code?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Notations:</a:t>
            </a:r>
            <a:endParaRPr sz="1000"/>
          </a:p>
          <a:p>
            <a:pPr indent="0" lvl="0" marL="0" rtl="0" algn="l">
              <a:lnSpc>
                <a:spcPct val="90000"/>
              </a:lnSpc>
              <a:spcBef>
                <a:spcPts val="600"/>
              </a:spcBef>
              <a:spcAft>
                <a:spcPts val="0"/>
              </a:spcAft>
              <a:buNone/>
            </a:pPr>
            <a:r>
              <a:rPr lang="en" sz="1000"/>
              <a:t>Prefix</a:t>
            </a:r>
            <a:endParaRPr sz="1000"/>
          </a:p>
          <a:p>
            <a:pPr indent="-292100" lvl="0" marL="457200" rtl="0" algn="l">
              <a:lnSpc>
                <a:spcPct val="90000"/>
              </a:lnSpc>
              <a:spcBef>
                <a:spcPts val="600"/>
              </a:spcBef>
              <a:spcAft>
                <a:spcPts val="0"/>
              </a:spcAft>
              <a:buSzPts val="1000"/>
              <a:buChar char="-"/>
            </a:pPr>
            <a:r>
              <a:rPr lang="en" sz="1000"/>
              <a:t>Operand goes before variables</a:t>
            </a:r>
            <a:endParaRPr sz="1000"/>
          </a:p>
          <a:p>
            <a:pPr indent="-292100" lvl="0" marL="457200" rtl="0" algn="l">
              <a:lnSpc>
                <a:spcPct val="90000"/>
              </a:lnSpc>
              <a:spcBef>
                <a:spcPts val="0"/>
              </a:spcBef>
              <a:spcAft>
                <a:spcPts val="0"/>
              </a:spcAft>
              <a:buSzPts val="1000"/>
              <a:buChar char="-"/>
            </a:pPr>
            <a:r>
              <a:rPr lang="en" sz="1000"/>
              <a:t>Functional</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Infix</a:t>
            </a:r>
            <a:endParaRPr sz="1000"/>
          </a:p>
          <a:p>
            <a:pPr indent="-292100" lvl="0" marL="457200" rtl="0" algn="l">
              <a:lnSpc>
                <a:spcPct val="90000"/>
              </a:lnSpc>
              <a:spcBef>
                <a:spcPts val="600"/>
              </a:spcBef>
              <a:spcAft>
                <a:spcPts val="0"/>
              </a:spcAft>
              <a:buSzPts val="1000"/>
              <a:buChar char="-"/>
            </a:pPr>
            <a:r>
              <a:rPr lang="en" sz="1000"/>
              <a:t>Operand is in the middle of variables</a:t>
            </a:r>
            <a:endParaRPr sz="1000"/>
          </a:p>
          <a:p>
            <a:pPr indent="-292100" lvl="0" marL="457200" rtl="0" algn="l">
              <a:lnSpc>
                <a:spcPct val="90000"/>
              </a:lnSpc>
              <a:spcBef>
                <a:spcPts val="0"/>
              </a:spcBef>
              <a:spcAft>
                <a:spcPts val="0"/>
              </a:spcAft>
              <a:buSzPts val="1000"/>
              <a:buChar char="-"/>
            </a:pPr>
            <a:r>
              <a:rPr lang="en" sz="1000"/>
              <a:t>Human-Oriented</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Postfix</a:t>
            </a:r>
            <a:endParaRPr sz="1000"/>
          </a:p>
          <a:p>
            <a:pPr indent="-292100" lvl="0" marL="457200" rtl="0" algn="l">
              <a:lnSpc>
                <a:spcPct val="90000"/>
              </a:lnSpc>
              <a:spcBef>
                <a:spcPts val="600"/>
              </a:spcBef>
              <a:spcAft>
                <a:spcPts val="0"/>
              </a:spcAft>
              <a:buSzPts val="1000"/>
              <a:buChar char="-"/>
            </a:pPr>
            <a:r>
              <a:rPr lang="en" sz="1000"/>
              <a:t>Operand goes after variables</a:t>
            </a:r>
            <a:endParaRPr sz="1000"/>
          </a:p>
          <a:p>
            <a:pPr indent="-292100" lvl="0" marL="457200" rtl="0" algn="l">
              <a:lnSpc>
                <a:spcPct val="90000"/>
              </a:lnSpc>
              <a:spcBef>
                <a:spcPts val="0"/>
              </a:spcBef>
              <a:spcAft>
                <a:spcPts val="0"/>
              </a:spcAft>
              <a:buSzPts val="1000"/>
              <a:buChar char="-"/>
            </a:pPr>
            <a:r>
              <a:rPr lang="en" sz="1000"/>
              <a:t>Stack-Oriented</a:t>
            </a:r>
            <a:endParaRPr sz="1000"/>
          </a:p>
        </p:txBody>
      </p:sp>
      <p:pic>
        <p:nvPicPr>
          <p:cNvPr id="1298" name="Google Shape;1298;p131"/>
          <p:cNvPicPr preferRelativeResize="0"/>
          <p:nvPr/>
        </p:nvPicPr>
        <p:blipFill>
          <a:blip r:embed="rId3">
            <a:alphaModFix/>
          </a:blip>
          <a:stretch>
            <a:fillRect/>
          </a:stretch>
        </p:blipFill>
        <p:spPr>
          <a:xfrm>
            <a:off x="6395100" y="1002575"/>
            <a:ext cx="2028901" cy="1485350"/>
          </a:xfrm>
          <a:prstGeom prst="rect">
            <a:avLst/>
          </a:prstGeom>
          <a:noFill/>
          <a:ln>
            <a:noFill/>
          </a:ln>
        </p:spPr>
      </p:pic>
      <p:pic>
        <p:nvPicPr>
          <p:cNvPr id="1299" name="Google Shape;1299;p131"/>
          <p:cNvPicPr preferRelativeResize="0"/>
          <p:nvPr/>
        </p:nvPicPr>
        <p:blipFill>
          <a:blip r:embed="rId4">
            <a:alphaModFix/>
          </a:blip>
          <a:stretch>
            <a:fillRect/>
          </a:stretch>
        </p:blipFill>
        <p:spPr>
          <a:xfrm>
            <a:off x="4297750" y="1810600"/>
            <a:ext cx="1303650" cy="545075"/>
          </a:xfrm>
          <a:prstGeom prst="rect">
            <a:avLst/>
          </a:prstGeom>
          <a:noFill/>
          <a:ln>
            <a:noFill/>
          </a:ln>
        </p:spPr>
      </p:pic>
      <p:pic>
        <p:nvPicPr>
          <p:cNvPr id="1300" name="Google Shape;1300;p131"/>
          <p:cNvPicPr preferRelativeResize="0"/>
          <p:nvPr/>
        </p:nvPicPr>
        <p:blipFill>
          <a:blip r:embed="rId5">
            <a:alphaModFix/>
          </a:blip>
          <a:stretch>
            <a:fillRect/>
          </a:stretch>
        </p:blipFill>
        <p:spPr>
          <a:xfrm>
            <a:off x="4335246" y="2600225"/>
            <a:ext cx="1228653" cy="545075"/>
          </a:xfrm>
          <a:prstGeom prst="rect">
            <a:avLst/>
          </a:prstGeom>
          <a:noFill/>
          <a:ln>
            <a:noFill/>
          </a:ln>
        </p:spPr>
      </p:pic>
      <p:pic>
        <p:nvPicPr>
          <p:cNvPr id="1301" name="Google Shape;1301;p131"/>
          <p:cNvPicPr preferRelativeResize="0"/>
          <p:nvPr/>
        </p:nvPicPr>
        <p:blipFill>
          <a:blip r:embed="rId6">
            <a:alphaModFix/>
          </a:blip>
          <a:stretch>
            <a:fillRect/>
          </a:stretch>
        </p:blipFill>
        <p:spPr>
          <a:xfrm>
            <a:off x="4292800" y="3389850"/>
            <a:ext cx="1313541" cy="545075"/>
          </a:xfrm>
          <a:prstGeom prst="rect">
            <a:avLst/>
          </a:prstGeom>
          <a:noFill/>
          <a:ln>
            <a:noFill/>
          </a:ln>
        </p:spPr>
      </p:pic>
      <p:pic>
        <p:nvPicPr>
          <p:cNvPr id="1302" name="Google Shape;1302;p131"/>
          <p:cNvPicPr preferRelativeResize="0"/>
          <p:nvPr/>
        </p:nvPicPr>
        <p:blipFill rotWithShape="1">
          <a:blip r:embed="rId7">
            <a:alphaModFix/>
          </a:blip>
          <a:srcRect b="4689" l="4015" r="3887" t="0"/>
          <a:stretch/>
        </p:blipFill>
        <p:spPr>
          <a:xfrm>
            <a:off x="6451050" y="2928575"/>
            <a:ext cx="1303650" cy="1359925"/>
          </a:xfrm>
          <a:prstGeom prst="rect">
            <a:avLst/>
          </a:prstGeom>
          <a:noFill/>
          <a:ln>
            <a:noFill/>
          </a:ln>
        </p:spPr>
      </p:pic>
      <p:sp>
        <p:nvSpPr>
          <p:cNvPr id="1303" name="Google Shape;1303;p131"/>
          <p:cNvSpPr txBox="1"/>
          <p:nvPr/>
        </p:nvSpPr>
        <p:spPr>
          <a:xfrm>
            <a:off x="6111975" y="2617625"/>
            <a:ext cx="1981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2"/>
                </a:solidFill>
                <a:latin typeface="Source Code Pro"/>
                <a:ea typeface="Source Code Pro"/>
                <a:cs typeface="Source Code Pro"/>
                <a:sym typeface="Source Code Pro"/>
              </a:rPr>
              <a:t>Parse Trees</a:t>
            </a:r>
            <a:endParaRPr sz="1000">
              <a:solidFill>
                <a:schemeClr val="lt2"/>
              </a:solidFill>
              <a:latin typeface="Source Code Pro"/>
              <a:ea typeface="Source Code Pro"/>
              <a:cs typeface="Source Code Pro"/>
              <a:sym typeface="Source Code Pro"/>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7" name="Shape 1307"/>
        <p:cNvGrpSpPr/>
        <p:nvPr/>
      </p:nvGrpSpPr>
      <p:grpSpPr>
        <a:xfrm>
          <a:off x="0" y="0"/>
          <a:ext cx="0" cy="0"/>
          <a:chOff x="0" y="0"/>
          <a:chExt cx="0" cy="0"/>
        </a:xfrm>
      </p:grpSpPr>
      <p:sp>
        <p:nvSpPr>
          <p:cNvPr id="1308" name="Google Shape;1308;p13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Parse Tree to VM Code</a:t>
            </a:r>
            <a:endParaRPr b="1" sz="2300">
              <a:solidFill>
                <a:schemeClr val="lt2"/>
              </a:solidFill>
            </a:endParaRPr>
          </a:p>
        </p:txBody>
      </p:sp>
      <p:sp>
        <p:nvSpPr>
          <p:cNvPr id="1309" name="Google Shape;1309;p132"/>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Algorithm: Depth-First Tree Traversal</a:t>
            </a:r>
            <a:endParaRPr sz="1000"/>
          </a:p>
          <a:p>
            <a:pPr indent="-292100" lvl="0" marL="457200" rtl="0" algn="l">
              <a:lnSpc>
                <a:spcPct val="90000"/>
              </a:lnSpc>
              <a:spcBef>
                <a:spcPts val="600"/>
              </a:spcBef>
              <a:spcAft>
                <a:spcPts val="0"/>
              </a:spcAft>
              <a:buSzPts val="1000"/>
              <a:buChar char="-"/>
            </a:pPr>
            <a:r>
              <a:rPr lang="en" sz="1000"/>
              <a:t>A two-stage approach</a:t>
            </a:r>
            <a:endParaRPr sz="1000"/>
          </a:p>
          <a:p>
            <a:pPr indent="0" lvl="0" marL="0" rtl="0" algn="l">
              <a:lnSpc>
                <a:spcPct val="90000"/>
              </a:lnSpc>
              <a:spcBef>
                <a:spcPts val="600"/>
              </a:spcBef>
              <a:spcAft>
                <a:spcPts val="0"/>
              </a:spcAft>
              <a:buNone/>
            </a:pPr>
            <a:r>
              <a:rPr lang="en" sz="1000"/>
              <a:t>Starts at root (+) and pushes variables from left to right.</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Problem: Parse Trees can be gigantic, making this algorithm quite slow for large expressions</a:t>
            </a:r>
            <a:endParaRPr sz="1000"/>
          </a:p>
        </p:txBody>
      </p:sp>
      <p:pic>
        <p:nvPicPr>
          <p:cNvPr id="1310" name="Google Shape;1310;p132"/>
          <p:cNvPicPr preferRelativeResize="0"/>
          <p:nvPr/>
        </p:nvPicPr>
        <p:blipFill>
          <a:blip r:embed="rId3">
            <a:alphaModFix/>
          </a:blip>
          <a:stretch>
            <a:fillRect/>
          </a:stretch>
        </p:blipFill>
        <p:spPr>
          <a:xfrm>
            <a:off x="4349100" y="2475350"/>
            <a:ext cx="4289325" cy="1940549"/>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13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Generating</a:t>
            </a:r>
            <a:r>
              <a:rPr b="1" lang="en" sz="2300">
                <a:solidFill>
                  <a:schemeClr val="lt2"/>
                </a:solidFill>
              </a:rPr>
              <a:t> VM Code For Expressions (Faster)</a:t>
            </a:r>
            <a:endParaRPr b="1" sz="2300">
              <a:solidFill>
                <a:schemeClr val="lt2"/>
              </a:solidFill>
            </a:endParaRPr>
          </a:p>
        </p:txBody>
      </p:sp>
      <p:sp>
        <p:nvSpPr>
          <p:cNvPr id="1316" name="Google Shape;1316;p133"/>
          <p:cNvSpPr txBox="1"/>
          <p:nvPr>
            <p:ph idx="1" type="body"/>
          </p:nvPr>
        </p:nvSpPr>
        <p:spPr>
          <a:xfrm>
            <a:off x="720000" y="1002575"/>
            <a:ext cx="446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Generates VM code without needing to create the entire parse tree in the process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Algorithm: Code Write</a:t>
            </a:r>
            <a:endParaRPr sz="1000"/>
          </a:p>
          <a:p>
            <a:pPr indent="-292100" lvl="0" marL="457200" rtl="0" algn="l">
              <a:lnSpc>
                <a:spcPct val="90000"/>
              </a:lnSpc>
              <a:spcBef>
                <a:spcPts val="600"/>
              </a:spcBef>
              <a:spcAft>
                <a:spcPts val="0"/>
              </a:spcAft>
              <a:buSzPts val="1000"/>
              <a:buChar char="-"/>
            </a:pPr>
            <a:r>
              <a:rPr lang="en" sz="1000"/>
              <a:t>A one-stage approach</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A series of conditions that directly convert the expressions into VM code</a:t>
            </a:r>
            <a:endParaRPr sz="1000"/>
          </a:p>
        </p:txBody>
      </p:sp>
      <p:pic>
        <p:nvPicPr>
          <p:cNvPr id="1317" name="Google Shape;1317;p133"/>
          <p:cNvPicPr preferRelativeResize="0"/>
          <p:nvPr/>
        </p:nvPicPr>
        <p:blipFill>
          <a:blip r:embed="rId3">
            <a:alphaModFix/>
          </a:blip>
          <a:stretch>
            <a:fillRect/>
          </a:stretch>
        </p:blipFill>
        <p:spPr>
          <a:xfrm>
            <a:off x="4838177" y="1813775"/>
            <a:ext cx="3765751" cy="222992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3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Problem: </a:t>
            </a:r>
            <a:r>
              <a:rPr b="1" lang="en" sz="2300">
                <a:solidFill>
                  <a:schemeClr val="lt2"/>
                </a:solidFill>
              </a:rPr>
              <a:t>Flow of Control</a:t>
            </a:r>
            <a:endParaRPr b="1" sz="2300">
              <a:solidFill>
                <a:schemeClr val="lt2"/>
              </a:solidFill>
            </a:endParaRPr>
          </a:p>
        </p:txBody>
      </p:sp>
      <p:sp>
        <p:nvSpPr>
          <p:cNvPr id="1323" name="Google Shape;1323;p134"/>
          <p:cNvSpPr txBox="1"/>
          <p:nvPr>
            <p:ph idx="1" type="body"/>
          </p:nvPr>
        </p:nvSpPr>
        <p:spPr>
          <a:xfrm>
            <a:off x="720000" y="1002575"/>
            <a:ext cx="4914900" cy="1023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Problem: How do you translate high-level language like this into VM code using just...?</a:t>
            </a:r>
            <a:endParaRPr sz="1000"/>
          </a:p>
          <a:p>
            <a:pPr indent="-292100" lvl="0" marL="457200" rtl="0" algn="l">
              <a:lnSpc>
                <a:spcPct val="90000"/>
              </a:lnSpc>
              <a:spcBef>
                <a:spcPts val="600"/>
              </a:spcBef>
              <a:spcAft>
                <a:spcPts val="0"/>
              </a:spcAft>
              <a:buSzPts val="1000"/>
              <a:buChar char="●"/>
            </a:pPr>
            <a:r>
              <a:rPr lang="en" sz="1000"/>
              <a:t>goto</a:t>
            </a:r>
            <a:endParaRPr sz="1000"/>
          </a:p>
          <a:p>
            <a:pPr indent="-292100" lvl="0" marL="457200" rtl="0" algn="l">
              <a:lnSpc>
                <a:spcPct val="90000"/>
              </a:lnSpc>
              <a:spcBef>
                <a:spcPts val="0"/>
              </a:spcBef>
              <a:spcAft>
                <a:spcPts val="0"/>
              </a:spcAft>
              <a:buSzPts val="1000"/>
              <a:buChar char="●"/>
            </a:pPr>
            <a:r>
              <a:rPr lang="en" sz="1000"/>
              <a:t>if-goto</a:t>
            </a:r>
            <a:endParaRPr sz="1000"/>
          </a:p>
          <a:p>
            <a:pPr indent="-292100" lvl="0" marL="457200" rtl="0" algn="l">
              <a:lnSpc>
                <a:spcPct val="90000"/>
              </a:lnSpc>
              <a:spcBef>
                <a:spcPts val="0"/>
              </a:spcBef>
              <a:spcAft>
                <a:spcPts val="0"/>
              </a:spcAft>
              <a:buSzPts val="1000"/>
              <a:buChar char="●"/>
            </a:pPr>
            <a:r>
              <a:rPr lang="en" sz="1000"/>
              <a:t>label</a:t>
            </a:r>
            <a:endParaRPr sz="1000"/>
          </a:p>
        </p:txBody>
      </p:sp>
      <p:pic>
        <p:nvPicPr>
          <p:cNvPr id="1324" name="Google Shape;1324;p134"/>
          <p:cNvPicPr preferRelativeResize="0"/>
          <p:nvPr/>
        </p:nvPicPr>
        <p:blipFill>
          <a:blip r:embed="rId3">
            <a:alphaModFix/>
          </a:blip>
          <a:stretch>
            <a:fillRect/>
          </a:stretch>
        </p:blipFill>
        <p:spPr>
          <a:xfrm>
            <a:off x="5634900" y="1002575"/>
            <a:ext cx="2789100" cy="25969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13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Compiling If Statements</a:t>
            </a:r>
            <a:endParaRPr b="1" sz="2300">
              <a:solidFill>
                <a:schemeClr val="lt2"/>
              </a:solidFill>
            </a:endParaRPr>
          </a:p>
        </p:txBody>
      </p:sp>
      <p:sp>
        <p:nvSpPr>
          <p:cNvPr id="1330" name="Google Shape;1330;p135"/>
          <p:cNvSpPr txBox="1"/>
          <p:nvPr>
            <p:ph idx="1" type="body"/>
          </p:nvPr>
        </p:nvSpPr>
        <p:spPr>
          <a:xfrm>
            <a:off x="720000" y="1002575"/>
            <a:ext cx="4037400" cy="1023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Using this sequence, it becomes possible that, given any if statement, the compiler will output exactly the same if statement.</a:t>
            </a:r>
            <a:endParaRPr sz="1000"/>
          </a:p>
        </p:txBody>
      </p:sp>
      <p:pic>
        <p:nvPicPr>
          <p:cNvPr id="1331" name="Google Shape;1331;p135"/>
          <p:cNvPicPr preferRelativeResize="0"/>
          <p:nvPr/>
        </p:nvPicPr>
        <p:blipFill>
          <a:blip r:embed="rId3">
            <a:alphaModFix/>
          </a:blip>
          <a:stretch>
            <a:fillRect/>
          </a:stretch>
        </p:blipFill>
        <p:spPr>
          <a:xfrm>
            <a:off x="4757400" y="1031813"/>
            <a:ext cx="3911401" cy="2812224"/>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13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Compiling While Statements</a:t>
            </a:r>
            <a:endParaRPr b="1" sz="2300">
              <a:solidFill>
                <a:schemeClr val="lt2"/>
              </a:solidFill>
            </a:endParaRPr>
          </a:p>
        </p:txBody>
      </p:sp>
      <p:sp>
        <p:nvSpPr>
          <p:cNvPr id="1337" name="Google Shape;1337;p136"/>
          <p:cNvSpPr txBox="1"/>
          <p:nvPr>
            <p:ph idx="1" type="body"/>
          </p:nvPr>
        </p:nvSpPr>
        <p:spPr>
          <a:xfrm>
            <a:off x="720000" y="1002575"/>
            <a:ext cx="4037400" cy="1023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While statements are compiled as such.</a:t>
            </a:r>
            <a:endParaRPr sz="1000"/>
          </a:p>
        </p:txBody>
      </p:sp>
      <p:pic>
        <p:nvPicPr>
          <p:cNvPr id="1338" name="Google Shape;1338;p136"/>
          <p:cNvPicPr preferRelativeResize="0"/>
          <p:nvPr/>
        </p:nvPicPr>
        <p:blipFill>
          <a:blip r:embed="rId3">
            <a:alphaModFix/>
          </a:blip>
          <a:stretch>
            <a:fillRect/>
          </a:stretch>
        </p:blipFill>
        <p:spPr>
          <a:xfrm>
            <a:off x="4757400" y="1031826"/>
            <a:ext cx="3660476" cy="281327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13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Minor Complication</a:t>
            </a:r>
            <a:endParaRPr b="1" sz="2300">
              <a:solidFill>
                <a:schemeClr val="lt2"/>
              </a:solidFill>
            </a:endParaRPr>
          </a:p>
        </p:txBody>
      </p:sp>
      <p:sp>
        <p:nvSpPr>
          <p:cNvPr id="1344" name="Google Shape;1344;p137"/>
          <p:cNvSpPr txBox="1"/>
          <p:nvPr>
            <p:ph idx="1" type="body"/>
          </p:nvPr>
        </p:nvSpPr>
        <p:spPr>
          <a:xfrm>
            <a:off x="720000" y="1002575"/>
            <a:ext cx="49605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Problem: Complicated high-level programs will contain multiple if and while statements. How do we account for this?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Solution: Ensure that the compiler generates unique labels.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Problem: If and while </a:t>
            </a:r>
            <a:r>
              <a:rPr lang="en" sz="1000"/>
              <a:t>statements are often nested</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Solution: Compiler must use a highly recursive (repetitive) compilation strategy</a:t>
            </a:r>
            <a:endParaRPr sz="100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138"/>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Problem</a:t>
            </a:r>
            <a:endParaRPr b="1" sz="2300">
              <a:solidFill>
                <a:schemeClr val="lt2"/>
              </a:solidFill>
            </a:endParaRPr>
          </a:p>
        </p:txBody>
      </p:sp>
      <p:sp>
        <p:nvSpPr>
          <p:cNvPr id="1350" name="Google Shape;1350;p138"/>
          <p:cNvSpPr txBox="1"/>
          <p:nvPr>
            <p:ph idx="1" type="body"/>
          </p:nvPr>
        </p:nvSpPr>
        <p:spPr>
          <a:xfrm>
            <a:off x="720000" y="1002575"/>
            <a:ext cx="3858000" cy="28281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High-Level object-oriented programs create and manipulate objects and arrays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Mid-Level VM program operate on virtual memory segments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Low-level machine programs operate directly on the RAM</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How do you make compilers that write the necessary mid and low level automatically?</a:t>
            </a:r>
            <a:endParaRPr sz="1000"/>
          </a:p>
        </p:txBody>
      </p:sp>
      <p:pic>
        <p:nvPicPr>
          <p:cNvPr id="1351" name="Google Shape;1351;p138"/>
          <p:cNvPicPr preferRelativeResize="0"/>
          <p:nvPr/>
        </p:nvPicPr>
        <p:blipFill>
          <a:blip r:embed="rId3">
            <a:alphaModFix/>
          </a:blip>
          <a:stretch>
            <a:fillRect/>
          </a:stretch>
        </p:blipFill>
        <p:spPr>
          <a:xfrm>
            <a:off x="4578050" y="1212061"/>
            <a:ext cx="1415400" cy="1844313"/>
          </a:xfrm>
          <a:prstGeom prst="rect">
            <a:avLst/>
          </a:prstGeom>
          <a:noFill/>
          <a:ln>
            <a:noFill/>
          </a:ln>
        </p:spPr>
      </p:pic>
      <p:pic>
        <p:nvPicPr>
          <p:cNvPr id="1352" name="Google Shape;1352;p138"/>
          <p:cNvPicPr preferRelativeResize="0"/>
          <p:nvPr/>
        </p:nvPicPr>
        <p:blipFill>
          <a:blip r:embed="rId4">
            <a:alphaModFix/>
          </a:blip>
          <a:stretch>
            <a:fillRect/>
          </a:stretch>
        </p:blipFill>
        <p:spPr>
          <a:xfrm>
            <a:off x="6046536" y="1212061"/>
            <a:ext cx="1643927" cy="1844314"/>
          </a:xfrm>
          <a:prstGeom prst="rect">
            <a:avLst/>
          </a:prstGeom>
          <a:noFill/>
          <a:ln>
            <a:noFill/>
          </a:ln>
        </p:spPr>
      </p:pic>
      <p:pic>
        <p:nvPicPr>
          <p:cNvPr id="1353" name="Google Shape;1353;p138"/>
          <p:cNvPicPr preferRelativeResize="0"/>
          <p:nvPr/>
        </p:nvPicPr>
        <p:blipFill>
          <a:blip r:embed="rId5">
            <a:alphaModFix/>
          </a:blip>
          <a:stretch>
            <a:fillRect/>
          </a:stretch>
        </p:blipFill>
        <p:spPr>
          <a:xfrm>
            <a:off x="7743546" y="1212050"/>
            <a:ext cx="793050" cy="184431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grpSp>
        <p:nvGrpSpPr>
          <p:cNvPr id="1358" name="Google Shape;1358;p139"/>
          <p:cNvGrpSpPr/>
          <p:nvPr/>
        </p:nvGrpSpPr>
        <p:grpSpPr>
          <a:xfrm flipH="1">
            <a:off x="1837996" y="726625"/>
            <a:ext cx="6578100" cy="3438300"/>
            <a:chOff x="772525" y="726625"/>
            <a:chExt cx="6578100" cy="3438300"/>
          </a:xfrm>
        </p:grpSpPr>
        <p:sp>
          <p:nvSpPr>
            <p:cNvPr id="1359" name="Google Shape;1359;p139"/>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39"/>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1" name="Google Shape;1361;p139"/>
          <p:cNvGrpSpPr/>
          <p:nvPr/>
        </p:nvGrpSpPr>
        <p:grpSpPr>
          <a:xfrm flipH="1">
            <a:off x="4066704" y="3324200"/>
            <a:ext cx="3447300" cy="962400"/>
            <a:chOff x="4924175" y="3441525"/>
            <a:chExt cx="3447300" cy="962400"/>
          </a:xfrm>
        </p:grpSpPr>
        <p:sp>
          <p:nvSpPr>
            <p:cNvPr id="1362" name="Google Shape;1362;p139"/>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39"/>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4" name="Google Shape;1364;p139"/>
          <p:cNvGrpSpPr/>
          <p:nvPr/>
        </p:nvGrpSpPr>
        <p:grpSpPr>
          <a:xfrm flipH="1">
            <a:off x="839620" y="2361876"/>
            <a:ext cx="1864833" cy="1637043"/>
            <a:chOff x="1054812" y="1029590"/>
            <a:chExt cx="3436214" cy="3912627"/>
          </a:xfrm>
        </p:grpSpPr>
        <p:sp>
          <p:nvSpPr>
            <p:cNvPr id="1365" name="Google Shape;1365;p139"/>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39"/>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7" name="Google Shape;1367;p139"/>
          <p:cNvSpPr txBox="1"/>
          <p:nvPr>
            <p:ph type="title"/>
          </p:nvPr>
        </p:nvSpPr>
        <p:spPr>
          <a:xfrm>
            <a:off x="3010050" y="1304950"/>
            <a:ext cx="5250600" cy="164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Handling Objects</a:t>
            </a:r>
            <a:endParaRPr sz="5500"/>
          </a:p>
        </p:txBody>
      </p:sp>
      <p:sp>
        <p:nvSpPr>
          <p:cNvPr id="1368" name="Google Shape;1368;p139"/>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369" name="Google Shape;1369;p139"/>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370" name="Google Shape;1370;p139"/>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371" name="Google Shape;1371;p139"/>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372" name="Google Shape;1372;p139"/>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373" name="Google Shape;1373;p139"/>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14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Low-Level Aspects</a:t>
            </a:r>
            <a:endParaRPr b="1" sz="2300">
              <a:solidFill>
                <a:schemeClr val="lt2"/>
              </a:solidFill>
            </a:endParaRPr>
          </a:p>
        </p:txBody>
      </p:sp>
      <p:sp>
        <p:nvSpPr>
          <p:cNvPr id="1379" name="Google Shape;1379;p140"/>
          <p:cNvSpPr txBox="1"/>
          <p:nvPr>
            <p:ph idx="1" type="body"/>
          </p:nvPr>
        </p:nvSpPr>
        <p:spPr>
          <a:xfrm>
            <a:off x="720000" y="1002575"/>
            <a:ext cx="6001800" cy="21213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There is a reserved </a:t>
            </a:r>
            <a:r>
              <a:rPr lang="en" sz="1000"/>
              <a:t>space in the RAM called the “heap”. The heap exclusively stores the data of objects and arrays.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The base addresses “this” and “that” represent object and array data respectively.</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Before we use the segments, we have to anchor them using pointers.</a:t>
            </a:r>
            <a:endParaRPr sz="1000"/>
          </a:p>
          <a:p>
            <a:pPr indent="0" lvl="0" marL="0" rtl="0" algn="l">
              <a:lnSpc>
                <a:spcPct val="90000"/>
              </a:lnSpc>
              <a:spcBef>
                <a:spcPts val="600"/>
              </a:spcBef>
              <a:spcAft>
                <a:spcPts val="0"/>
              </a:spcAft>
              <a:buNone/>
            </a:pPr>
            <a:r>
              <a:rPr lang="en" sz="1000"/>
              <a:t>pointer 0 (this)</a:t>
            </a:r>
            <a:endParaRPr sz="1000"/>
          </a:p>
          <a:p>
            <a:pPr indent="0" lvl="0" marL="0" rtl="0" algn="l">
              <a:lnSpc>
                <a:spcPct val="90000"/>
              </a:lnSpc>
              <a:spcBef>
                <a:spcPts val="600"/>
              </a:spcBef>
              <a:spcAft>
                <a:spcPts val="0"/>
              </a:spcAft>
              <a:buNone/>
            </a:pPr>
            <a:r>
              <a:rPr lang="en" sz="1000"/>
              <a:t>pointer 1 (that)</a:t>
            </a:r>
            <a:endParaRPr sz="1000"/>
          </a:p>
          <a:p>
            <a:pPr indent="0" lvl="0" marL="0" rtl="0" algn="l">
              <a:lnSpc>
                <a:spcPct val="90000"/>
              </a:lnSpc>
              <a:spcBef>
                <a:spcPts val="600"/>
              </a:spcBef>
              <a:spcAft>
                <a:spcPts val="0"/>
              </a:spcAft>
              <a:buNone/>
            </a:pPr>
            <a:r>
              <a:t/>
            </a:r>
            <a:endParaRPr sz="1000"/>
          </a:p>
        </p:txBody>
      </p:sp>
      <p:pic>
        <p:nvPicPr>
          <p:cNvPr id="1380" name="Google Shape;1380;p140"/>
          <p:cNvPicPr preferRelativeResize="0"/>
          <p:nvPr/>
        </p:nvPicPr>
        <p:blipFill>
          <a:blip r:embed="rId3">
            <a:alphaModFix/>
          </a:blip>
          <a:stretch>
            <a:fillRect/>
          </a:stretch>
        </p:blipFill>
        <p:spPr>
          <a:xfrm>
            <a:off x="6786675" y="1002572"/>
            <a:ext cx="1819075" cy="3426177"/>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4" name="Shape 1384"/>
        <p:cNvGrpSpPr/>
        <p:nvPr/>
      </p:nvGrpSpPr>
      <p:grpSpPr>
        <a:xfrm>
          <a:off x="0" y="0"/>
          <a:ext cx="0" cy="0"/>
          <a:chOff x="0" y="0"/>
          <a:chExt cx="0" cy="0"/>
        </a:xfrm>
      </p:grpSpPr>
      <p:sp>
        <p:nvSpPr>
          <p:cNvPr id="1385" name="Google Shape;1385;p14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Object Construction</a:t>
            </a:r>
            <a:endParaRPr b="1" sz="2300">
              <a:solidFill>
                <a:schemeClr val="lt2"/>
              </a:solidFill>
            </a:endParaRPr>
          </a:p>
        </p:txBody>
      </p:sp>
      <p:sp>
        <p:nvSpPr>
          <p:cNvPr id="1386" name="Google Shape;1386;p141"/>
          <p:cNvSpPr txBox="1"/>
          <p:nvPr>
            <p:ph idx="1" type="body"/>
          </p:nvPr>
        </p:nvSpPr>
        <p:spPr>
          <a:xfrm>
            <a:off x="720000" y="1002575"/>
            <a:ext cx="61311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Compilers need to have end code that handles object construction. There are two classes needed to complete this: client and point.</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Client: seeks to create a point object (caller)</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Point: services the client’s request to create a point object (callee)</a:t>
            </a:r>
            <a:endParaRPr sz="1000"/>
          </a:p>
          <a:p>
            <a:pPr indent="-292100" lvl="0" marL="457200" rtl="0" algn="l">
              <a:lnSpc>
                <a:spcPct val="90000"/>
              </a:lnSpc>
              <a:spcBef>
                <a:spcPts val="600"/>
              </a:spcBef>
              <a:spcAft>
                <a:spcPts val="0"/>
              </a:spcAft>
              <a:buSzPts val="1000"/>
              <a:buChar char="-"/>
            </a:pPr>
            <a:r>
              <a:rPr lang="en" sz="1000"/>
              <a:t>Includes a subroutine </a:t>
            </a:r>
            <a:r>
              <a:rPr lang="en" sz="1000"/>
              <a:t>known as “constructor”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The compiler sees these two as separate compilation units.</a:t>
            </a:r>
            <a:endParaRPr sz="1000"/>
          </a:p>
        </p:txBody>
      </p:sp>
      <p:pic>
        <p:nvPicPr>
          <p:cNvPr id="1387" name="Google Shape;1387;p141"/>
          <p:cNvPicPr preferRelativeResize="0"/>
          <p:nvPr/>
        </p:nvPicPr>
        <p:blipFill>
          <a:blip r:embed="rId3">
            <a:alphaModFix/>
          </a:blip>
          <a:stretch>
            <a:fillRect/>
          </a:stretch>
        </p:blipFill>
        <p:spPr>
          <a:xfrm>
            <a:off x="6850998" y="1299323"/>
            <a:ext cx="1573000" cy="1051800"/>
          </a:xfrm>
          <a:prstGeom prst="rect">
            <a:avLst/>
          </a:prstGeom>
          <a:noFill/>
          <a:ln>
            <a:noFill/>
          </a:ln>
        </p:spPr>
      </p:pic>
      <p:pic>
        <p:nvPicPr>
          <p:cNvPr id="1388" name="Google Shape;1388;p141"/>
          <p:cNvPicPr preferRelativeResize="0"/>
          <p:nvPr/>
        </p:nvPicPr>
        <p:blipFill>
          <a:blip r:embed="rId4">
            <a:alphaModFix/>
          </a:blip>
          <a:stretch>
            <a:fillRect/>
          </a:stretch>
        </p:blipFill>
        <p:spPr>
          <a:xfrm>
            <a:off x="6850999" y="2397225"/>
            <a:ext cx="1573000" cy="1084232"/>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14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Constructor Call</a:t>
            </a:r>
            <a:endParaRPr b="1" sz="2300">
              <a:solidFill>
                <a:schemeClr val="lt2"/>
              </a:solidFill>
            </a:endParaRPr>
          </a:p>
        </p:txBody>
      </p:sp>
      <p:sp>
        <p:nvSpPr>
          <p:cNvPr id="1394" name="Google Shape;1394;p142"/>
          <p:cNvSpPr txBox="1"/>
          <p:nvPr>
            <p:ph idx="1" type="body"/>
          </p:nvPr>
        </p:nvSpPr>
        <p:spPr>
          <a:xfrm>
            <a:off x="720000" y="1002575"/>
            <a:ext cx="7704000" cy="3561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Variables of the high-level code are stored in the stack. A pointer is assigned to that stack, which </a:t>
            </a:r>
            <a:r>
              <a:rPr lang="en" sz="1000"/>
              <a:t>contains</a:t>
            </a:r>
            <a:r>
              <a:rPr lang="en" sz="1000"/>
              <a:t> a base address of where the objects are stored in the heap.</a:t>
            </a:r>
            <a:endParaRPr sz="1000"/>
          </a:p>
          <a:p>
            <a:pPr indent="0" lvl="0" marL="0" rtl="0" algn="l">
              <a:lnSpc>
                <a:spcPct val="90000"/>
              </a:lnSpc>
              <a:spcBef>
                <a:spcPts val="600"/>
              </a:spcBef>
              <a:spcAft>
                <a:spcPts val="0"/>
              </a:spcAft>
              <a:buNone/>
            </a:pPr>
            <a:r>
              <a:t/>
            </a:r>
            <a:endParaRPr sz="1000"/>
          </a:p>
          <a:p>
            <a:pPr indent="-292100" lvl="0" marL="457200" rtl="0" algn="l">
              <a:lnSpc>
                <a:spcPct val="90000"/>
              </a:lnSpc>
              <a:spcBef>
                <a:spcPts val="600"/>
              </a:spcBef>
              <a:spcAft>
                <a:spcPts val="0"/>
              </a:spcAft>
              <a:buSzPts val="1000"/>
              <a:buAutoNum type="arabicPeriod"/>
            </a:pPr>
            <a:r>
              <a:rPr lang="en" sz="1000"/>
              <a:t>Upon variable declaration, the compiler updates the </a:t>
            </a:r>
            <a:r>
              <a:rPr lang="en" sz="1000"/>
              <a:t>subroutine</a:t>
            </a:r>
            <a:r>
              <a:rPr lang="en" sz="1000"/>
              <a:t> symbol table. (no code is generated)</a:t>
            </a:r>
            <a:endParaRPr sz="1000"/>
          </a:p>
          <a:p>
            <a:pPr indent="-292100" lvl="0" marL="457200" rtl="0" algn="l">
              <a:lnSpc>
                <a:spcPct val="90000"/>
              </a:lnSpc>
              <a:spcBef>
                <a:spcPts val="0"/>
              </a:spcBef>
              <a:spcAft>
                <a:spcPts val="0"/>
              </a:spcAft>
              <a:buSzPts val="1000"/>
              <a:buAutoNum type="arabicPeriod"/>
            </a:pPr>
            <a:r>
              <a:rPr lang="en" sz="1000"/>
              <a:t>Push arguments and call Point.new</a:t>
            </a:r>
            <a:endParaRPr sz="1000"/>
          </a:p>
          <a:p>
            <a:pPr indent="-292100" lvl="0" marL="457200" rtl="0" algn="l">
              <a:lnSpc>
                <a:spcPct val="90000"/>
              </a:lnSpc>
              <a:spcBef>
                <a:spcPts val="0"/>
              </a:spcBef>
              <a:spcAft>
                <a:spcPts val="0"/>
              </a:spcAft>
              <a:buSzPts val="1000"/>
              <a:buAutoNum type="arabicPeriod"/>
            </a:pPr>
            <a:r>
              <a:rPr lang="en" sz="1000"/>
              <a:t>Pop the base address of object being constructed</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Compile-Time: Compiler maps p1 on local 0, p2 on local 1, and d on local 2.</a:t>
            </a:r>
            <a:endParaRPr sz="1000"/>
          </a:p>
          <a:p>
            <a:pPr indent="0" lvl="0" marL="0" rtl="0" algn="l">
              <a:lnSpc>
                <a:spcPct val="90000"/>
              </a:lnSpc>
              <a:spcBef>
                <a:spcPts val="600"/>
              </a:spcBef>
              <a:spcAft>
                <a:spcPts val="0"/>
              </a:spcAft>
              <a:buNone/>
            </a:pPr>
            <a:r>
              <a:rPr lang="en" sz="1000"/>
              <a:t>Run-Time: Constructor’s code creates objects and allocates them to the heap.</a:t>
            </a:r>
            <a:endParaRPr sz="1000"/>
          </a:p>
          <a:p>
            <a:pPr indent="0" lvl="0" marL="0" rtl="0" algn="l">
              <a:lnSpc>
                <a:spcPct val="90000"/>
              </a:lnSpc>
              <a:spcBef>
                <a:spcPts val="600"/>
              </a:spcBef>
              <a:spcAft>
                <a:spcPts val="0"/>
              </a:spcAft>
              <a:buNone/>
            </a:pPr>
            <a:r>
              <a:rPr lang="en" sz="1000"/>
              <a:t>The client assumes that the RAM will have space.</a:t>
            </a:r>
            <a:endParaRPr sz="1000"/>
          </a:p>
        </p:txBody>
      </p:sp>
      <p:grpSp>
        <p:nvGrpSpPr>
          <p:cNvPr id="1395" name="Google Shape;1395;p142"/>
          <p:cNvGrpSpPr/>
          <p:nvPr/>
        </p:nvGrpSpPr>
        <p:grpSpPr>
          <a:xfrm>
            <a:off x="2961510" y="2057516"/>
            <a:ext cx="5703353" cy="1606825"/>
            <a:chOff x="3055742" y="3000013"/>
            <a:chExt cx="5703353" cy="1606825"/>
          </a:xfrm>
        </p:grpSpPr>
        <p:pic>
          <p:nvPicPr>
            <p:cNvPr id="1396" name="Google Shape;1396;p142"/>
            <p:cNvPicPr preferRelativeResize="0"/>
            <p:nvPr/>
          </p:nvPicPr>
          <p:blipFill>
            <a:blip r:embed="rId3">
              <a:alphaModFix/>
            </a:blip>
            <a:stretch>
              <a:fillRect/>
            </a:stretch>
          </p:blipFill>
          <p:spPr>
            <a:xfrm>
              <a:off x="3055742" y="3231755"/>
              <a:ext cx="1439350" cy="1143350"/>
            </a:xfrm>
            <a:prstGeom prst="rect">
              <a:avLst/>
            </a:prstGeom>
            <a:noFill/>
            <a:ln>
              <a:noFill/>
            </a:ln>
          </p:spPr>
        </p:pic>
        <p:pic>
          <p:nvPicPr>
            <p:cNvPr id="1397" name="Google Shape;1397;p142"/>
            <p:cNvPicPr preferRelativeResize="0"/>
            <p:nvPr/>
          </p:nvPicPr>
          <p:blipFill>
            <a:blip r:embed="rId4">
              <a:alphaModFix/>
            </a:blip>
            <a:stretch>
              <a:fillRect/>
            </a:stretch>
          </p:blipFill>
          <p:spPr>
            <a:xfrm>
              <a:off x="4891750" y="3531050"/>
              <a:ext cx="1196502" cy="544775"/>
            </a:xfrm>
            <a:prstGeom prst="rect">
              <a:avLst/>
            </a:prstGeom>
            <a:noFill/>
            <a:ln>
              <a:noFill/>
            </a:ln>
          </p:spPr>
        </p:pic>
        <p:sp>
          <p:nvSpPr>
            <p:cNvPr id="1398" name="Google Shape;1398;p142"/>
            <p:cNvSpPr/>
            <p:nvPr/>
          </p:nvSpPr>
          <p:spPr>
            <a:xfrm>
              <a:off x="4400850" y="3618338"/>
              <a:ext cx="531900" cy="37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pic>
          <p:nvPicPr>
            <p:cNvPr id="1399" name="Google Shape;1399;p142"/>
            <p:cNvPicPr preferRelativeResize="0"/>
            <p:nvPr/>
          </p:nvPicPr>
          <p:blipFill>
            <a:blip r:embed="rId5">
              <a:alphaModFix/>
            </a:blip>
            <a:stretch>
              <a:fillRect/>
            </a:stretch>
          </p:blipFill>
          <p:spPr>
            <a:xfrm>
              <a:off x="6534700" y="3000013"/>
              <a:ext cx="2224395" cy="1606825"/>
            </a:xfrm>
            <a:prstGeom prst="rect">
              <a:avLst/>
            </a:prstGeom>
            <a:noFill/>
            <a:ln>
              <a:noFill/>
            </a:ln>
          </p:spPr>
        </p:pic>
        <p:sp>
          <p:nvSpPr>
            <p:cNvPr id="1400" name="Google Shape;1400;p142"/>
            <p:cNvSpPr/>
            <p:nvPr/>
          </p:nvSpPr>
          <p:spPr>
            <a:xfrm>
              <a:off x="6056675" y="3618350"/>
              <a:ext cx="531900" cy="37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14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Compiling Constructors (Callee)</a:t>
            </a:r>
            <a:endParaRPr b="1" sz="2300">
              <a:solidFill>
                <a:schemeClr val="lt2"/>
              </a:solidFill>
            </a:endParaRPr>
          </a:p>
        </p:txBody>
      </p:sp>
      <p:sp>
        <p:nvSpPr>
          <p:cNvPr id="1406" name="Google Shape;1406;p143"/>
          <p:cNvSpPr txBox="1"/>
          <p:nvPr>
            <p:ph idx="1" type="body"/>
          </p:nvPr>
        </p:nvSpPr>
        <p:spPr>
          <a:xfrm>
            <a:off x="720000" y="1002575"/>
            <a:ext cx="5507400" cy="3561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To complete the tasks previously mentioned, the constructor will need to have access to the constructor’s fields.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Fields are accessed in the “this” segment. To access the this segment, we have to anchor the segment with the right address in the RAM using the pointer segment.</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Code needs to be created here</a:t>
            </a:r>
            <a:endParaRPr sz="1000"/>
          </a:p>
          <a:p>
            <a:pPr indent="-292100" lvl="0" marL="457200" rtl="0" algn="l">
              <a:lnSpc>
                <a:spcPct val="90000"/>
              </a:lnSpc>
              <a:spcBef>
                <a:spcPts val="600"/>
              </a:spcBef>
              <a:spcAft>
                <a:spcPts val="0"/>
              </a:spcAft>
              <a:buSzPts val="1000"/>
              <a:buAutoNum type="arabicPeriod"/>
            </a:pPr>
            <a:r>
              <a:rPr lang="en" sz="1000"/>
              <a:t>Constructor Declaration (creates subroutine symbol table)</a:t>
            </a:r>
            <a:endParaRPr sz="1000"/>
          </a:p>
          <a:p>
            <a:pPr indent="-292100" lvl="0" marL="457200" rtl="0" algn="l">
              <a:lnSpc>
                <a:spcPct val="90000"/>
              </a:lnSpc>
              <a:spcBef>
                <a:spcPts val="0"/>
              </a:spcBef>
              <a:spcAft>
                <a:spcPts val="0"/>
              </a:spcAft>
              <a:buSzPts val="1000"/>
              <a:buAutoNum type="arabicPeriod"/>
            </a:pPr>
            <a:r>
              <a:rPr lang="en" sz="1000"/>
              <a:t>Compiler uses the </a:t>
            </a:r>
            <a:r>
              <a:rPr lang="en" sz="1000"/>
              <a:t>operating system to create space in the RAM reserved for calling an argument called Memory.alloc</a:t>
            </a:r>
            <a:endParaRPr sz="1000"/>
          </a:p>
          <a:p>
            <a:pPr indent="-292100" lvl="0" marL="457200" rtl="0" algn="l">
              <a:lnSpc>
                <a:spcPct val="90000"/>
              </a:lnSpc>
              <a:spcBef>
                <a:spcPts val="0"/>
              </a:spcBef>
              <a:spcAft>
                <a:spcPts val="0"/>
              </a:spcAft>
              <a:buSzPts val="1000"/>
              <a:buAutoNum type="arabicPeriod"/>
            </a:pPr>
            <a:r>
              <a:rPr lang="en" sz="1000"/>
              <a:t>Runs push and pop operations to use the new space in the RAM</a:t>
            </a:r>
            <a:endParaRPr sz="1000"/>
          </a:p>
        </p:txBody>
      </p:sp>
      <p:pic>
        <p:nvPicPr>
          <p:cNvPr id="1407" name="Google Shape;1407;p143"/>
          <p:cNvPicPr preferRelativeResize="0"/>
          <p:nvPr/>
        </p:nvPicPr>
        <p:blipFill>
          <a:blip r:embed="rId3">
            <a:alphaModFix/>
          </a:blip>
          <a:stretch>
            <a:fillRect/>
          </a:stretch>
        </p:blipFill>
        <p:spPr>
          <a:xfrm>
            <a:off x="6987225" y="488199"/>
            <a:ext cx="1509900" cy="1427525"/>
          </a:xfrm>
          <a:prstGeom prst="rect">
            <a:avLst/>
          </a:prstGeom>
          <a:noFill/>
          <a:ln>
            <a:noFill/>
          </a:ln>
        </p:spPr>
      </p:pic>
      <p:pic>
        <p:nvPicPr>
          <p:cNvPr id="1408" name="Google Shape;1408;p143"/>
          <p:cNvPicPr preferRelativeResize="0"/>
          <p:nvPr/>
        </p:nvPicPr>
        <p:blipFill>
          <a:blip r:embed="rId4">
            <a:alphaModFix/>
          </a:blip>
          <a:stretch>
            <a:fillRect/>
          </a:stretch>
        </p:blipFill>
        <p:spPr>
          <a:xfrm>
            <a:off x="6800675" y="1950985"/>
            <a:ext cx="1825575" cy="2572975"/>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grpSp>
        <p:nvGrpSpPr>
          <p:cNvPr id="1413" name="Google Shape;1413;p144"/>
          <p:cNvGrpSpPr/>
          <p:nvPr/>
        </p:nvGrpSpPr>
        <p:grpSpPr>
          <a:xfrm flipH="1">
            <a:off x="1837996" y="726625"/>
            <a:ext cx="6578100" cy="3438300"/>
            <a:chOff x="772525" y="726625"/>
            <a:chExt cx="6578100" cy="3438300"/>
          </a:xfrm>
        </p:grpSpPr>
        <p:sp>
          <p:nvSpPr>
            <p:cNvPr id="1414" name="Google Shape;1414;p144"/>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44"/>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6" name="Google Shape;1416;p144"/>
          <p:cNvGrpSpPr/>
          <p:nvPr/>
        </p:nvGrpSpPr>
        <p:grpSpPr>
          <a:xfrm flipH="1">
            <a:off x="4066704" y="3324200"/>
            <a:ext cx="3447300" cy="962400"/>
            <a:chOff x="4924175" y="3441525"/>
            <a:chExt cx="3447300" cy="962400"/>
          </a:xfrm>
        </p:grpSpPr>
        <p:sp>
          <p:nvSpPr>
            <p:cNvPr id="1417" name="Google Shape;1417;p144"/>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44"/>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9" name="Google Shape;1419;p144"/>
          <p:cNvGrpSpPr/>
          <p:nvPr/>
        </p:nvGrpSpPr>
        <p:grpSpPr>
          <a:xfrm flipH="1">
            <a:off x="839620" y="2361876"/>
            <a:ext cx="1864833" cy="1637043"/>
            <a:chOff x="1054812" y="1029590"/>
            <a:chExt cx="3436214" cy="3912627"/>
          </a:xfrm>
        </p:grpSpPr>
        <p:sp>
          <p:nvSpPr>
            <p:cNvPr id="1420" name="Google Shape;1420;p144"/>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44"/>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22" name="Google Shape;1422;p144"/>
          <p:cNvSpPr txBox="1"/>
          <p:nvPr>
            <p:ph type="title"/>
          </p:nvPr>
        </p:nvSpPr>
        <p:spPr>
          <a:xfrm>
            <a:off x="3010050" y="1304950"/>
            <a:ext cx="5250600" cy="164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500"/>
              <a:t>Handling Arrays</a:t>
            </a:r>
            <a:endParaRPr sz="5500"/>
          </a:p>
        </p:txBody>
      </p:sp>
      <p:sp>
        <p:nvSpPr>
          <p:cNvPr id="1423" name="Google Shape;1423;p144"/>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424" name="Google Shape;1424;p144"/>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425" name="Google Shape;1425;p144"/>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426" name="Google Shape;1426;p144"/>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427" name="Google Shape;1427;p144"/>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428" name="Google Shape;1428;p144"/>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4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Array Construction</a:t>
            </a:r>
            <a:endParaRPr b="1" sz="2300">
              <a:solidFill>
                <a:schemeClr val="lt2"/>
              </a:solidFill>
            </a:endParaRPr>
          </a:p>
        </p:txBody>
      </p:sp>
      <p:sp>
        <p:nvSpPr>
          <p:cNvPr id="1434" name="Google Shape;1434;p145"/>
          <p:cNvSpPr txBox="1"/>
          <p:nvPr>
            <p:ph idx="1" type="body"/>
          </p:nvPr>
        </p:nvSpPr>
        <p:spPr>
          <a:xfrm>
            <a:off x="720000" y="1002575"/>
            <a:ext cx="5313600" cy="20364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Arrays exist as a </a:t>
            </a:r>
            <a:r>
              <a:rPr lang="en" sz="1000"/>
              <a:t>subroutine</a:t>
            </a:r>
            <a:r>
              <a:rPr lang="en" sz="1000"/>
              <a:t> class. The compiler will allocate additional space that represents the array in the heap.</a:t>
            </a:r>
            <a:endParaRPr sz="1000"/>
          </a:p>
          <a:p>
            <a:pPr indent="0" lvl="0" marL="0" rtl="0" algn="l">
              <a:lnSpc>
                <a:spcPct val="90000"/>
              </a:lnSpc>
              <a:spcBef>
                <a:spcPts val="600"/>
              </a:spcBef>
              <a:spcAft>
                <a:spcPts val="0"/>
              </a:spcAft>
              <a:buNone/>
            </a:pPr>
            <a:br>
              <a:rPr lang="en" sz="1000"/>
            </a:br>
            <a:r>
              <a:rPr lang="en" sz="1000"/>
              <a:t>The base address of the stack is stored in local 0.</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Like how the “this” pointer is used for objects, the “that” pointer is used for arrays. Arrays also use pointer 1 instead of pointer 0.</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Both “this” and “that” are “portable” virtual memory segments, meaning they can be aligned </a:t>
            </a:r>
            <a:r>
              <a:rPr lang="en" sz="1000"/>
              <a:t>with</a:t>
            </a:r>
            <a:r>
              <a:rPr lang="en" sz="1000"/>
              <a:t> different RAM addresses in the heap.</a:t>
            </a:r>
            <a:endParaRPr sz="1000"/>
          </a:p>
        </p:txBody>
      </p:sp>
      <p:pic>
        <p:nvPicPr>
          <p:cNvPr id="1435" name="Google Shape;1435;p145"/>
          <p:cNvPicPr preferRelativeResize="0"/>
          <p:nvPr/>
        </p:nvPicPr>
        <p:blipFill>
          <a:blip r:embed="rId3">
            <a:alphaModFix/>
          </a:blip>
          <a:stretch>
            <a:fillRect/>
          </a:stretch>
        </p:blipFill>
        <p:spPr>
          <a:xfrm>
            <a:off x="7043438" y="765075"/>
            <a:ext cx="1412374" cy="850900"/>
          </a:xfrm>
          <a:prstGeom prst="rect">
            <a:avLst/>
          </a:prstGeom>
          <a:noFill/>
          <a:ln>
            <a:noFill/>
          </a:ln>
        </p:spPr>
      </p:pic>
      <p:pic>
        <p:nvPicPr>
          <p:cNvPr id="1436" name="Google Shape;1436;p145"/>
          <p:cNvPicPr preferRelativeResize="0"/>
          <p:nvPr/>
        </p:nvPicPr>
        <p:blipFill>
          <a:blip r:embed="rId4">
            <a:alphaModFix/>
          </a:blip>
          <a:stretch>
            <a:fillRect/>
          </a:stretch>
        </p:blipFill>
        <p:spPr>
          <a:xfrm>
            <a:off x="4609200" y="3038975"/>
            <a:ext cx="2008675" cy="1272150"/>
          </a:xfrm>
          <a:prstGeom prst="rect">
            <a:avLst/>
          </a:prstGeom>
          <a:noFill/>
          <a:ln>
            <a:noFill/>
          </a:ln>
        </p:spPr>
      </p:pic>
      <p:pic>
        <p:nvPicPr>
          <p:cNvPr id="1437" name="Google Shape;1437;p145"/>
          <p:cNvPicPr preferRelativeResize="0"/>
          <p:nvPr/>
        </p:nvPicPr>
        <p:blipFill>
          <a:blip r:embed="rId5">
            <a:alphaModFix/>
          </a:blip>
          <a:stretch>
            <a:fillRect/>
          </a:stretch>
        </p:blipFill>
        <p:spPr>
          <a:xfrm>
            <a:off x="7027434" y="1662900"/>
            <a:ext cx="1444375" cy="2891851"/>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p14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Array Access</a:t>
            </a:r>
            <a:endParaRPr b="1" sz="2300">
              <a:solidFill>
                <a:schemeClr val="lt2"/>
              </a:solidFill>
            </a:endParaRPr>
          </a:p>
        </p:txBody>
      </p:sp>
      <p:sp>
        <p:nvSpPr>
          <p:cNvPr id="1443" name="Google Shape;1443;p146"/>
          <p:cNvSpPr txBox="1"/>
          <p:nvPr>
            <p:ph idx="1" type="body"/>
          </p:nvPr>
        </p:nvSpPr>
        <p:spPr>
          <a:xfrm>
            <a:off x="720000" y="1002575"/>
            <a:ext cx="7704000" cy="10104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Problem: A solution like this will overwrite the address written in pointer 1.</a:t>
            </a:r>
            <a:endParaRPr sz="1000"/>
          </a:p>
        </p:txBody>
      </p:sp>
      <p:pic>
        <p:nvPicPr>
          <p:cNvPr id="1444" name="Google Shape;1444;p146"/>
          <p:cNvPicPr preferRelativeResize="0"/>
          <p:nvPr/>
        </p:nvPicPr>
        <p:blipFill>
          <a:blip r:embed="rId3">
            <a:alphaModFix/>
          </a:blip>
          <a:stretch>
            <a:fillRect/>
          </a:stretch>
        </p:blipFill>
        <p:spPr>
          <a:xfrm>
            <a:off x="4107150" y="1370825"/>
            <a:ext cx="1945198" cy="2432494"/>
          </a:xfrm>
          <a:prstGeom prst="rect">
            <a:avLst/>
          </a:prstGeom>
          <a:noFill/>
          <a:ln>
            <a:noFill/>
          </a:ln>
        </p:spPr>
      </p:pic>
      <p:sp>
        <p:nvSpPr>
          <p:cNvPr id="1445" name="Google Shape;1445;p146"/>
          <p:cNvSpPr txBox="1"/>
          <p:nvPr/>
        </p:nvSpPr>
        <p:spPr>
          <a:xfrm>
            <a:off x="4059225" y="3803318"/>
            <a:ext cx="1992900" cy="421200"/>
          </a:xfrm>
          <a:prstGeom prst="rect">
            <a:avLst/>
          </a:prstGeom>
          <a:noFill/>
          <a:ln>
            <a:noFill/>
          </a:ln>
        </p:spPr>
        <p:txBody>
          <a:bodyPr anchorCtr="0" anchor="t" bIns="138775" lIns="138775" spcFirstLastPara="1" rIns="138775" wrap="square" tIns="138775">
            <a:spAutoFit/>
          </a:bodyPr>
          <a:lstStyle/>
          <a:p>
            <a:pPr indent="0" lvl="0" marL="0" rtl="0" algn="l">
              <a:lnSpc>
                <a:spcPct val="90000"/>
              </a:lnSpc>
              <a:spcBef>
                <a:spcPts val="911"/>
              </a:spcBef>
              <a:spcAft>
                <a:spcPts val="0"/>
              </a:spcAft>
              <a:buNone/>
            </a:pPr>
            <a:r>
              <a:rPr lang="en" sz="1018">
                <a:solidFill>
                  <a:schemeClr val="dk1"/>
                </a:solidFill>
                <a:latin typeface="Source Code Pro"/>
                <a:ea typeface="Source Code Pro"/>
                <a:cs typeface="Source Code Pro"/>
                <a:sym typeface="Source Code Pro"/>
              </a:rPr>
              <a:t>Incorrect</a:t>
            </a:r>
            <a:endParaRPr sz="1625"/>
          </a:p>
        </p:txBody>
      </p:sp>
      <p:pic>
        <p:nvPicPr>
          <p:cNvPr id="1446" name="Google Shape;1446;p146"/>
          <p:cNvPicPr preferRelativeResize="0"/>
          <p:nvPr/>
        </p:nvPicPr>
        <p:blipFill>
          <a:blip r:embed="rId4">
            <a:alphaModFix/>
          </a:blip>
          <a:stretch>
            <a:fillRect/>
          </a:stretch>
        </p:blipFill>
        <p:spPr>
          <a:xfrm>
            <a:off x="6488775" y="1370824"/>
            <a:ext cx="1349900" cy="271115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14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Array Access</a:t>
            </a:r>
            <a:endParaRPr b="1" sz="2300">
              <a:solidFill>
                <a:schemeClr val="lt2"/>
              </a:solidFill>
            </a:endParaRPr>
          </a:p>
        </p:txBody>
      </p:sp>
      <p:sp>
        <p:nvSpPr>
          <p:cNvPr id="1452" name="Google Shape;1452;p147"/>
          <p:cNvSpPr txBox="1"/>
          <p:nvPr>
            <p:ph idx="1" type="body"/>
          </p:nvPr>
        </p:nvSpPr>
        <p:spPr>
          <a:xfrm>
            <a:off x="720000" y="1002575"/>
            <a:ext cx="7704000" cy="10104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Solution: This method correctly assigns pointers and avoid overwriting segments.</a:t>
            </a:r>
            <a:endParaRPr sz="1000"/>
          </a:p>
        </p:txBody>
      </p:sp>
      <p:grpSp>
        <p:nvGrpSpPr>
          <p:cNvPr id="1453" name="Google Shape;1453;p147"/>
          <p:cNvGrpSpPr/>
          <p:nvPr/>
        </p:nvGrpSpPr>
        <p:grpSpPr>
          <a:xfrm>
            <a:off x="4004576" y="2012872"/>
            <a:ext cx="4526376" cy="2036360"/>
            <a:chOff x="2571800" y="1743675"/>
            <a:chExt cx="5542275" cy="2493400"/>
          </a:xfrm>
        </p:grpSpPr>
        <p:pic>
          <p:nvPicPr>
            <p:cNvPr id="1454" name="Google Shape;1454;p147"/>
            <p:cNvPicPr preferRelativeResize="0"/>
            <p:nvPr/>
          </p:nvPicPr>
          <p:blipFill>
            <a:blip r:embed="rId3">
              <a:alphaModFix/>
            </a:blip>
            <a:stretch>
              <a:fillRect/>
            </a:stretch>
          </p:blipFill>
          <p:spPr>
            <a:xfrm>
              <a:off x="2571800" y="1743675"/>
              <a:ext cx="5542275" cy="2493400"/>
            </a:xfrm>
            <a:prstGeom prst="rect">
              <a:avLst/>
            </a:prstGeom>
            <a:noFill/>
            <a:ln>
              <a:noFill/>
            </a:ln>
          </p:spPr>
        </p:pic>
        <p:pic>
          <p:nvPicPr>
            <p:cNvPr id="1455" name="Google Shape;1455;p147"/>
            <p:cNvPicPr preferRelativeResize="0"/>
            <p:nvPr/>
          </p:nvPicPr>
          <p:blipFill>
            <a:blip r:embed="rId4">
              <a:alphaModFix/>
            </a:blip>
            <a:stretch>
              <a:fillRect/>
            </a:stretch>
          </p:blipFill>
          <p:spPr>
            <a:xfrm>
              <a:off x="6780575" y="3817975"/>
              <a:ext cx="1333500" cy="419100"/>
            </a:xfrm>
            <a:prstGeom prst="rect">
              <a:avLst/>
            </a:prstGeom>
            <a:noFill/>
            <a:ln>
              <a:noFill/>
            </a:ln>
          </p:spPr>
        </p:pic>
      </p:grpSp>
      <p:sp>
        <p:nvSpPr>
          <p:cNvPr id="1456" name="Google Shape;1456;p147"/>
          <p:cNvSpPr txBox="1"/>
          <p:nvPr/>
        </p:nvSpPr>
        <p:spPr>
          <a:xfrm>
            <a:off x="4004581" y="4049225"/>
            <a:ext cx="4526400" cy="32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General Solution to Generate Code to Access Array</a:t>
            </a:r>
            <a:endParaRPr/>
          </a:p>
        </p:txBody>
      </p:sp>
      <p:pic>
        <p:nvPicPr>
          <p:cNvPr id="1457" name="Google Shape;1457;p147"/>
          <p:cNvPicPr preferRelativeResize="0"/>
          <p:nvPr/>
        </p:nvPicPr>
        <p:blipFill>
          <a:blip r:embed="rId5">
            <a:alphaModFix/>
          </a:blip>
          <a:stretch>
            <a:fillRect/>
          </a:stretch>
        </p:blipFill>
        <p:spPr>
          <a:xfrm>
            <a:off x="431400" y="1845912"/>
            <a:ext cx="3573175" cy="237027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grpSp>
        <p:nvGrpSpPr>
          <p:cNvPr id="1462" name="Google Shape;1462;p148"/>
          <p:cNvGrpSpPr/>
          <p:nvPr/>
        </p:nvGrpSpPr>
        <p:grpSpPr>
          <a:xfrm flipH="1">
            <a:off x="1837996" y="726625"/>
            <a:ext cx="6578100" cy="3438300"/>
            <a:chOff x="772525" y="726625"/>
            <a:chExt cx="6578100" cy="3438300"/>
          </a:xfrm>
        </p:grpSpPr>
        <p:sp>
          <p:nvSpPr>
            <p:cNvPr id="1463" name="Google Shape;1463;p148"/>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48"/>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148"/>
          <p:cNvGrpSpPr/>
          <p:nvPr/>
        </p:nvGrpSpPr>
        <p:grpSpPr>
          <a:xfrm flipH="1">
            <a:off x="4066704" y="3324200"/>
            <a:ext cx="3447300" cy="962400"/>
            <a:chOff x="4924175" y="3441525"/>
            <a:chExt cx="3447300" cy="962400"/>
          </a:xfrm>
        </p:grpSpPr>
        <p:sp>
          <p:nvSpPr>
            <p:cNvPr id="1466" name="Google Shape;1466;p148"/>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48"/>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8" name="Google Shape;1468;p148"/>
          <p:cNvGrpSpPr/>
          <p:nvPr/>
        </p:nvGrpSpPr>
        <p:grpSpPr>
          <a:xfrm flipH="1">
            <a:off x="839620" y="2361876"/>
            <a:ext cx="1864833" cy="1637043"/>
            <a:chOff x="1054812" y="1029590"/>
            <a:chExt cx="3436214" cy="3912627"/>
          </a:xfrm>
        </p:grpSpPr>
        <p:sp>
          <p:nvSpPr>
            <p:cNvPr id="1469" name="Google Shape;1469;p148"/>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48"/>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1" name="Google Shape;1471;p148"/>
          <p:cNvSpPr txBox="1"/>
          <p:nvPr>
            <p:ph type="title"/>
          </p:nvPr>
        </p:nvSpPr>
        <p:spPr>
          <a:xfrm>
            <a:off x="2835000" y="1304950"/>
            <a:ext cx="5250600" cy="164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Standard Virtual Machine Mapping</a:t>
            </a:r>
            <a:endParaRPr sz="4100"/>
          </a:p>
        </p:txBody>
      </p:sp>
      <p:sp>
        <p:nvSpPr>
          <p:cNvPr id="1472" name="Google Shape;1472;p148"/>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473" name="Google Shape;1473;p148"/>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474" name="Google Shape;1474;p148"/>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475" name="Google Shape;1475;p148"/>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476" name="Google Shape;1476;p148"/>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477" name="Google Shape;1477;p148"/>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14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Special OS Mapping</a:t>
            </a:r>
            <a:endParaRPr b="1" sz="2300">
              <a:solidFill>
                <a:schemeClr val="lt2"/>
              </a:solidFill>
            </a:endParaRPr>
          </a:p>
        </p:txBody>
      </p:sp>
      <p:sp>
        <p:nvSpPr>
          <p:cNvPr id="1483" name="Google Shape;1483;p149"/>
          <p:cNvSpPr txBox="1"/>
          <p:nvPr>
            <p:ph idx="1" type="body"/>
          </p:nvPr>
        </p:nvSpPr>
        <p:spPr>
          <a:xfrm>
            <a:off x="720000" y="1002575"/>
            <a:ext cx="7704000" cy="3561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These are OS functions.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Multiplication: Math.multiply()</a:t>
            </a:r>
            <a:endParaRPr sz="1000"/>
          </a:p>
          <a:p>
            <a:pPr indent="0" lvl="0" marL="0" rtl="0" algn="l">
              <a:lnSpc>
                <a:spcPct val="90000"/>
              </a:lnSpc>
              <a:spcBef>
                <a:spcPts val="600"/>
              </a:spcBef>
              <a:spcAft>
                <a:spcPts val="0"/>
              </a:spcAft>
              <a:buNone/>
            </a:pPr>
            <a:r>
              <a:rPr lang="en" sz="1000"/>
              <a:t>Division: Math.divide()</a:t>
            </a:r>
            <a:endParaRPr sz="1000"/>
          </a:p>
          <a:p>
            <a:pPr indent="0" lvl="0" marL="0" rtl="0" algn="l">
              <a:lnSpc>
                <a:spcPct val="90000"/>
              </a:lnSpc>
              <a:spcBef>
                <a:spcPts val="600"/>
              </a:spcBef>
              <a:spcAft>
                <a:spcPts val="0"/>
              </a:spcAft>
              <a:buNone/>
            </a:pPr>
            <a:r>
              <a:rPr lang="en" sz="1000"/>
              <a:t>String Constants: String.new(length)</a:t>
            </a:r>
            <a:endParaRPr sz="1000"/>
          </a:p>
          <a:p>
            <a:pPr indent="0" lvl="0" marL="0" rtl="0" algn="l">
              <a:lnSpc>
                <a:spcPct val="90000"/>
              </a:lnSpc>
              <a:spcBef>
                <a:spcPts val="600"/>
              </a:spcBef>
              <a:spcAft>
                <a:spcPts val="0"/>
              </a:spcAft>
              <a:buNone/>
            </a:pPr>
            <a:r>
              <a:rPr lang="en" sz="1000"/>
              <a:t>String Assignments: String.appendChar(c)</a:t>
            </a:r>
            <a:endParaRPr sz="1000"/>
          </a:p>
          <a:p>
            <a:pPr indent="0" lvl="0" marL="0" rtl="0" algn="l">
              <a:lnSpc>
                <a:spcPct val="90000"/>
              </a:lnSpc>
              <a:spcBef>
                <a:spcPts val="600"/>
              </a:spcBef>
              <a:spcAft>
                <a:spcPts val="0"/>
              </a:spcAft>
              <a:buNone/>
            </a:pPr>
            <a:r>
              <a:rPr lang="en" sz="1000"/>
              <a:t>Object Construction: Memory.alloc(size)</a:t>
            </a:r>
            <a:endParaRPr sz="1000"/>
          </a:p>
          <a:p>
            <a:pPr indent="0" lvl="0" marL="0" rtl="0" algn="l">
              <a:lnSpc>
                <a:spcPct val="90000"/>
              </a:lnSpc>
              <a:spcBef>
                <a:spcPts val="600"/>
              </a:spcBef>
              <a:spcAft>
                <a:spcPts val="0"/>
              </a:spcAft>
              <a:buNone/>
            </a:pPr>
            <a:r>
              <a:rPr lang="en" sz="1000"/>
              <a:t>Object Recycling: Memory.dealloc(object)</a:t>
            </a:r>
            <a:endParaRPr sz="1000"/>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grpSp>
        <p:nvGrpSpPr>
          <p:cNvPr id="1488" name="Google Shape;1488;p150"/>
          <p:cNvGrpSpPr/>
          <p:nvPr/>
        </p:nvGrpSpPr>
        <p:grpSpPr>
          <a:xfrm>
            <a:off x="6433193" y="1069351"/>
            <a:ext cx="1864833" cy="1637043"/>
            <a:chOff x="1054812" y="1029590"/>
            <a:chExt cx="3436214" cy="3912627"/>
          </a:xfrm>
        </p:grpSpPr>
        <p:sp>
          <p:nvSpPr>
            <p:cNvPr id="1489" name="Google Shape;1489;p150"/>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50"/>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1" name="Google Shape;1491;p150"/>
          <p:cNvSpPr txBox="1"/>
          <p:nvPr/>
        </p:nvSpPr>
        <p:spPr>
          <a:xfrm>
            <a:off x="6782232" y="1632975"/>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
        <p:nvSpPr>
          <p:cNvPr id="1492" name="Google Shape;1492;p150"/>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[Loading...]</a:t>
            </a:r>
            <a:endParaRPr sz="1000">
              <a:solidFill>
                <a:schemeClr val="dk1"/>
              </a:solidFill>
              <a:latin typeface="Source Code Pro"/>
              <a:ea typeface="Source Code Pro"/>
              <a:cs typeface="Source Code Pro"/>
              <a:sym typeface="Source Code Pro"/>
            </a:endParaRPr>
          </a:p>
        </p:txBody>
      </p:sp>
      <p:sp>
        <p:nvSpPr>
          <p:cNvPr id="1493" name="Google Shape;1493;p150"/>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494" name="Google Shape;1494;p150"/>
          <p:cNvSpPr txBox="1"/>
          <p:nvPr>
            <p:ph type="ctrTitle"/>
          </p:nvPr>
        </p:nvSpPr>
        <p:spPr>
          <a:xfrm>
            <a:off x="1697375" y="1359575"/>
            <a:ext cx="3560700" cy="655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3000"/>
              <a:t>End of Meeting #3</a:t>
            </a:r>
            <a:endParaRPr sz="3000"/>
          </a:p>
        </p:txBody>
      </p:sp>
      <p:sp>
        <p:nvSpPr>
          <p:cNvPr id="1495" name="Google Shape;1495;p150"/>
          <p:cNvSpPr txBox="1"/>
          <p:nvPr>
            <p:ph idx="1" type="subTitle"/>
          </p:nvPr>
        </p:nvSpPr>
        <p:spPr>
          <a:xfrm>
            <a:off x="1697375" y="2291627"/>
            <a:ext cx="3294600" cy="9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t>Do you have any questions?</a:t>
            </a:r>
            <a:endParaRPr sz="1200"/>
          </a:p>
        </p:txBody>
      </p:sp>
      <p:sp>
        <p:nvSpPr>
          <p:cNvPr id="1496" name="Google Shape;1496;p150"/>
          <p:cNvSpPr txBox="1"/>
          <p:nvPr/>
        </p:nvSpPr>
        <p:spPr>
          <a:xfrm>
            <a:off x="1008000" y="138402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497" name="Google Shape;1497;p150"/>
          <p:cNvSpPr txBox="1"/>
          <p:nvPr/>
        </p:nvSpPr>
        <p:spPr>
          <a:xfrm>
            <a:off x="5329650" y="226830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pic>
        <p:nvPicPr>
          <p:cNvPr id="1498" name="Google Shape;1498;p150"/>
          <p:cNvPicPr preferRelativeResize="0"/>
          <p:nvPr/>
        </p:nvPicPr>
        <p:blipFill>
          <a:blip r:embed="rId3">
            <a:alphaModFix/>
          </a:blip>
          <a:stretch>
            <a:fillRect/>
          </a:stretch>
        </p:blipFill>
        <p:spPr>
          <a:xfrm>
            <a:off x="5019875" y="3358350"/>
            <a:ext cx="3166650" cy="997800"/>
          </a:xfrm>
          <a:prstGeom prst="rect">
            <a:avLst/>
          </a:prstGeom>
          <a:noFill/>
          <a:ln>
            <a:noFill/>
          </a:ln>
        </p:spPr>
      </p:pic>
      <p:sp>
        <p:nvSpPr>
          <p:cNvPr id="1499" name="Google Shape;1499;p150"/>
          <p:cNvSpPr txBox="1"/>
          <p:nvPr/>
        </p:nvSpPr>
        <p:spPr>
          <a:xfrm>
            <a:off x="5069550" y="33583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Source Code Pro"/>
                <a:ea typeface="Source Code Pro"/>
                <a:cs typeface="Source Code Pro"/>
                <a:sym typeface="Source Code Pro"/>
              </a:rPr>
              <a:t>Thanks for attending!</a:t>
            </a:r>
            <a:endParaRPr sz="1200">
              <a:solidFill>
                <a:schemeClr val="dk1"/>
              </a:solidFill>
              <a:latin typeface="Source Code Pro"/>
              <a:ea typeface="Source Code Pro"/>
              <a:cs typeface="Source Code Pro"/>
              <a:sym typeface="Source Code Pro"/>
            </a:endParaRPr>
          </a:p>
          <a:p>
            <a:pPr indent="0" lvl="0" marL="0" rtl="0" algn="l">
              <a:spcBef>
                <a:spcPts val="0"/>
              </a:spcBef>
              <a:spcAft>
                <a:spcPts val="0"/>
              </a:spcAft>
              <a:buNone/>
            </a:pPr>
            <a:r>
              <a:t/>
            </a:r>
            <a:endParaRPr sz="1200">
              <a:solidFill>
                <a:schemeClr val="dk1"/>
              </a:solidFill>
              <a:latin typeface="Source Code Pro"/>
              <a:ea typeface="Source Code Pro"/>
              <a:cs typeface="Source Code Pro"/>
              <a:sym typeface="Source Code Pro"/>
            </a:endParaRPr>
          </a:p>
          <a:p>
            <a:pPr indent="-304800" lvl="0" marL="457200" rtl="0" algn="l">
              <a:spcBef>
                <a:spcPts val="0"/>
              </a:spcBef>
              <a:spcAft>
                <a:spcPts val="0"/>
              </a:spcAft>
              <a:buClr>
                <a:schemeClr val="dk1"/>
              </a:buClr>
              <a:buSzPts val="1200"/>
              <a:buFont typeface="Source Code Pro"/>
              <a:buChar char="-"/>
            </a:pPr>
            <a:r>
              <a:rPr lang="en" sz="1200">
                <a:solidFill>
                  <a:schemeClr val="dk1"/>
                </a:solidFill>
                <a:latin typeface="Source Code Pro"/>
                <a:ea typeface="Source Code Pro"/>
                <a:cs typeface="Source Code Pro"/>
                <a:sym typeface="Source Code Pro"/>
              </a:rPr>
              <a:t>OS Team</a:t>
            </a:r>
            <a:endParaRPr sz="1200">
              <a:solidFill>
                <a:schemeClr val="dk1"/>
              </a:solidFill>
              <a:latin typeface="Source Code Pro"/>
              <a:ea typeface="Source Code Pro"/>
              <a:cs typeface="Source Code Pro"/>
              <a:sym typeface="Source Code Pro"/>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grpSp>
        <p:nvGrpSpPr>
          <p:cNvPr id="1504" name="Google Shape;1504;p151"/>
          <p:cNvGrpSpPr/>
          <p:nvPr/>
        </p:nvGrpSpPr>
        <p:grpSpPr>
          <a:xfrm>
            <a:off x="772525" y="726625"/>
            <a:ext cx="6578100" cy="3438300"/>
            <a:chOff x="772525" y="726625"/>
            <a:chExt cx="6578100" cy="3438300"/>
          </a:xfrm>
        </p:grpSpPr>
        <p:sp>
          <p:nvSpPr>
            <p:cNvPr id="1505" name="Google Shape;1505;p151"/>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51"/>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151"/>
          <p:cNvGrpSpPr/>
          <p:nvPr/>
        </p:nvGrpSpPr>
        <p:grpSpPr>
          <a:xfrm>
            <a:off x="3993600" y="3441475"/>
            <a:ext cx="2119748" cy="1127400"/>
            <a:chOff x="4924170" y="3441525"/>
            <a:chExt cx="3447305" cy="1127400"/>
          </a:xfrm>
        </p:grpSpPr>
        <p:sp>
          <p:nvSpPr>
            <p:cNvPr id="1508" name="Google Shape;1508;p151"/>
            <p:cNvSpPr/>
            <p:nvPr/>
          </p:nvSpPr>
          <p:spPr>
            <a:xfrm>
              <a:off x="4924170" y="3441525"/>
              <a:ext cx="3447300" cy="112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51"/>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0" name="Google Shape;1510;p151"/>
          <p:cNvGrpSpPr/>
          <p:nvPr/>
        </p:nvGrpSpPr>
        <p:grpSpPr>
          <a:xfrm>
            <a:off x="5422275" y="1302375"/>
            <a:ext cx="2560700" cy="1952840"/>
            <a:chOff x="-227375" y="1029588"/>
            <a:chExt cx="4718446" cy="4667400"/>
          </a:xfrm>
        </p:grpSpPr>
        <p:sp>
          <p:nvSpPr>
            <p:cNvPr id="1511" name="Google Shape;1511;p151"/>
            <p:cNvSpPr/>
            <p:nvPr/>
          </p:nvSpPr>
          <p:spPr>
            <a:xfrm>
              <a:off x="-227375" y="1029588"/>
              <a:ext cx="4718400" cy="4667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51"/>
            <p:cNvSpPr/>
            <p:nvPr/>
          </p:nvSpPr>
          <p:spPr>
            <a:xfrm>
              <a:off x="-227329" y="1029588"/>
              <a:ext cx="47184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3" name="Google Shape;1513;p151"/>
          <p:cNvSpPr txBox="1"/>
          <p:nvPr>
            <p:ph type="title"/>
          </p:nvPr>
        </p:nvSpPr>
        <p:spPr>
          <a:xfrm>
            <a:off x="1045150" y="1866000"/>
            <a:ext cx="3943500" cy="8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Operating Systems</a:t>
            </a:r>
            <a:endParaRPr/>
          </a:p>
        </p:txBody>
      </p:sp>
      <p:sp>
        <p:nvSpPr>
          <p:cNvPr id="1514" name="Google Shape;1514;p151"/>
          <p:cNvSpPr txBox="1"/>
          <p:nvPr>
            <p:ph idx="2" type="title"/>
          </p:nvPr>
        </p:nvSpPr>
        <p:spPr>
          <a:xfrm>
            <a:off x="5590076" y="1551675"/>
            <a:ext cx="2225100" cy="1511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1515" name="Google Shape;1515;p151"/>
          <p:cNvSpPr txBox="1"/>
          <p:nvPr/>
        </p:nvSpPr>
        <p:spPr>
          <a:xfrm>
            <a:off x="841925" y="1094475"/>
            <a:ext cx="1077300" cy="568800"/>
          </a:xfrm>
          <a:prstGeom prst="rect">
            <a:avLst/>
          </a:prstGeom>
          <a:noFill/>
          <a:ln>
            <a:noFill/>
          </a:ln>
        </p:spPr>
        <p:txBody>
          <a:bodyPr anchorCtr="0" anchor="t" bIns="91425" lIns="91425" spcFirstLastPara="1" rIns="91425" wrap="square" tIns="91425">
            <a:noAutofit/>
          </a:bodyPr>
          <a:lstStyle/>
          <a:p>
            <a:pPr indent="0" lvl="0" marL="0" rtl="0" algn="r">
              <a:lnSpc>
                <a:spcPct val="90000"/>
              </a:lnSpc>
              <a:spcBef>
                <a:spcPts val="0"/>
              </a:spcBef>
              <a:spcAft>
                <a:spcPts val="0"/>
              </a:spcAft>
              <a:buNone/>
            </a:pPr>
            <a:r>
              <a:rPr lang="en" sz="3600">
                <a:solidFill>
                  <a:schemeClr val="lt2"/>
                </a:solidFill>
                <a:latin typeface="Quantico"/>
                <a:ea typeface="Quantico"/>
                <a:cs typeface="Quantico"/>
                <a:sym typeface="Quantico"/>
              </a:rPr>
              <a:t>&lt;/&gt;</a:t>
            </a:r>
            <a:endParaRPr sz="3600">
              <a:solidFill>
                <a:schemeClr val="lt2"/>
              </a:solidFill>
            </a:endParaRPr>
          </a:p>
        </p:txBody>
      </p:sp>
      <p:sp>
        <p:nvSpPr>
          <p:cNvPr id="1516" name="Google Shape;1516;p151"/>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517" name="Google Shape;1517;p151"/>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518" name="Google Shape;1518;p151"/>
          <p:cNvSpPr txBox="1"/>
          <p:nvPr/>
        </p:nvSpPr>
        <p:spPr>
          <a:xfrm>
            <a:off x="4445082" y="3760875"/>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sp>
        <p:nvSpPr>
          <p:cNvPr id="1523" name="Google Shape;1523;p15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What is an Operating System?</a:t>
            </a:r>
            <a:endParaRPr b="1" sz="2300">
              <a:solidFill>
                <a:schemeClr val="lt2"/>
              </a:solidFill>
            </a:endParaRPr>
          </a:p>
        </p:txBody>
      </p:sp>
      <p:sp>
        <p:nvSpPr>
          <p:cNvPr id="1524" name="Google Shape;1524;p152"/>
          <p:cNvSpPr txBox="1"/>
          <p:nvPr>
            <p:ph idx="1" type="body"/>
          </p:nvPr>
        </p:nvSpPr>
        <p:spPr>
          <a:xfrm>
            <a:off x="720000" y="1002575"/>
            <a:ext cx="7704000" cy="1023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WIP</a:t>
            </a:r>
            <a:endParaRPr sz="1000"/>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8" name="Shape 1528"/>
        <p:cNvGrpSpPr/>
        <p:nvPr/>
      </p:nvGrpSpPr>
      <p:grpSpPr>
        <a:xfrm>
          <a:off x="0" y="0"/>
          <a:ext cx="0" cy="0"/>
          <a:chOff x="0" y="0"/>
          <a:chExt cx="0" cy="0"/>
        </a:xfrm>
      </p:grpSpPr>
      <p:sp>
        <p:nvSpPr>
          <p:cNvPr id="1529" name="Google Shape;1529;p15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OS Services</a:t>
            </a:r>
            <a:endParaRPr b="1" sz="2300">
              <a:solidFill>
                <a:schemeClr val="lt2"/>
              </a:solidFill>
            </a:endParaRPr>
          </a:p>
        </p:txBody>
      </p:sp>
      <p:sp>
        <p:nvSpPr>
          <p:cNvPr id="1530" name="Google Shape;1530;p153"/>
          <p:cNvSpPr txBox="1"/>
          <p:nvPr>
            <p:ph idx="1" type="body"/>
          </p:nvPr>
        </p:nvSpPr>
        <p:spPr>
          <a:xfrm>
            <a:off x="720000" y="1002575"/>
            <a:ext cx="3940500" cy="1023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This high-level program has calls to methods highlighted in blue which exist in classes that belong to standard libraries that accompanies a programming language.</a:t>
            </a:r>
            <a:endParaRPr sz="1000"/>
          </a:p>
        </p:txBody>
      </p:sp>
      <p:pic>
        <p:nvPicPr>
          <p:cNvPr id="1531" name="Google Shape;1531;p153"/>
          <p:cNvPicPr preferRelativeResize="0"/>
          <p:nvPr/>
        </p:nvPicPr>
        <p:blipFill>
          <a:blip r:embed="rId3">
            <a:alphaModFix/>
          </a:blip>
          <a:stretch>
            <a:fillRect/>
          </a:stretch>
        </p:blipFill>
        <p:spPr>
          <a:xfrm>
            <a:off x="4660500" y="1002575"/>
            <a:ext cx="4009180" cy="281222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15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OS Typical Services</a:t>
            </a:r>
            <a:endParaRPr b="1" sz="2300">
              <a:solidFill>
                <a:schemeClr val="lt2"/>
              </a:solidFill>
            </a:endParaRPr>
          </a:p>
        </p:txBody>
      </p:sp>
      <p:sp>
        <p:nvSpPr>
          <p:cNvPr id="1537" name="Google Shape;1537;p154"/>
          <p:cNvSpPr txBox="1"/>
          <p:nvPr>
            <p:ph idx="1" type="body"/>
          </p:nvPr>
        </p:nvSpPr>
        <p:spPr>
          <a:xfrm>
            <a:off x="720000" y="1002575"/>
            <a:ext cx="5203800" cy="35619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Operating systems typically benefit high-level programmers. They can expect access to:</a:t>
            </a:r>
            <a:endParaRPr sz="1000"/>
          </a:p>
          <a:p>
            <a:pPr indent="0" lvl="0" marL="0" rtl="0" algn="l">
              <a:lnSpc>
                <a:spcPct val="90000"/>
              </a:lnSpc>
              <a:spcBef>
                <a:spcPts val="600"/>
              </a:spcBef>
              <a:spcAft>
                <a:spcPts val="0"/>
              </a:spcAft>
              <a:buNone/>
            </a:pPr>
            <a:r>
              <a:t/>
            </a:r>
            <a:endParaRPr sz="1000"/>
          </a:p>
          <a:p>
            <a:pPr indent="-292100" lvl="0" marL="457200" rtl="0" algn="l">
              <a:lnSpc>
                <a:spcPct val="90000"/>
              </a:lnSpc>
              <a:spcBef>
                <a:spcPts val="600"/>
              </a:spcBef>
              <a:spcAft>
                <a:spcPts val="0"/>
              </a:spcAft>
              <a:buSzPts val="1000"/>
              <a:buChar char="●"/>
            </a:pPr>
            <a:r>
              <a:rPr lang="en" sz="1000"/>
              <a:t>Mathematical Calculations</a:t>
            </a:r>
            <a:endParaRPr sz="1000"/>
          </a:p>
          <a:p>
            <a:pPr indent="-292100" lvl="0" marL="457200" rtl="0" algn="l">
              <a:lnSpc>
                <a:spcPct val="90000"/>
              </a:lnSpc>
              <a:spcBef>
                <a:spcPts val="0"/>
              </a:spcBef>
              <a:spcAft>
                <a:spcPts val="0"/>
              </a:spcAft>
              <a:buSzPts val="1000"/>
              <a:buChar char="●"/>
            </a:pPr>
            <a:r>
              <a:rPr lang="en" sz="1000"/>
              <a:t>Data Structures</a:t>
            </a:r>
            <a:endParaRPr sz="1000"/>
          </a:p>
          <a:p>
            <a:pPr indent="-292100" lvl="0" marL="457200" rtl="0" algn="l">
              <a:lnSpc>
                <a:spcPct val="90000"/>
              </a:lnSpc>
              <a:spcBef>
                <a:spcPts val="0"/>
              </a:spcBef>
              <a:spcAft>
                <a:spcPts val="0"/>
              </a:spcAft>
              <a:buSzPts val="1000"/>
              <a:buChar char="●"/>
            </a:pPr>
            <a:r>
              <a:rPr lang="en" sz="1000"/>
              <a:t>Input Device Interaction</a:t>
            </a:r>
            <a:endParaRPr sz="1000"/>
          </a:p>
          <a:p>
            <a:pPr indent="-292100" lvl="0" marL="457200" rtl="0" algn="l">
              <a:lnSpc>
                <a:spcPct val="90000"/>
              </a:lnSpc>
              <a:spcBef>
                <a:spcPts val="0"/>
              </a:spcBef>
              <a:spcAft>
                <a:spcPts val="0"/>
              </a:spcAft>
              <a:buSzPts val="1000"/>
              <a:buChar char="●"/>
            </a:pPr>
            <a:r>
              <a:rPr lang="en" sz="1000"/>
              <a:t>Write on the Screen</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Low-level services include:</a:t>
            </a:r>
            <a:endParaRPr sz="1000"/>
          </a:p>
          <a:p>
            <a:pPr indent="-292100" lvl="0" marL="457200" rtl="0" algn="l">
              <a:lnSpc>
                <a:spcPct val="90000"/>
              </a:lnSpc>
              <a:spcBef>
                <a:spcPts val="600"/>
              </a:spcBef>
              <a:spcAft>
                <a:spcPts val="0"/>
              </a:spcAft>
              <a:buSzPts val="1000"/>
              <a:buChar char="●"/>
            </a:pPr>
            <a:r>
              <a:rPr lang="en" sz="1000"/>
              <a:t>Manage and Host Memory</a:t>
            </a:r>
            <a:endParaRPr sz="1000"/>
          </a:p>
          <a:p>
            <a:pPr indent="-292100" lvl="0" marL="457200" rtl="0" algn="l">
              <a:lnSpc>
                <a:spcPct val="90000"/>
              </a:lnSpc>
              <a:spcBef>
                <a:spcPts val="0"/>
              </a:spcBef>
              <a:spcAft>
                <a:spcPts val="0"/>
              </a:spcAft>
              <a:buSzPts val="1000"/>
              <a:buChar char="●"/>
            </a:pPr>
            <a:r>
              <a:rPr lang="en" sz="1000"/>
              <a:t>File Storage Management</a:t>
            </a:r>
            <a:endParaRPr sz="1000"/>
          </a:p>
          <a:p>
            <a:pPr indent="-292100" lvl="0" marL="457200" rtl="0" algn="l">
              <a:lnSpc>
                <a:spcPct val="90000"/>
              </a:lnSpc>
              <a:spcBef>
                <a:spcPts val="0"/>
              </a:spcBef>
              <a:spcAft>
                <a:spcPts val="0"/>
              </a:spcAft>
              <a:buSzPts val="1000"/>
              <a:buChar char="●"/>
            </a:pPr>
            <a:r>
              <a:rPr lang="en" sz="1000"/>
              <a:t>Device Drivers Mitigation</a:t>
            </a:r>
            <a:endParaRPr sz="1000"/>
          </a:p>
          <a:p>
            <a:pPr indent="-292100" lvl="0" marL="457200" rtl="0" algn="l">
              <a:lnSpc>
                <a:spcPct val="90000"/>
              </a:lnSpc>
              <a:spcBef>
                <a:spcPts val="0"/>
              </a:spcBef>
              <a:spcAft>
                <a:spcPts val="0"/>
              </a:spcAft>
              <a:buSzPts val="1000"/>
              <a:buChar char="●"/>
            </a:pPr>
            <a:r>
              <a:rPr lang="en" sz="1000"/>
              <a:t>User-Computer Communication</a:t>
            </a:r>
            <a:endParaRPr sz="1000"/>
          </a:p>
          <a:p>
            <a:pPr indent="-292100" lvl="0" marL="457200" rtl="0" algn="l">
              <a:lnSpc>
                <a:spcPct val="90000"/>
              </a:lnSpc>
              <a:spcBef>
                <a:spcPts val="0"/>
              </a:spcBef>
              <a:spcAft>
                <a:spcPts val="0"/>
              </a:spcAft>
              <a:buSzPts val="1000"/>
              <a:buChar char="●"/>
            </a:pPr>
            <a:r>
              <a:rPr lang="en" sz="1000"/>
              <a:t>Multiple Processes</a:t>
            </a:r>
            <a:endParaRPr sz="1000"/>
          </a:p>
          <a:p>
            <a:pPr indent="-292100" lvl="0" marL="457200" rtl="0" algn="l">
              <a:lnSpc>
                <a:spcPct val="90000"/>
              </a:lnSpc>
              <a:spcBef>
                <a:spcPts val="0"/>
              </a:spcBef>
              <a:spcAft>
                <a:spcPts val="0"/>
              </a:spcAft>
              <a:buSzPts val="1000"/>
              <a:buChar char="●"/>
            </a:pPr>
            <a:r>
              <a:rPr lang="en" sz="1000"/>
              <a:t>Communication Software</a:t>
            </a:r>
            <a:endParaRPr sz="1000"/>
          </a:p>
          <a:p>
            <a:pPr indent="-292100" lvl="0" marL="457200" rtl="0" algn="l">
              <a:lnSpc>
                <a:spcPct val="90000"/>
              </a:lnSpc>
              <a:spcBef>
                <a:spcPts val="0"/>
              </a:spcBef>
              <a:spcAft>
                <a:spcPts val="0"/>
              </a:spcAft>
              <a:buSzPts val="1000"/>
              <a:buChar char="●"/>
            </a:pPr>
            <a:r>
              <a:rPr lang="en" sz="1000"/>
              <a:t>Security</a:t>
            </a:r>
            <a:endParaRPr sz="1000"/>
          </a:p>
        </p:txBody>
      </p:sp>
      <p:pic>
        <p:nvPicPr>
          <p:cNvPr id="1538" name="Google Shape;1538;p154"/>
          <p:cNvPicPr preferRelativeResize="0"/>
          <p:nvPr/>
        </p:nvPicPr>
        <p:blipFill>
          <a:blip r:embed="rId3">
            <a:alphaModFix/>
          </a:blip>
          <a:stretch>
            <a:fillRect/>
          </a:stretch>
        </p:blipFill>
        <p:spPr>
          <a:xfrm>
            <a:off x="4516750" y="1413641"/>
            <a:ext cx="2316257" cy="3002753"/>
          </a:xfrm>
          <a:prstGeom prst="rect">
            <a:avLst/>
          </a:prstGeom>
          <a:noFill/>
          <a:ln>
            <a:noFill/>
          </a:ln>
        </p:spPr>
      </p:pic>
      <p:pic>
        <p:nvPicPr>
          <p:cNvPr id="1539" name="Google Shape;1539;p154"/>
          <p:cNvPicPr preferRelativeResize="0"/>
          <p:nvPr/>
        </p:nvPicPr>
        <p:blipFill>
          <a:blip r:embed="rId4">
            <a:alphaModFix/>
          </a:blip>
          <a:stretch>
            <a:fillRect/>
          </a:stretch>
        </p:blipFill>
        <p:spPr>
          <a:xfrm>
            <a:off x="6975077" y="1386850"/>
            <a:ext cx="1626199" cy="3002753"/>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3" name="Shape 1543"/>
        <p:cNvGrpSpPr/>
        <p:nvPr/>
      </p:nvGrpSpPr>
      <p:grpSpPr>
        <a:xfrm>
          <a:off x="0" y="0"/>
          <a:ext cx="0" cy="0"/>
          <a:chOff x="0" y="0"/>
          <a:chExt cx="0" cy="0"/>
        </a:xfrm>
      </p:grpSpPr>
      <p:grpSp>
        <p:nvGrpSpPr>
          <p:cNvPr id="1544" name="Google Shape;1544;p155"/>
          <p:cNvGrpSpPr/>
          <p:nvPr/>
        </p:nvGrpSpPr>
        <p:grpSpPr>
          <a:xfrm flipH="1">
            <a:off x="1837996" y="726625"/>
            <a:ext cx="6578100" cy="3438300"/>
            <a:chOff x="772525" y="726625"/>
            <a:chExt cx="6578100" cy="3438300"/>
          </a:xfrm>
        </p:grpSpPr>
        <p:sp>
          <p:nvSpPr>
            <p:cNvPr id="1545" name="Google Shape;1545;p155"/>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55"/>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7" name="Google Shape;1547;p155"/>
          <p:cNvGrpSpPr/>
          <p:nvPr/>
        </p:nvGrpSpPr>
        <p:grpSpPr>
          <a:xfrm flipH="1">
            <a:off x="4066704" y="3324200"/>
            <a:ext cx="3447300" cy="962400"/>
            <a:chOff x="4924175" y="3441525"/>
            <a:chExt cx="3447300" cy="962400"/>
          </a:xfrm>
        </p:grpSpPr>
        <p:sp>
          <p:nvSpPr>
            <p:cNvPr id="1548" name="Google Shape;1548;p155"/>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55"/>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0" name="Google Shape;1550;p155"/>
          <p:cNvGrpSpPr/>
          <p:nvPr/>
        </p:nvGrpSpPr>
        <p:grpSpPr>
          <a:xfrm flipH="1">
            <a:off x="839620" y="2361876"/>
            <a:ext cx="1864833" cy="1637043"/>
            <a:chOff x="1054812" y="1029590"/>
            <a:chExt cx="3436214" cy="3912627"/>
          </a:xfrm>
        </p:grpSpPr>
        <p:sp>
          <p:nvSpPr>
            <p:cNvPr id="1551" name="Google Shape;1551;p155"/>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55"/>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3" name="Google Shape;1553;p155"/>
          <p:cNvSpPr txBox="1"/>
          <p:nvPr>
            <p:ph type="title"/>
          </p:nvPr>
        </p:nvSpPr>
        <p:spPr>
          <a:xfrm>
            <a:off x="2795350" y="1577375"/>
            <a:ext cx="5250600" cy="7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Efficiency</a:t>
            </a:r>
            <a:endParaRPr sz="4100"/>
          </a:p>
        </p:txBody>
      </p:sp>
      <p:sp>
        <p:nvSpPr>
          <p:cNvPr id="1554" name="Google Shape;1554;p155"/>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Math Done Quicker</a:t>
            </a:r>
            <a:endParaRPr sz="1500">
              <a:latin typeface="Share Tech"/>
              <a:ea typeface="Share Tech"/>
              <a:cs typeface="Share Tech"/>
              <a:sym typeface="Share Tech"/>
            </a:endParaRPr>
          </a:p>
        </p:txBody>
      </p:sp>
      <p:sp>
        <p:nvSpPr>
          <p:cNvPr id="1555" name="Google Shape;1555;p155"/>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556" name="Google Shape;1556;p155"/>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557" name="Google Shape;1557;p155"/>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558" name="Google Shape;1558;p155"/>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559" name="Google Shape;1559;p155"/>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Google Shape;1564;p15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Multiplication</a:t>
            </a:r>
            <a:endParaRPr b="1" sz="2300">
              <a:solidFill>
                <a:schemeClr val="lt2"/>
              </a:solidFill>
            </a:endParaRPr>
          </a:p>
        </p:txBody>
      </p:sp>
      <p:sp>
        <p:nvSpPr>
          <p:cNvPr id="1565" name="Google Shape;1565;p156"/>
          <p:cNvSpPr txBox="1"/>
          <p:nvPr>
            <p:ph idx="1" type="body"/>
          </p:nvPr>
        </p:nvSpPr>
        <p:spPr>
          <a:xfrm>
            <a:off x="720000" y="1002575"/>
            <a:ext cx="5123700" cy="13413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Run-Time: How long an algorithm takes to perform its task</a:t>
            </a:r>
            <a:endParaRPr sz="1000"/>
          </a:p>
          <a:p>
            <a:pPr indent="0" lvl="0" marL="0" rtl="0" algn="l">
              <a:lnSpc>
                <a:spcPct val="90000"/>
              </a:lnSpc>
              <a:spcBef>
                <a:spcPts val="600"/>
              </a:spcBef>
              <a:spcAft>
                <a:spcPts val="0"/>
              </a:spcAft>
              <a:buNone/>
            </a:pPr>
            <a:r>
              <a:rPr lang="en" sz="1000"/>
              <a:t>N represents the largest number that way be asked to multiply with</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Multiplication: Run-time is proportional to N</a:t>
            </a:r>
            <a:endParaRPr sz="1000"/>
          </a:p>
          <a:p>
            <a:pPr indent="0" lvl="0" marL="0" rtl="0" algn="l">
              <a:lnSpc>
                <a:spcPct val="90000"/>
              </a:lnSpc>
              <a:spcBef>
                <a:spcPts val="600"/>
              </a:spcBef>
              <a:spcAft>
                <a:spcPts val="0"/>
              </a:spcAft>
              <a:buNone/>
            </a:pPr>
            <a:r>
              <a:rPr lang="en" sz="1000"/>
              <a:t>Multiply with w-bit number (w being the number of bits required to represent N)</a:t>
            </a:r>
            <a:endParaRPr sz="1000"/>
          </a:p>
          <a:p>
            <a:pPr indent="0" lvl="0" marL="0" rtl="0" algn="l">
              <a:lnSpc>
                <a:spcPct val="90000"/>
              </a:lnSpc>
              <a:spcBef>
                <a:spcPts val="600"/>
              </a:spcBef>
              <a:spcAft>
                <a:spcPts val="0"/>
              </a:spcAft>
              <a:buNone/>
            </a:pPr>
            <a:r>
              <a:rPr lang="en" sz="1000"/>
              <a:t>w = log</a:t>
            </a:r>
            <a:r>
              <a:rPr baseline="-25000" lang="en" sz="1000"/>
              <a:t>2</a:t>
            </a:r>
            <a:r>
              <a:rPr lang="en" sz="1000"/>
              <a:t>N</a:t>
            </a:r>
            <a:endParaRPr sz="1000"/>
          </a:p>
        </p:txBody>
      </p:sp>
      <p:pic>
        <p:nvPicPr>
          <p:cNvPr id="1566" name="Google Shape;1566;p156"/>
          <p:cNvPicPr preferRelativeResize="0"/>
          <p:nvPr/>
        </p:nvPicPr>
        <p:blipFill>
          <a:blip r:embed="rId3">
            <a:alphaModFix/>
          </a:blip>
          <a:stretch>
            <a:fillRect/>
          </a:stretch>
        </p:blipFill>
        <p:spPr>
          <a:xfrm>
            <a:off x="6612600" y="2315917"/>
            <a:ext cx="1811400" cy="1778675"/>
          </a:xfrm>
          <a:prstGeom prst="rect">
            <a:avLst/>
          </a:prstGeom>
          <a:noFill/>
          <a:ln>
            <a:noFill/>
          </a:ln>
        </p:spPr>
      </p:pic>
      <p:sp>
        <p:nvSpPr>
          <p:cNvPr id="1567" name="Google Shape;1567;p156"/>
          <p:cNvSpPr txBox="1"/>
          <p:nvPr/>
        </p:nvSpPr>
        <p:spPr>
          <a:xfrm>
            <a:off x="6529668" y="4038597"/>
            <a:ext cx="2146200" cy="538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Efficient</a:t>
            </a:r>
            <a:endParaRPr sz="1000">
              <a:solidFill>
                <a:schemeClr val="dk1"/>
              </a:solidFill>
              <a:latin typeface="Source Code Pro"/>
              <a:ea typeface="Source Code Pro"/>
              <a:cs typeface="Source Code Pro"/>
              <a:sym typeface="Source Code Pro"/>
            </a:endParaRPr>
          </a:p>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Note: Only uses addition</a:t>
            </a:r>
            <a:endParaRPr sz="1000">
              <a:solidFill>
                <a:schemeClr val="dk1"/>
              </a:solidFill>
              <a:latin typeface="Source Code Pro"/>
              <a:ea typeface="Source Code Pro"/>
              <a:cs typeface="Source Code Pro"/>
              <a:sym typeface="Source Code Pro"/>
            </a:endParaRPr>
          </a:p>
        </p:txBody>
      </p:sp>
      <p:pic>
        <p:nvPicPr>
          <p:cNvPr id="1568" name="Google Shape;1568;p156"/>
          <p:cNvPicPr preferRelativeResize="0"/>
          <p:nvPr/>
        </p:nvPicPr>
        <p:blipFill>
          <a:blip r:embed="rId4">
            <a:alphaModFix/>
          </a:blip>
          <a:stretch>
            <a:fillRect/>
          </a:stretch>
        </p:blipFill>
        <p:spPr>
          <a:xfrm>
            <a:off x="4522624" y="2343925"/>
            <a:ext cx="1912155" cy="1722675"/>
          </a:xfrm>
          <a:prstGeom prst="rect">
            <a:avLst/>
          </a:prstGeom>
          <a:noFill/>
          <a:ln>
            <a:noFill/>
          </a:ln>
        </p:spPr>
      </p:pic>
      <p:sp>
        <p:nvSpPr>
          <p:cNvPr id="1569" name="Google Shape;1569;p156"/>
          <p:cNvSpPr txBox="1"/>
          <p:nvPr/>
        </p:nvSpPr>
        <p:spPr>
          <a:xfrm>
            <a:off x="4447646" y="4018400"/>
            <a:ext cx="1079700" cy="32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Inefficient</a:t>
            </a:r>
            <a:endParaRPr sz="1000">
              <a:solidFill>
                <a:schemeClr val="dk1"/>
              </a:solidFill>
              <a:latin typeface="Source Code Pro"/>
              <a:ea typeface="Source Code Pro"/>
              <a:cs typeface="Source Code Pro"/>
              <a:sym typeface="Source Code Pro"/>
            </a:endParaRPr>
          </a:p>
        </p:txBody>
      </p:sp>
      <p:pic>
        <p:nvPicPr>
          <p:cNvPr id="1570" name="Google Shape;1570;p156"/>
          <p:cNvPicPr preferRelativeResize="0"/>
          <p:nvPr/>
        </p:nvPicPr>
        <p:blipFill>
          <a:blip r:embed="rId5">
            <a:alphaModFix/>
          </a:blip>
          <a:stretch>
            <a:fillRect/>
          </a:stretch>
        </p:blipFill>
        <p:spPr>
          <a:xfrm>
            <a:off x="6124725" y="630417"/>
            <a:ext cx="1859825" cy="1511925"/>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15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Division</a:t>
            </a:r>
            <a:endParaRPr b="1" sz="2300">
              <a:solidFill>
                <a:schemeClr val="lt2"/>
              </a:solidFill>
            </a:endParaRPr>
          </a:p>
        </p:txBody>
      </p:sp>
      <p:sp>
        <p:nvSpPr>
          <p:cNvPr id="1576" name="Google Shape;1576;p157"/>
          <p:cNvSpPr txBox="1"/>
          <p:nvPr>
            <p:ph idx="1" type="body"/>
          </p:nvPr>
        </p:nvSpPr>
        <p:spPr>
          <a:xfrm>
            <a:off x="720000" y="1002575"/>
            <a:ext cx="7704000" cy="11115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Division by Repetitive Subtraction: Run-time depends on input’s size</a:t>
            </a:r>
            <a:endParaRPr sz="1000"/>
          </a:p>
          <a:p>
            <a:pPr indent="0" lvl="0" marL="0" rtl="0" algn="l">
              <a:lnSpc>
                <a:spcPct val="90000"/>
              </a:lnSpc>
              <a:spcBef>
                <a:spcPts val="600"/>
              </a:spcBef>
              <a:spcAft>
                <a:spcPts val="0"/>
              </a:spcAft>
              <a:buNone/>
            </a:pPr>
            <a:r>
              <a:rPr lang="en" sz="1000"/>
              <a:t>Another algorithm is based on long division</a:t>
            </a:r>
            <a:endParaRPr sz="1000"/>
          </a:p>
          <a:p>
            <a:pPr indent="-292100" lvl="0" marL="457200" rtl="0" algn="l">
              <a:lnSpc>
                <a:spcPct val="90000"/>
              </a:lnSpc>
              <a:spcBef>
                <a:spcPts val="600"/>
              </a:spcBef>
              <a:spcAft>
                <a:spcPts val="0"/>
              </a:spcAft>
              <a:buSzPts val="1000"/>
              <a:buChar char="-"/>
            </a:pPr>
            <a:r>
              <a:rPr lang="en" sz="1000"/>
              <a:t>Run-time depends on number of digits</a:t>
            </a:r>
            <a:endParaRPr sz="1000"/>
          </a:p>
          <a:p>
            <a:pPr indent="0" lvl="0" marL="0" rtl="0" algn="l">
              <a:lnSpc>
                <a:spcPct val="90000"/>
              </a:lnSpc>
              <a:spcBef>
                <a:spcPts val="600"/>
              </a:spcBef>
              <a:spcAft>
                <a:spcPts val="0"/>
              </a:spcAft>
              <a:buNone/>
            </a:pPr>
            <a:r>
              <a:rPr lang="en" sz="1000"/>
              <a:t>A better algorithm’s run-time is proportional to log</a:t>
            </a:r>
            <a:r>
              <a:rPr baseline="-25000" lang="en" sz="1000"/>
              <a:t>2</a:t>
            </a:r>
            <a:r>
              <a:rPr lang="en" sz="1000"/>
              <a:t>N</a:t>
            </a:r>
            <a:endParaRPr sz="1000"/>
          </a:p>
          <a:p>
            <a:pPr indent="-292100" lvl="0" marL="457200" rtl="0" algn="l">
              <a:lnSpc>
                <a:spcPct val="90000"/>
              </a:lnSpc>
              <a:spcBef>
                <a:spcPts val="600"/>
              </a:spcBef>
              <a:spcAft>
                <a:spcPts val="0"/>
              </a:spcAft>
              <a:buSzPts val="1000"/>
              <a:buChar char="-"/>
            </a:pPr>
            <a:r>
              <a:rPr lang="en" sz="1000"/>
              <a:t>N represents the largest number that way be asked to multiply with</a:t>
            </a:r>
            <a:endParaRPr sz="1000"/>
          </a:p>
        </p:txBody>
      </p:sp>
      <p:pic>
        <p:nvPicPr>
          <p:cNvPr id="1577" name="Google Shape;1577;p157"/>
          <p:cNvPicPr preferRelativeResize="0"/>
          <p:nvPr/>
        </p:nvPicPr>
        <p:blipFill>
          <a:blip r:embed="rId3">
            <a:alphaModFix/>
          </a:blip>
          <a:stretch>
            <a:fillRect/>
          </a:stretch>
        </p:blipFill>
        <p:spPr>
          <a:xfrm>
            <a:off x="2808550" y="2284450"/>
            <a:ext cx="1596250" cy="1643000"/>
          </a:xfrm>
          <a:prstGeom prst="rect">
            <a:avLst/>
          </a:prstGeom>
          <a:noFill/>
          <a:ln>
            <a:noFill/>
          </a:ln>
        </p:spPr>
      </p:pic>
      <p:sp>
        <p:nvSpPr>
          <p:cNvPr id="1578" name="Google Shape;1578;p157"/>
          <p:cNvSpPr txBox="1"/>
          <p:nvPr/>
        </p:nvSpPr>
        <p:spPr>
          <a:xfrm>
            <a:off x="2732350" y="3927450"/>
            <a:ext cx="1672500" cy="538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Inefficient</a:t>
            </a:r>
            <a:endParaRPr sz="1000">
              <a:solidFill>
                <a:schemeClr val="dk1"/>
              </a:solidFill>
              <a:latin typeface="Source Code Pro"/>
              <a:ea typeface="Source Code Pro"/>
              <a:cs typeface="Source Code Pro"/>
              <a:sym typeface="Source Code Pro"/>
            </a:endParaRPr>
          </a:p>
          <a:p>
            <a:pPr indent="-292100" lvl="0" marL="457200" rtl="0" algn="l">
              <a:lnSpc>
                <a:spcPct val="90000"/>
              </a:lnSpc>
              <a:spcBef>
                <a:spcPts val="600"/>
              </a:spcBef>
              <a:spcAft>
                <a:spcPts val="0"/>
              </a:spcAft>
              <a:buClr>
                <a:schemeClr val="dk1"/>
              </a:buClr>
              <a:buSzPts val="1000"/>
              <a:buFont typeface="Source Code Pro"/>
              <a:buChar char="●"/>
            </a:pPr>
            <a:r>
              <a:t/>
            </a:r>
            <a:endParaRPr sz="1000">
              <a:solidFill>
                <a:schemeClr val="dk1"/>
              </a:solidFill>
              <a:latin typeface="Source Code Pro"/>
              <a:ea typeface="Source Code Pro"/>
              <a:cs typeface="Source Code Pro"/>
              <a:sym typeface="Source Code Pro"/>
            </a:endParaRPr>
          </a:p>
        </p:txBody>
      </p:sp>
      <p:pic>
        <p:nvPicPr>
          <p:cNvPr id="1579" name="Google Shape;1579;p157"/>
          <p:cNvPicPr preferRelativeResize="0"/>
          <p:nvPr/>
        </p:nvPicPr>
        <p:blipFill>
          <a:blip r:embed="rId4">
            <a:alphaModFix/>
          </a:blip>
          <a:stretch>
            <a:fillRect/>
          </a:stretch>
        </p:blipFill>
        <p:spPr>
          <a:xfrm>
            <a:off x="6475950" y="2284450"/>
            <a:ext cx="1596250" cy="1626121"/>
          </a:xfrm>
          <a:prstGeom prst="rect">
            <a:avLst/>
          </a:prstGeom>
          <a:noFill/>
          <a:ln>
            <a:noFill/>
          </a:ln>
        </p:spPr>
      </p:pic>
      <p:sp>
        <p:nvSpPr>
          <p:cNvPr id="1580" name="Google Shape;1580;p157"/>
          <p:cNvSpPr txBox="1"/>
          <p:nvPr/>
        </p:nvSpPr>
        <p:spPr>
          <a:xfrm>
            <a:off x="6399750" y="3927450"/>
            <a:ext cx="2525100" cy="677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Even More Efficient</a:t>
            </a:r>
            <a:endParaRPr sz="1000">
              <a:solidFill>
                <a:schemeClr val="dk1"/>
              </a:solidFill>
              <a:latin typeface="Source Code Pro"/>
              <a:ea typeface="Source Code Pro"/>
              <a:cs typeface="Source Code Pro"/>
              <a:sym typeface="Source Code Pro"/>
            </a:endParaRPr>
          </a:p>
          <a:p>
            <a:pPr indent="-292100" lvl="0" marL="457200" rtl="0" algn="l">
              <a:lnSpc>
                <a:spcPct val="90000"/>
              </a:lnSpc>
              <a:spcBef>
                <a:spcPts val="600"/>
              </a:spcBef>
              <a:spcAft>
                <a:spcPts val="0"/>
              </a:spcAft>
              <a:buClr>
                <a:schemeClr val="dk1"/>
              </a:buClr>
              <a:buSzPts val="1000"/>
              <a:buFont typeface="Source Code Pro"/>
              <a:buChar char="●"/>
            </a:pPr>
            <a:r>
              <a:rPr lang="en" sz="1000">
                <a:solidFill>
                  <a:schemeClr val="dk1"/>
                </a:solidFill>
                <a:latin typeface="Source Code Pro"/>
                <a:ea typeface="Source Code Pro"/>
                <a:cs typeface="Source Code Pro"/>
                <a:sym typeface="Source Code Pro"/>
              </a:rPr>
              <a:t>Involves only addition operations</a:t>
            </a:r>
            <a:endParaRPr sz="1000">
              <a:solidFill>
                <a:schemeClr val="dk1"/>
              </a:solidFill>
              <a:latin typeface="Source Code Pro"/>
              <a:ea typeface="Source Code Pro"/>
              <a:cs typeface="Source Code Pro"/>
              <a:sym typeface="Source Code Pro"/>
            </a:endParaRPr>
          </a:p>
        </p:txBody>
      </p:sp>
      <p:pic>
        <p:nvPicPr>
          <p:cNvPr id="1581" name="Google Shape;1581;p157"/>
          <p:cNvPicPr preferRelativeResize="0"/>
          <p:nvPr/>
        </p:nvPicPr>
        <p:blipFill>
          <a:blip r:embed="rId5">
            <a:alphaModFix/>
          </a:blip>
          <a:stretch>
            <a:fillRect/>
          </a:stretch>
        </p:blipFill>
        <p:spPr>
          <a:xfrm>
            <a:off x="4642250" y="2284450"/>
            <a:ext cx="1596300" cy="1678649"/>
          </a:xfrm>
          <a:prstGeom prst="rect">
            <a:avLst/>
          </a:prstGeom>
          <a:noFill/>
          <a:ln>
            <a:noFill/>
          </a:ln>
        </p:spPr>
      </p:pic>
      <p:sp>
        <p:nvSpPr>
          <p:cNvPr id="1582" name="Google Shape;1582;p157"/>
          <p:cNvSpPr txBox="1"/>
          <p:nvPr/>
        </p:nvSpPr>
        <p:spPr>
          <a:xfrm>
            <a:off x="4566050" y="3963100"/>
            <a:ext cx="1672500" cy="5388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Efficient</a:t>
            </a:r>
            <a:endParaRPr sz="1000">
              <a:solidFill>
                <a:schemeClr val="dk1"/>
              </a:solidFill>
              <a:latin typeface="Source Code Pro"/>
              <a:ea typeface="Source Code Pro"/>
              <a:cs typeface="Source Code Pro"/>
              <a:sym typeface="Source Code Pro"/>
            </a:endParaRPr>
          </a:p>
          <a:p>
            <a:pPr indent="-292100" lvl="0" marL="457200" rtl="0" algn="l">
              <a:lnSpc>
                <a:spcPct val="90000"/>
              </a:lnSpc>
              <a:spcBef>
                <a:spcPts val="600"/>
              </a:spcBef>
              <a:spcAft>
                <a:spcPts val="0"/>
              </a:spcAft>
              <a:buClr>
                <a:schemeClr val="dk1"/>
              </a:buClr>
              <a:buSzPts val="1000"/>
              <a:buFont typeface="Source Code Pro"/>
              <a:buChar char="●"/>
            </a:pPr>
            <a:r>
              <a:rPr lang="en" sz="1000">
                <a:solidFill>
                  <a:schemeClr val="dk1"/>
                </a:solidFill>
                <a:latin typeface="Source Code Pro"/>
                <a:ea typeface="Source Code Pro"/>
                <a:cs typeface="Source Code Pro"/>
                <a:sym typeface="Source Code Pro"/>
              </a:rPr>
              <a:t>Long Division</a:t>
            </a:r>
            <a:endParaRPr sz="1000">
              <a:solidFill>
                <a:schemeClr val="dk1"/>
              </a:solidFill>
              <a:latin typeface="Source Code Pro"/>
              <a:ea typeface="Source Code Pro"/>
              <a:cs typeface="Source Code Pro"/>
              <a:sym typeface="Source Code Pro"/>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158"/>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Square Root</a:t>
            </a:r>
            <a:endParaRPr b="1" sz="2300">
              <a:solidFill>
                <a:schemeClr val="lt2"/>
              </a:solidFill>
            </a:endParaRPr>
          </a:p>
        </p:txBody>
      </p:sp>
      <p:sp>
        <p:nvSpPr>
          <p:cNvPr id="1588" name="Google Shape;1588;p158"/>
          <p:cNvSpPr txBox="1"/>
          <p:nvPr>
            <p:ph idx="1" type="body"/>
          </p:nvPr>
        </p:nvSpPr>
        <p:spPr>
          <a:xfrm>
            <a:off x="720000" y="1002575"/>
            <a:ext cx="7704000" cy="1266300"/>
          </a:xfrm>
          <a:prstGeom prst="rect">
            <a:avLst/>
          </a:prstGeom>
        </p:spPr>
        <p:txBody>
          <a:bodyPr anchorCtr="0" anchor="t" bIns="91425" lIns="91425" spcFirstLastPara="1" rIns="91425" wrap="square" tIns="91425">
            <a:noAutofit/>
          </a:bodyPr>
          <a:lstStyle/>
          <a:p>
            <a:pPr indent="-292100" lvl="0" marL="457200" rtl="0" algn="l">
              <a:lnSpc>
                <a:spcPct val="90000"/>
              </a:lnSpc>
              <a:spcBef>
                <a:spcPts val="600"/>
              </a:spcBef>
              <a:spcAft>
                <a:spcPts val="0"/>
              </a:spcAft>
              <a:buSzPts val="1000"/>
              <a:buAutoNum type="arabicPeriod"/>
            </a:pPr>
            <a:r>
              <a:rPr lang="en" sz="1000"/>
              <a:t>Its inverse function (x</a:t>
            </a:r>
            <a:r>
              <a:rPr baseline="30000" lang="en" sz="1000"/>
              <a:t>2</a:t>
            </a:r>
            <a:r>
              <a:rPr lang="en" sz="1000"/>
              <a:t>) is easily computable</a:t>
            </a:r>
            <a:endParaRPr sz="1000"/>
          </a:p>
          <a:p>
            <a:pPr indent="-292100" lvl="0" marL="457200" rtl="0" algn="l">
              <a:lnSpc>
                <a:spcPct val="90000"/>
              </a:lnSpc>
              <a:spcBef>
                <a:spcPts val="0"/>
              </a:spcBef>
              <a:spcAft>
                <a:spcPts val="0"/>
              </a:spcAft>
              <a:buSzPts val="1000"/>
              <a:buAutoNum type="arabicPeriod"/>
            </a:pPr>
            <a:r>
              <a:rPr lang="en" sz="1000"/>
              <a:t>It is a monotonically increasing function</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Use a method called “binary search”</a:t>
            </a:r>
            <a:endParaRPr sz="1000"/>
          </a:p>
          <a:p>
            <a:pPr indent="0" lvl="0" marL="0" rtl="0" algn="l">
              <a:lnSpc>
                <a:spcPct val="90000"/>
              </a:lnSpc>
              <a:spcBef>
                <a:spcPts val="600"/>
              </a:spcBef>
              <a:spcAft>
                <a:spcPts val="0"/>
              </a:spcAft>
              <a:buNone/>
            </a:pPr>
            <a:r>
              <a:rPr lang="en" sz="1000"/>
              <a:t>	The run-time of binary search is logarithmic</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p:txBody>
      </p:sp>
      <p:pic>
        <p:nvPicPr>
          <p:cNvPr id="1589" name="Google Shape;1589;p158"/>
          <p:cNvPicPr preferRelativeResize="0"/>
          <p:nvPr/>
        </p:nvPicPr>
        <p:blipFill>
          <a:blip r:embed="rId3">
            <a:alphaModFix/>
          </a:blip>
          <a:stretch>
            <a:fillRect/>
          </a:stretch>
        </p:blipFill>
        <p:spPr>
          <a:xfrm>
            <a:off x="5344392" y="2268875"/>
            <a:ext cx="3079599" cy="1639200"/>
          </a:xfrm>
          <a:prstGeom prst="rect">
            <a:avLst/>
          </a:prstGeom>
          <a:noFill/>
          <a:ln>
            <a:noFill/>
          </a:ln>
        </p:spPr>
      </p:pic>
      <p:sp>
        <p:nvSpPr>
          <p:cNvPr id="1590" name="Google Shape;1590;p158"/>
          <p:cNvSpPr txBox="1"/>
          <p:nvPr/>
        </p:nvSpPr>
        <p:spPr>
          <a:xfrm>
            <a:off x="5344400" y="3908075"/>
            <a:ext cx="3000000" cy="323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600"/>
              </a:spcBef>
              <a:spcAft>
                <a:spcPts val="0"/>
              </a:spcAft>
              <a:buNone/>
            </a:pPr>
            <a:r>
              <a:rPr lang="en" sz="1000">
                <a:solidFill>
                  <a:schemeClr val="dk1"/>
                </a:solidFill>
                <a:latin typeface="Source Code Pro"/>
                <a:ea typeface="Source Code Pro"/>
                <a:cs typeface="Source Code Pro"/>
                <a:sym typeface="Source Code Pro"/>
              </a:rPr>
              <a:t>Highly-Efficient</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4" name="Shape 1594"/>
        <p:cNvGrpSpPr/>
        <p:nvPr/>
      </p:nvGrpSpPr>
      <p:grpSpPr>
        <a:xfrm>
          <a:off x="0" y="0"/>
          <a:ext cx="0" cy="0"/>
          <a:chOff x="0" y="0"/>
          <a:chExt cx="0" cy="0"/>
        </a:xfrm>
      </p:grpSpPr>
      <p:grpSp>
        <p:nvGrpSpPr>
          <p:cNvPr id="1595" name="Google Shape;1595;p159"/>
          <p:cNvGrpSpPr/>
          <p:nvPr/>
        </p:nvGrpSpPr>
        <p:grpSpPr>
          <a:xfrm flipH="1">
            <a:off x="1837996" y="726625"/>
            <a:ext cx="6578100" cy="3438300"/>
            <a:chOff x="772525" y="726625"/>
            <a:chExt cx="6578100" cy="3438300"/>
          </a:xfrm>
        </p:grpSpPr>
        <p:sp>
          <p:nvSpPr>
            <p:cNvPr id="1596" name="Google Shape;1596;p159"/>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59"/>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8" name="Google Shape;1598;p159"/>
          <p:cNvGrpSpPr/>
          <p:nvPr/>
        </p:nvGrpSpPr>
        <p:grpSpPr>
          <a:xfrm flipH="1">
            <a:off x="4066704" y="3324200"/>
            <a:ext cx="3447300" cy="962400"/>
            <a:chOff x="4924175" y="3441525"/>
            <a:chExt cx="3447300" cy="962400"/>
          </a:xfrm>
        </p:grpSpPr>
        <p:sp>
          <p:nvSpPr>
            <p:cNvPr id="1599" name="Google Shape;1599;p159"/>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59"/>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1" name="Google Shape;1601;p159"/>
          <p:cNvGrpSpPr/>
          <p:nvPr/>
        </p:nvGrpSpPr>
        <p:grpSpPr>
          <a:xfrm flipH="1">
            <a:off x="839620" y="2361876"/>
            <a:ext cx="1864833" cy="1637043"/>
            <a:chOff x="1054812" y="1029590"/>
            <a:chExt cx="3436214" cy="3912627"/>
          </a:xfrm>
        </p:grpSpPr>
        <p:sp>
          <p:nvSpPr>
            <p:cNvPr id="1602" name="Google Shape;1602;p159"/>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59"/>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4" name="Google Shape;1604;p159"/>
          <p:cNvSpPr txBox="1"/>
          <p:nvPr>
            <p:ph type="title"/>
          </p:nvPr>
        </p:nvSpPr>
        <p:spPr>
          <a:xfrm>
            <a:off x="2795350" y="1577375"/>
            <a:ext cx="5250600" cy="7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Memory Access</a:t>
            </a:r>
            <a:endParaRPr sz="4100"/>
          </a:p>
        </p:txBody>
      </p:sp>
      <p:sp>
        <p:nvSpPr>
          <p:cNvPr id="1605" name="Google Shape;1605;p159"/>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606" name="Google Shape;1606;p159"/>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607" name="Google Shape;1607;p159"/>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608" name="Google Shape;1608;p159"/>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609" name="Google Shape;1609;p159"/>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610" name="Google Shape;1610;p159"/>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16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The Memory Class</a:t>
            </a:r>
            <a:endParaRPr b="1" sz="2300">
              <a:solidFill>
                <a:schemeClr val="lt2"/>
              </a:solidFill>
            </a:endParaRPr>
          </a:p>
        </p:txBody>
      </p:sp>
      <p:sp>
        <p:nvSpPr>
          <p:cNvPr id="1616" name="Google Shape;1616;p160"/>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Classical Operations:</a:t>
            </a:r>
            <a:endParaRPr sz="1000"/>
          </a:p>
          <a:p>
            <a:pPr indent="-292100" lvl="0" marL="457200" rtl="0" algn="l">
              <a:lnSpc>
                <a:spcPct val="90000"/>
              </a:lnSpc>
              <a:spcBef>
                <a:spcPts val="600"/>
              </a:spcBef>
              <a:spcAft>
                <a:spcPts val="0"/>
              </a:spcAft>
              <a:buSzPts val="1000"/>
              <a:buChar char="●"/>
            </a:pPr>
            <a:r>
              <a:rPr lang="en" sz="1000"/>
              <a:t>Peek</a:t>
            </a:r>
            <a:endParaRPr sz="1000"/>
          </a:p>
          <a:p>
            <a:pPr indent="-292100" lvl="1" marL="914400" rtl="0" algn="l">
              <a:lnSpc>
                <a:spcPct val="90000"/>
              </a:lnSpc>
              <a:spcBef>
                <a:spcPts val="0"/>
              </a:spcBef>
              <a:spcAft>
                <a:spcPts val="0"/>
              </a:spcAft>
              <a:buSzPts val="1000"/>
              <a:buChar char="○"/>
            </a:pPr>
            <a:r>
              <a:rPr lang="en" sz="1000"/>
              <a:t>function int peek(int address)</a:t>
            </a:r>
            <a:endParaRPr sz="1000"/>
          </a:p>
          <a:p>
            <a:pPr indent="-292100" lvl="0" marL="457200" rtl="0" algn="l">
              <a:lnSpc>
                <a:spcPct val="90000"/>
              </a:lnSpc>
              <a:spcBef>
                <a:spcPts val="0"/>
              </a:spcBef>
              <a:spcAft>
                <a:spcPts val="0"/>
              </a:spcAft>
              <a:buSzPts val="1000"/>
              <a:buChar char="●"/>
            </a:pPr>
            <a:r>
              <a:rPr lang="en" sz="1000"/>
              <a:t>Poke</a:t>
            </a:r>
            <a:endParaRPr sz="1000"/>
          </a:p>
          <a:p>
            <a:pPr indent="-292100" lvl="1" marL="914400" rtl="0" algn="l">
              <a:lnSpc>
                <a:spcPct val="90000"/>
              </a:lnSpc>
              <a:spcBef>
                <a:spcPts val="0"/>
              </a:spcBef>
              <a:spcAft>
                <a:spcPts val="0"/>
              </a:spcAft>
              <a:buSzPts val="1000"/>
              <a:buChar char="○"/>
            </a:pPr>
            <a:r>
              <a:rPr lang="en" sz="1000"/>
              <a:t>f</a:t>
            </a:r>
            <a:r>
              <a:rPr lang="en" sz="1000"/>
              <a:t>unction void pook(int address, int value)</a:t>
            </a:r>
            <a:endParaRPr sz="1000"/>
          </a:p>
          <a:p>
            <a:pPr indent="-292100" lvl="0" marL="457200" rtl="0" algn="l">
              <a:lnSpc>
                <a:spcPct val="90000"/>
              </a:lnSpc>
              <a:spcBef>
                <a:spcPts val="0"/>
              </a:spcBef>
              <a:spcAft>
                <a:spcPts val="0"/>
              </a:spcAft>
              <a:buSzPts val="1000"/>
              <a:buChar char="●"/>
            </a:pPr>
            <a:r>
              <a:rPr lang="en" sz="1000"/>
              <a:t>Alloc</a:t>
            </a:r>
            <a:endParaRPr sz="1000"/>
          </a:p>
          <a:p>
            <a:pPr indent="-292100" lvl="1" marL="914400" rtl="0" algn="l">
              <a:lnSpc>
                <a:spcPct val="90000"/>
              </a:lnSpc>
              <a:spcBef>
                <a:spcPts val="0"/>
              </a:spcBef>
              <a:spcAft>
                <a:spcPts val="0"/>
              </a:spcAft>
              <a:buSzPts val="1000"/>
              <a:buChar char="○"/>
            </a:pPr>
            <a:r>
              <a:rPr lang="en" sz="1000"/>
              <a:t>function array alloc(int size)</a:t>
            </a:r>
            <a:endParaRPr sz="1000"/>
          </a:p>
          <a:p>
            <a:pPr indent="-292100" lvl="0" marL="457200" rtl="0" algn="l">
              <a:lnSpc>
                <a:spcPct val="90000"/>
              </a:lnSpc>
              <a:spcBef>
                <a:spcPts val="0"/>
              </a:spcBef>
              <a:spcAft>
                <a:spcPts val="0"/>
              </a:spcAft>
              <a:buSzPts val="1000"/>
              <a:buChar char="●"/>
            </a:pPr>
            <a:r>
              <a:rPr lang="en" sz="1000"/>
              <a:t>Dealloc</a:t>
            </a:r>
            <a:endParaRPr sz="1000"/>
          </a:p>
          <a:p>
            <a:pPr indent="-292100" lvl="1" marL="914400" rtl="0" algn="l">
              <a:lnSpc>
                <a:spcPct val="90000"/>
              </a:lnSpc>
              <a:spcBef>
                <a:spcPts val="0"/>
              </a:spcBef>
              <a:spcAft>
                <a:spcPts val="0"/>
              </a:spcAft>
              <a:buSzPts val="1000"/>
              <a:buChar char="○"/>
            </a:pPr>
            <a:r>
              <a:rPr lang="en" sz="1000"/>
              <a:t>f</a:t>
            </a:r>
            <a:r>
              <a:rPr lang="en" sz="1000"/>
              <a:t>unction void deAlloc(Array o)</a:t>
            </a:r>
            <a:endParaRPr sz="1000"/>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0" name="Shape 1620"/>
        <p:cNvGrpSpPr/>
        <p:nvPr/>
      </p:nvGrpSpPr>
      <p:grpSpPr>
        <a:xfrm>
          <a:off x="0" y="0"/>
          <a:ext cx="0" cy="0"/>
          <a:chOff x="0" y="0"/>
          <a:chExt cx="0" cy="0"/>
        </a:xfrm>
      </p:grpSpPr>
      <p:sp>
        <p:nvSpPr>
          <p:cNvPr id="1621" name="Google Shape;1621;p16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The Need</a:t>
            </a:r>
            <a:endParaRPr b="1" sz="2300">
              <a:solidFill>
                <a:schemeClr val="lt2"/>
              </a:solidFill>
            </a:endParaRPr>
          </a:p>
        </p:txBody>
      </p:sp>
      <p:sp>
        <p:nvSpPr>
          <p:cNvPr id="1622" name="Google Shape;1622;p161"/>
          <p:cNvSpPr txBox="1"/>
          <p:nvPr>
            <p:ph idx="1" type="body"/>
          </p:nvPr>
        </p:nvSpPr>
        <p:spPr>
          <a:xfrm>
            <a:off x="720000" y="1002575"/>
            <a:ext cx="77040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Application Programs</a:t>
            </a:r>
            <a:endParaRPr sz="1000"/>
          </a:p>
          <a:p>
            <a:pPr indent="0" lvl="0" marL="0" rtl="0" algn="l">
              <a:lnSpc>
                <a:spcPct val="90000"/>
              </a:lnSpc>
              <a:spcBef>
                <a:spcPts val="600"/>
              </a:spcBef>
              <a:spcAft>
                <a:spcPts val="0"/>
              </a:spcAft>
              <a:buNone/>
            </a:pPr>
            <a:r>
              <a:rPr lang="en" sz="1000"/>
              <a:t>Programs can’t access RAM on their </a:t>
            </a:r>
            <a:r>
              <a:rPr lang="en" sz="1000"/>
              <a:t>own. OS allows the programs to:</a:t>
            </a:r>
            <a:endParaRPr sz="1000"/>
          </a:p>
          <a:p>
            <a:pPr indent="-292100" lvl="0" marL="457200" rtl="0" algn="l">
              <a:lnSpc>
                <a:spcPct val="90000"/>
              </a:lnSpc>
              <a:spcBef>
                <a:spcPts val="600"/>
              </a:spcBef>
              <a:spcAft>
                <a:spcPts val="0"/>
              </a:spcAft>
              <a:buSzPts val="1000"/>
              <a:buChar char="●"/>
            </a:pPr>
            <a:r>
              <a:rPr lang="en" sz="1000"/>
              <a:t>Access the RAM via abstractions: variables, objects, arrays, …</a:t>
            </a:r>
            <a:endParaRPr sz="1000"/>
          </a:p>
          <a:p>
            <a:pPr indent="-292100" lvl="0" marL="457200" rtl="0" algn="l">
              <a:lnSpc>
                <a:spcPct val="90000"/>
              </a:lnSpc>
              <a:spcBef>
                <a:spcPts val="0"/>
              </a:spcBef>
              <a:spcAft>
                <a:spcPts val="0"/>
              </a:spcAft>
              <a:buSzPts val="1000"/>
              <a:buChar char="●"/>
            </a:pPr>
            <a:r>
              <a:rPr lang="en" sz="1000"/>
              <a:t>Access I/O Devices via abstractions: readInt(), printInt(x),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Implementation:</a:t>
            </a:r>
            <a:endParaRPr sz="1000"/>
          </a:p>
          <a:p>
            <a:pPr indent="0" lvl="0" marL="0" rtl="0" algn="l">
              <a:lnSpc>
                <a:spcPct val="90000"/>
              </a:lnSpc>
              <a:spcBef>
                <a:spcPts val="600"/>
              </a:spcBef>
              <a:spcAft>
                <a:spcPts val="0"/>
              </a:spcAft>
              <a:buNone/>
            </a:pPr>
            <a:r>
              <a:rPr lang="en" sz="1000"/>
              <a:t>OS provides low-level services that </a:t>
            </a:r>
            <a:r>
              <a:rPr lang="en" sz="1000"/>
              <a:t>facilitate</a:t>
            </a:r>
            <a:r>
              <a:rPr lang="en" sz="1000"/>
              <a:t> direct RAM access</a:t>
            </a:r>
            <a:endParaRPr sz="1000"/>
          </a:p>
          <a:p>
            <a:pPr indent="0" lvl="0" marL="0" rtl="0" algn="l">
              <a:lnSpc>
                <a:spcPct val="90000"/>
              </a:lnSpc>
              <a:spcBef>
                <a:spcPts val="600"/>
              </a:spcBef>
              <a:spcAft>
                <a:spcPts val="0"/>
              </a:spcAft>
              <a:buNone/>
            </a:pPr>
            <a:r>
              <a:rPr lang="en" sz="1000"/>
              <a:t>Based on these low-level services, the OS features higher-level memory and I/O management services</a:t>
            </a:r>
            <a:endParaRPr sz="1000"/>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grpSp>
        <p:nvGrpSpPr>
          <p:cNvPr id="1627" name="Google Shape;1627;p162"/>
          <p:cNvGrpSpPr/>
          <p:nvPr/>
        </p:nvGrpSpPr>
        <p:grpSpPr>
          <a:xfrm flipH="1">
            <a:off x="1837996" y="726625"/>
            <a:ext cx="6578100" cy="3438300"/>
            <a:chOff x="772525" y="726625"/>
            <a:chExt cx="6578100" cy="3438300"/>
          </a:xfrm>
        </p:grpSpPr>
        <p:sp>
          <p:nvSpPr>
            <p:cNvPr id="1628" name="Google Shape;1628;p162"/>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162"/>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0" name="Google Shape;1630;p162"/>
          <p:cNvGrpSpPr/>
          <p:nvPr/>
        </p:nvGrpSpPr>
        <p:grpSpPr>
          <a:xfrm flipH="1">
            <a:off x="4066704" y="3324200"/>
            <a:ext cx="3447300" cy="962400"/>
            <a:chOff x="4924175" y="3441525"/>
            <a:chExt cx="3447300" cy="962400"/>
          </a:xfrm>
        </p:grpSpPr>
        <p:sp>
          <p:nvSpPr>
            <p:cNvPr id="1631" name="Google Shape;1631;p162"/>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62"/>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3" name="Google Shape;1633;p162"/>
          <p:cNvGrpSpPr/>
          <p:nvPr/>
        </p:nvGrpSpPr>
        <p:grpSpPr>
          <a:xfrm flipH="1">
            <a:off x="839620" y="2361876"/>
            <a:ext cx="1864833" cy="1637043"/>
            <a:chOff x="1054812" y="1029590"/>
            <a:chExt cx="3436214" cy="3912627"/>
          </a:xfrm>
        </p:grpSpPr>
        <p:sp>
          <p:nvSpPr>
            <p:cNvPr id="1634" name="Google Shape;1634;p162"/>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62"/>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6" name="Google Shape;1636;p162"/>
          <p:cNvSpPr txBox="1"/>
          <p:nvPr>
            <p:ph type="title"/>
          </p:nvPr>
        </p:nvSpPr>
        <p:spPr>
          <a:xfrm>
            <a:off x="2795350" y="1577375"/>
            <a:ext cx="5250600" cy="7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Heap Management</a:t>
            </a:r>
            <a:endParaRPr sz="4100"/>
          </a:p>
        </p:txBody>
      </p:sp>
      <p:sp>
        <p:nvSpPr>
          <p:cNvPr id="1637" name="Google Shape;1637;p162"/>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638" name="Google Shape;1638;p162"/>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639" name="Google Shape;1639;p162"/>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640" name="Google Shape;1640;p162"/>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641" name="Google Shape;1641;p162"/>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642" name="Google Shape;1642;p162"/>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6" name="Shape 1646"/>
        <p:cNvGrpSpPr/>
        <p:nvPr/>
      </p:nvGrpSpPr>
      <p:grpSpPr>
        <a:xfrm>
          <a:off x="0" y="0"/>
          <a:ext cx="0" cy="0"/>
          <a:chOff x="0" y="0"/>
          <a:chExt cx="0" cy="0"/>
        </a:xfrm>
      </p:grpSpPr>
      <p:sp>
        <p:nvSpPr>
          <p:cNvPr id="1647" name="Google Shape;1647;p16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The Challenge</a:t>
            </a:r>
            <a:endParaRPr b="1" sz="2300">
              <a:solidFill>
                <a:schemeClr val="lt2"/>
              </a:solidFill>
            </a:endParaRPr>
          </a:p>
        </p:txBody>
      </p:sp>
      <p:sp>
        <p:nvSpPr>
          <p:cNvPr id="1648" name="Google Shape;1648;p163"/>
          <p:cNvSpPr txBox="1"/>
          <p:nvPr>
            <p:ph idx="1" type="body"/>
          </p:nvPr>
        </p:nvSpPr>
        <p:spPr>
          <a:xfrm>
            <a:off x="720000" y="1002575"/>
            <a:ext cx="64164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During run-time, programs </a:t>
            </a:r>
            <a:r>
              <a:rPr lang="en" sz="1000"/>
              <a:t>typically create many objects and arrays. Objects/arrays are implemented using reference variables and pointers to data blocks in the heap.</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Problem:</a:t>
            </a:r>
            <a:endParaRPr sz="1000"/>
          </a:p>
          <a:p>
            <a:pPr indent="0" lvl="0" marL="0" rtl="0" algn="l">
              <a:lnSpc>
                <a:spcPct val="90000"/>
              </a:lnSpc>
              <a:spcBef>
                <a:spcPts val="600"/>
              </a:spcBef>
              <a:spcAft>
                <a:spcPts val="0"/>
              </a:spcAft>
              <a:buNone/>
            </a:pPr>
            <a:r>
              <a:rPr lang="en" sz="1000"/>
              <a:t>How do you…</a:t>
            </a:r>
            <a:endParaRPr sz="1000"/>
          </a:p>
          <a:p>
            <a:pPr indent="-292100" lvl="0" marL="457200" rtl="0" algn="l">
              <a:lnSpc>
                <a:spcPct val="90000"/>
              </a:lnSpc>
              <a:spcBef>
                <a:spcPts val="600"/>
              </a:spcBef>
              <a:spcAft>
                <a:spcPts val="0"/>
              </a:spcAft>
              <a:buSzPts val="1000"/>
              <a:buAutoNum type="arabicPeriod"/>
            </a:pPr>
            <a:r>
              <a:rPr lang="en" sz="1000"/>
              <a:t>Allocate memory for new objects/arrays</a:t>
            </a:r>
            <a:endParaRPr sz="1000"/>
          </a:p>
          <a:p>
            <a:pPr indent="-292100" lvl="0" marL="457200" rtl="0" algn="l">
              <a:lnSpc>
                <a:spcPct val="90000"/>
              </a:lnSpc>
              <a:spcBef>
                <a:spcPts val="0"/>
              </a:spcBef>
              <a:spcAft>
                <a:spcPts val="0"/>
              </a:spcAft>
              <a:buSzPts val="1000"/>
              <a:buAutoNum type="arabicPeriod"/>
            </a:pPr>
            <a:r>
              <a:rPr lang="en" sz="1000"/>
              <a:t>Recycle memory of disposed objects/arrays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p:txBody>
      </p:sp>
      <p:pic>
        <p:nvPicPr>
          <p:cNvPr id="1649" name="Google Shape;1649;p163"/>
          <p:cNvPicPr preferRelativeResize="0"/>
          <p:nvPr/>
        </p:nvPicPr>
        <p:blipFill>
          <a:blip r:embed="rId3">
            <a:alphaModFix/>
          </a:blip>
          <a:stretch>
            <a:fillRect/>
          </a:stretch>
        </p:blipFill>
        <p:spPr>
          <a:xfrm>
            <a:off x="7136403" y="700175"/>
            <a:ext cx="1316775" cy="3669124"/>
          </a:xfrm>
          <a:prstGeom prst="rect">
            <a:avLst/>
          </a:prstGeom>
          <a:noFill/>
          <a:ln>
            <a:noFill/>
          </a:ln>
        </p:spPr>
      </p:pic>
      <p:pic>
        <p:nvPicPr>
          <p:cNvPr id="1650" name="Google Shape;1650;p163"/>
          <p:cNvPicPr preferRelativeResize="0"/>
          <p:nvPr/>
        </p:nvPicPr>
        <p:blipFill>
          <a:blip r:embed="rId4">
            <a:alphaModFix/>
          </a:blip>
          <a:stretch>
            <a:fillRect/>
          </a:stretch>
        </p:blipFill>
        <p:spPr>
          <a:xfrm>
            <a:off x="719993" y="2988475"/>
            <a:ext cx="3497176" cy="1380825"/>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4" name="Shape 1654"/>
        <p:cNvGrpSpPr/>
        <p:nvPr/>
      </p:nvGrpSpPr>
      <p:grpSpPr>
        <a:xfrm>
          <a:off x="0" y="0"/>
          <a:ext cx="0" cy="0"/>
          <a:chOff x="0" y="0"/>
          <a:chExt cx="0" cy="0"/>
        </a:xfrm>
      </p:grpSpPr>
      <p:sp>
        <p:nvSpPr>
          <p:cNvPr id="1655" name="Google Shape;1655;p164"/>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Object Construction</a:t>
            </a:r>
            <a:endParaRPr b="1" sz="2300">
              <a:solidFill>
                <a:schemeClr val="lt2"/>
              </a:solidFill>
            </a:endParaRPr>
          </a:p>
        </p:txBody>
      </p:sp>
      <p:sp>
        <p:nvSpPr>
          <p:cNvPr id="1656" name="Google Shape;1656;p164"/>
          <p:cNvSpPr txBox="1"/>
          <p:nvPr>
            <p:ph idx="1" type="body"/>
          </p:nvPr>
        </p:nvSpPr>
        <p:spPr>
          <a:xfrm>
            <a:off x="720000" y="1002575"/>
            <a:ext cx="43338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Operation:</a:t>
            </a:r>
            <a:endParaRPr sz="1000"/>
          </a:p>
          <a:p>
            <a:pPr indent="-292100" lvl="0" marL="457200" rtl="0" algn="l">
              <a:lnSpc>
                <a:spcPct val="90000"/>
              </a:lnSpc>
              <a:spcBef>
                <a:spcPts val="600"/>
              </a:spcBef>
              <a:spcAft>
                <a:spcPts val="0"/>
              </a:spcAft>
              <a:buSzPts val="1000"/>
              <a:buAutoNum type="arabicPeriod"/>
            </a:pPr>
            <a:r>
              <a:rPr lang="en" sz="1000"/>
              <a:t>High-level program creates an object variable</a:t>
            </a:r>
            <a:endParaRPr sz="1000"/>
          </a:p>
          <a:p>
            <a:pPr indent="-292100" lvl="0" marL="457200" rtl="0" algn="l">
              <a:lnSpc>
                <a:spcPct val="90000"/>
              </a:lnSpc>
              <a:spcBef>
                <a:spcPts val="0"/>
              </a:spcBef>
              <a:spcAft>
                <a:spcPts val="0"/>
              </a:spcAft>
              <a:buSzPts val="1000"/>
              <a:buAutoNum type="arabicPeriod"/>
            </a:pPr>
            <a:r>
              <a:rPr lang="en" sz="1000"/>
              <a:t>High-level program calls the constructor to build an object and associate point </a:t>
            </a:r>
            <a:r>
              <a:rPr lang="en" sz="1000"/>
              <a:t>with</a:t>
            </a:r>
            <a:r>
              <a:rPr lang="en" sz="1000"/>
              <a:t> p variable</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Whenever a new object is needed, the constructor sends a request to the operating system to allocate space for the new object.</a:t>
            </a:r>
            <a:endParaRPr sz="1000"/>
          </a:p>
        </p:txBody>
      </p:sp>
      <p:pic>
        <p:nvPicPr>
          <p:cNvPr id="1657" name="Google Shape;1657;p164"/>
          <p:cNvPicPr preferRelativeResize="0"/>
          <p:nvPr/>
        </p:nvPicPr>
        <p:blipFill>
          <a:blip r:embed="rId3">
            <a:alphaModFix/>
          </a:blip>
          <a:stretch>
            <a:fillRect/>
          </a:stretch>
        </p:blipFill>
        <p:spPr>
          <a:xfrm>
            <a:off x="7061847" y="870572"/>
            <a:ext cx="1602754" cy="3568800"/>
          </a:xfrm>
          <a:prstGeom prst="rect">
            <a:avLst/>
          </a:prstGeom>
          <a:noFill/>
          <a:ln>
            <a:noFill/>
          </a:ln>
        </p:spPr>
      </p:pic>
      <p:pic>
        <p:nvPicPr>
          <p:cNvPr id="1658" name="Google Shape;1658;p164"/>
          <p:cNvPicPr preferRelativeResize="0"/>
          <p:nvPr/>
        </p:nvPicPr>
        <p:blipFill>
          <a:blip r:embed="rId4">
            <a:alphaModFix/>
          </a:blip>
          <a:stretch>
            <a:fillRect/>
          </a:stretch>
        </p:blipFill>
        <p:spPr>
          <a:xfrm>
            <a:off x="5053719" y="1031825"/>
            <a:ext cx="1887300" cy="880425"/>
          </a:xfrm>
          <a:prstGeom prst="rect">
            <a:avLst/>
          </a:prstGeom>
          <a:noFill/>
          <a:ln>
            <a:noFill/>
          </a:ln>
        </p:spPr>
      </p:pic>
      <p:sp>
        <p:nvSpPr>
          <p:cNvPr id="1659" name="Google Shape;1659;p164"/>
          <p:cNvSpPr/>
          <p:nvPr/>
        </p:nvSpPr>
        <p:spPr>
          <a:xfrm>
            <a:off x="4753025" y="1279128"/>
            <a:ext cx="404100" cy="168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660" name="Google Shape;1660;p164"/>
          <p:cNvSpPr/>
          <p:nvPr/>
        </p:nvSpPr>
        <p:spPr>
          <a:xfrm rot="160788">
            <a:off x="4690024" y="1532500"/>
            <a:ext cx="404242" cy="168181"/>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661" name="Google Shape;1661;p164"/>
          <p:cNvSpPr/>
          <p:nvPr/>
        </p:nvSpPr>
        <p:spPr>
          <a:xfrm rot="1465534">
            <a:off x="6074352" y="1671332"/>
            <a:ext cx="1933445" cy="16808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662" name="Google Shape;1662;p164"/>
          <p:cNvSpPr/>
          <p:nvPr/>
        </p:nvSpPr>
        <p:spPr>
          <a:xfrm rot="3331225">
            <a:off x="6319423" y="2378821"/>
            <a:ext cx="1865884" cy="168089"/>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6" name="Shape 1666"/>
        <p:cNvGrpSpPr/>
        <p:nvPr/>
      </p:nvGrpSpPr>
      <p:grpSpPr>
        <a:xfrm>
          <a:off x="0" y="0"/>
          <a:ext cx="0" cy="0"/>
          <a:chOff x="0" y="0"/>
          <a:chExt cx="0" cy="0"/>
        </a:xfrm>
      </p:grpSpPr>
      <p:sp>
        <p:nvSpPr>
          <p:cNvPr id="1667" name="Google Shape;1667;p16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Object Destruction</a:t>
            </a:r>
            <a:endParaRPr b="1" sz="2300">
              <a:solidFill>
                <a:schemeClr val="lt2"/>
              </a:solidFill>
            </a:endParaRPr>
          </a:p>
        </p:txBody>
      </p:sp>
      <p:sp>
        <p:nvSpPr>
          <p:cNvPr id="1668" name="Google Shape;1668;p165"/>
          <p:cNvSpPr txBox="1"/>
          <p:nvPr>
            <p:ph idx="1" type="body"/>
          </p:nvPr>
        </p:nvSpPr>
        <p:spPr>
          <a:xfrm>
            <a:off x="720000" y="1002575"/>
            <a:ext cx="47331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When an object is no longer necessary, the disposer will recycle the memory block associated to the unnecessary object. This will free the space of data.</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800"/>
              <a:t>(In languages like Java and C#, they have a garbage collector, meaning deallocation of objects is handled automatically.)</a:t>
            </a:r>
            <a:endParaRPr sz="800"/>
          </a:p>
        </p:txBody>
      </p:sp>
      <p:pic>
        <p:nvPicPr>
          <p:cNvPr id="1669" name="Google Shape;1669;p165"/>
          <p:cNvPicPr preferRelativeResize="0"/>
          <p:nvPr/>
        </p:nvPicPr>
        <p:blipFill>
          <a:blip r:embed="rId3">
            <a:alphaModFix/>
          </a:blip>
          <a:stretch>
            <a:fillRect/>
          </a:stretch>
        </p:blipFill>
        <p:spPr>
          <a:xfrm>
            <a:off x="5395574" y="1171425"/>
            <a:ext cx="1733975" cy="804300"/>
          </a:xfrm>
          <a:prstGeom prst="rect">
            <a:avLst/>
          </a:prstGeom>
          <a:noFill/>
          <a:ln>
            <a:noFill/>
          </a:ln>
        </p:spPr>
      </p:pic>
      <p:pic>
        <p:nvPicPr>
          <p:cNvPr id="1670" name="Google Shape;1670;p165"/>
          <p:cNvPicPr preferRelativeResize="0"/>
          <p:nvPr/>
        </p:nvPicPr>
        <p:blipFill>
          <a:blip r:embed="rId4">
            <a:alphaModFix/>
          </a:blip>
          <a:stretch>
            <a:fillRect/>
          </a:stretch>
        </p:blipFill>
        <p:spPr>
          <a:xfrm>
            <a:off x="7176315" y="929050"/>
            <a:ext cx="1514775" cy="3372900"/>
          </a:xfrm>
          <a:prstGeom prst="rect">
            <a:avLst/>
          </a:prstGeom>
          <a:noFill/>
          <a:ln>
            <a:noFill/>
          </a:ln>
        </p:spPr>
      </p:pic>
      <p:sp>
        <p:nvSpPr>
          <p:cNvPr id="1671" name="Google Shape;1671;p165"/>
          <p:cNvSpPr/>
          <p:nvPr/>
        </p:nvSpPr>
        <p:spPr>
          <a:xfrm>
            <a:off x="7598650" y="2039887"/>
            <a:ext cx="525000" cy="323100"/>
          </a:xfrm>
          <a:prstGeom prst="mathMultiply">
            <a:avLst>
              <a:gd fmla="val 23520" name="adj1"/>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672" name="Google Shape;1672;p165"/>
          <p:cNvSpPr/>
          <p:nvPr/>
        </p:nvSpPr>
        <p:spPr>
          <a:xfrm>
            <a:off x="7555800" y="3155012"/>
            <a:ext cx="525000" cy="323100"/>
          </a:xfrm>
          <a:prstGeom prst="mathMultiply">
            <a:avLst>
              <a:gd fmla="val 23520" name="adj1"/>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id="1677" name="Google Shape;1677;p16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Linked List (freeList)</a:t>
            </a:r>
            <a:endParaRPr b="1" sz="2300">
              <a:solidFill>
                <a:schemeClr val="lt2"/>
              </a:solidFill>
            </a:endParaRPr>
          </a:p>
        </p:txBody>
      </p:sp>
      <p:sp>
        <p:nvSpPr>
          <p:cNvPr id="1678" name="Google Shape;1678;p166"/>
          <p:cNvSpPr txBox="1"/>
          <p:nvPr>
            <p:ph idx="1" type="body"/>
          </p:nvPr>
        </p:nvSpPr>
        <p:spPr>
          <a:xfrm>
            <a:off x="720000" y="1002575"/>
            <a:ext cx="47331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Helps keep track of available heap segments</a:t>
            </a:r>
            <a:endParaRPr sz="1000"/>
          </a:p>
          <a:p>
            <a:pPr indent="-292100" lvl="0" marL="457200" rtl="0" algn="l">
              <a:lnSpc>
                <a:spcPct val="90000"/>
              </a:lnSpc>
              <a:spcBef>
                <a:spcPts val="600"/>
              </a:spcBef>
              <a:spcAft>
                <a:spcPts val="0"/>
              </a:spcAft>
              <a:buSzPts val="1000"/>
              <a:buChar char="-"/>
            </a:pPr>
            <a:r>
              <a:rPr lang="en" sz="1000"/>
              <a:t>Keeps two overhead words that includes the size and a pointer to the next segment in the freeList</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Allocation:</a:t>
            </a:r>
            <a:endParaRPr sz="1000"/>
          </a:p>
          <a:p>
            <a:pPr indent="-292100" lvl="0" marL="457200" rtl="0" algn="l">
              <a:lnSpc>
                <a:spcPct val="90000"/>
              </a:lnSpc>
              <a:spcBef>
                <a:spcPts val="600"/>
              </a:spcBef>
              <a:spcAft>
                <a:spcPts val="0"/>
              </a:spcAft>
              <a:buSzPts val="1000"/>
              <a:buAutoNum type="arabicPeriod"/>
            </a:pPr>
            <a:r>
              <a:rPr lang="en" sz="1000"/>
              <a:t>Search through the freeList until you find a block with enough size, then remove the segment from the freeList and hand its pointer to the caller</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Deallocation:</a:t>
            </a:r>
            <a:endParaRPr sz="1000"/>
          </a:p>
          <a:p>
            <a:pPr indent="-292100" lvl="0" marL="457200" rtl="0" algn="l">
              <a:lnSpc>
                <a:spcPct val="90000"/>
              </a:lnSpc>
              <a:spcBef>
                <a:spcPts val="600"/>
              </a:spcBef>
              <a:spcAft>
                <a:spcPts val="0"/>
              </a:spcAft>
              <a:buSzPts val="1000"/>
              <a:buAutoNum type="arabicPeriod"/>
            </a:pPr>
            <a:r>
              <a:rPr lang="en" sz="1000"/>
              <a:t>Add the object segment to the end of the freeList</a:t>
            </a:r>
            <a:endParaRPr sz="1000"/>
          </a:p>
        </p:txBody>
      </p:sp>
      <p:pic>
        <p:nvPicPr>
          <p:cNvPr id="1679" name="Google Shape;1679;p166"/>
          <p:cNvPicPr preferRelativeResize="0"/>
          <p:nvPr/>
        </p:nvPicPr>
        <p:blipFill>
          <a:blip r:embed="rId3">
            <a:alphaModFix/>
          </a:blip>
          <a:stretch>
            <a:fillRect/>
          </a:stretch>
        </p:blipFill>
        <p:spPr>
          <a:xfrm>
            <a:off x="6558125" y="1002574"/>
            <a:ext cx="1598100" cy="1259225"/>
          </a:xfrm>
          <a:prstGeom prst="rect">
            <a:avLst/>
          </a:prstGeom>
          <a:noFill/>
          <a:ln>
            <a:noFill/>
          </a:ln>
        </p:spPr>
      </p:pic>
      <p:pic>
        <p:nvPicPr>
          <p:cNvPr id="1680" name="Google Shape;1680;p166"/>
          <p:cNvPicPr preferRelativeResize="0"/>
          <p:nvPr/>
        </p:nvPicPr>
        <p:blipFill>
          <a:blip r:embed="rId4">
            <a:alphaModFix/>
          </a:blip>
          <a:stretch>
            <a:fillRect/>
          </a:stretch>
        </p:blipFill>
        <p:spPr>
          <a:xfrm>
            <a:off x="6473975" y="2624400"/>
            <a:ext cx="1766400" cy="1713675"/>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grpSp>
        <p:nvGrpSpPr>
          <p:cNvPr id="1685" name="Google Shape;1685;p167"/>
          <p:cNvGrpSpPr/>
          <p:nvPr/>
        </p:nvGrpSpPr>
        <p:grpSpPr>
          <a:xfrm flipH="1">
            <a:off x="1837996" y="726625"/>
            <a:ext cx="6578100" cy="3438300"/>
            <a:chOff x="772525" y="726625"/>
            <a:chExt cx="6578100" cy="3438300"/>
          </a:xfrm>
        </p:grpSpPr>
        <p:sp>
          <p:nvSpPr>
            <p:cNvPr id="1686" name="Google Shape;1686;p167"/>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67"/>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8" name="Google Shape;1688;p167"/>
          <p:cNvGrpSpPr/>
          <p:nvPr/>
        </p:nvGrpSpPr>
        <p:grpSpPr>
          <a:xfrm flipH="1">
            <a:off x="4066704" y="3324200"/>
            <a:ext cx="3447300" cy="962400"/>
            <a:chOff x="4924175" y="3441525"/>
            <a:chExt cx="3447300" cy="962400"/>
          </a:xfrm>
        </p:grpSpPr>
        <p:sp>
          <p:nvSpPr>
            <p:cNvPr id="1689" name="Google Shape;1689;p167"/>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67"/>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1" name="Google Shape;1691;p167"/>
          <p:cNvGrpSpPr/>
          <p:nvPr/>
        </p:nvGrpSpPr>
        <p:grpSpPr>
          <a:xfrm flipH="1">
            <a:off x="839620" y="2361876"/>
            <a:ext cx="1864833" cy="1637043"/>
            <a:chOff x="1054812" y="1029590"/>
            <a:chExt cx="3436214" cy="3912627"/>
          </a:xfrm>
        </p:grpSpPr>
        <p:sp>
          <p:nvSpPr>
            <p:cNvPr id="1692" name="Google Shape;1692;p167"/>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67"/>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4" name="Google Shape;1694;p167"/>
          <p:cNvSpPr txBox="1"/>
          <p:nvPr>
            <p:ph type="title"/>
          </p:nvPr>
        </p:nvSpPr>
        <p:spPr>
          <a:xfrm>
            <a:off x="2795350" y="1577375"/>
            <a:ext cx="5250600" cy="7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Graphics</a:t>
            </a:r>
            <a:endParaRPr sz="4100"/>
          </a:p>
        </p:txBody>
      </p:sp>
      <p:sp>
        <p:nvSpPr>
          <p:cNvPr id="1695" name="Google Shape;1695;p167"/>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696" name="Google Shape;1696;p167"/>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697" name="Google Shape;1697;p167"/>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698" name="Google Shape;1698;p167"/>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699" name="Google Shape;1699;p167"/>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700" name="Google Shape;1700;p167"/>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4" name="Shape 1704"/>
        <p:cNvGrpSpPr/>
        <p:nvPr/>
      </p:nvGrpSpPr>
      <p:grpSpPr>
        <a:xfrm>
          <a:off x="0" y="0"/>
          <a:ext cx="0" cy="0"/>
          <a:chOff x="0" y="0"/>
          <a:chExt cx="0" cy="0"/>
        </a:xfrm>
      </p:grpSpPr>
      <p:sp>
        <p:nvSpPr>
          <p:cNvPr id="1705" name="Google Shape;1705;p168"/>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The Screen Class</a:t>
            </a:r>
            <a:endParaRPr b="1" sz="2300">
              <a:solidFill>
                <a:schemeClr val="lt2"/>
              </a:solidFill>
            </a:endParaRPr>
          </a:p>
        </p:txBody>
      </p:sp>
      <p:sp>
        <p:nvSpPr>
          <p:cNvPr id="1706" name="Google Shape;1706;p168"/>
          <p:cNvSpPr txBox="1"/>
          <p:nvPr>
            <p:ph idx="1" type="body"/>
          </p:nvPr>
        </p:nvSpPr>
        <p:spPr>
          <a:xfrm>
            <a:off x="720000" y="1002575"/>
            <a:ext cx="4733100" cy="3568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Handles all graphical operations of our programs</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Library includes:</a:t>
            </a:r>
            <a:endParaRPr sz="1000"/>
          </a:p>
          <a:p>
            <a:pPr indent="-292100" lvl="0" marL="457200" rtl="0" algn="l">
              <a:lnSpc>
                <a:spcPct val="115000"/>
              </a:lnSpc>
              <a:spcBef>
                <a:spcPts val="600"/>
              </a:spcBef>
              <a:spcAft>
                <a:spcPts val="0"/>
              </a:spcAft>
              <a:buSzPts val="1000"/>
              <a:buChar char="-"/>
            </a:pPr>
            <a:r>
              <a:rPr lang="en" sz="1000"/>
              <a:t>clearScreen()</a:t>
            </a:r>
            <a:endParaRPr sz="1000"/>
          </a:p>
          <a:p>
            <a:pPr indent="-292100" lvl="0" marL="457200" rtl="0" algn="l">
              <a:lnSpc>
                <a:spcPct val="115000"/>
              </a:lnSpc>
              <a:spcBef>
                <a:spcPts val="0"/>
              </a:spcBef>
              <a:spcAft>
                <a:spcPts val="0"/>
              </a:spcAft>
              <a:buSzPts val="1000"/>
              <a:buChar char="-"/>
            </a:pPr>
            <a:r>
              <a:rPr lang="en" sz="1000"/>
              <a:t>setColor(boolean b)</a:t>
            </a:r>
            <a:endParaRPr sz="1000"/>
          </a:p>
          <a:p>
            <a:pPr indent="-292100" lvl="0" marL="457200" rtl="0" algn="l">
              <a:lnSpc>
                <a:spcPct val="115000"/>
              </a:lnSpc>
              <a:spcBef>
                <a:spcPts val="0"/>
              </a:spcBef>
              <a:spcAft>
                <a:spcPts val="0"/>
              </a:spcAft>
              <a:buSzPts val="1000"/>
              <a:buChar char="-"/>
            </a:pPr>
            <a:r>
              <a:rPr lang="en" sz="1000"/>
              <a:t>drawPixel(int x, int y)</a:t>
            </a:r>
            <a:endParaRPr sz="1000"/>
          </a:p>
          <a:p>
            <a:pPr indent="-292100" lvl="0" marL="457200" rtl="0" algn="l">
              <a:lnSpc>
                <a:spcPct val="115000"/>
              </a:lnSpc>
              <a:spcBef>
                <a:spcPts val="0"/>
              </a:spcBef>
              <a:spcAft>
                <a:spcPts val="0"/>
              </a:spcAft>
              <a:buSzPts val="1000"/>
              <a:buChar char="-"/>
            </a:pPr>
            <a:r>
              <a:rPr lang="en" sz="1000"/>
              <a:t>d</a:t>
            </a:r>
            <a:r>
              <a:rPr lang="en" sz="1000"/>
              <a:t>rawLine(int x1, int y2, int x2, int y2)</a:t>
            </a:r>
            <a:endParaRPr sz="1000"/>
          </a:p>
          <a:p>
            <a:pPr indent="-292100" lvl="0" marL="457200" rtl="0" algn="l">
              <a:lnSpc>
                <a:spcPct val="115000"/>
              </a:lnSpc>
              <a:spcBef>
                <a:spcPts val="0"/>
              </a:spcBef>
              <a:spcAft>
                <a:spcPts val="0"/>
              </a:spcAft>
              <a:buSzPts val="1000"/>
              <a:buChar char="-"/>
            </a:pPr>
            <a:r>
              <a:rPr lang="en" sz="1000"/>
              <a:t>drawRectangle</a:t>
            </a:r>
            <a:r>
              <a:rPr lang="en" sz="1000"/>
              <a:t>(int x1, int y2, int x2, int y2)</a:t>
            </a:r>
            <a:endParaRPr sz="1000"/>
          </a:p>
          <a:p>
            <a:pPr indent="-292100" lvl="0" marL="457200" rtl="0" algn="l">
              <a:lnSpc>
                <a:spcPct val="115000"/>
              </a:lnSpc>
              <a:spcBef>
                <a:spcPts val="0"/>
              </a:spcBef>
              <a:spcAft>
                <a:spcPts val="0"/>
              </a:spcAft>
              <a:buSzPts val="1000"/>
              <a:buChar char="-"/>
            </a:pPr>
            <a:r>
              <a:rPr lang="en" sz="1000"/>
              <a:t>drawCircle(int x, int y, int r)</a:t>
            </a:r>
            <a:endParaRPr sz="1000"/>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0" name="Shape 1710"/>
        <p:cNvGrpSpPr/>
        <p:nvPr/>
      </p:nvGrpSpPr>
      <p:grpSpPr>
        <a:xfrm>
          <a:off x="0" y="0"/>
          <a:ext cx="0" cy="0"/>
          <a:chOff x="0" y="0"/>
          <a:chExt cx="0" cy="0"/>
        </a:xfrm>
      </p:grpSpPr>
      <p:sp>
        <p:nvSpPr>
          <p:cNvPr id="1711" name="Google Shape;1711;p169"/>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Techniques</a:t>
            </a:r>
            <a:endParaRPr b="1" sz="2300">
              <a:solidFill>
                <a:schemeClr val="lt2"/>
              </a:solidFill>
            </a:endParaRPr>
          </a:p>
        </p:txBody>
      </p:sp>
      <p:sp>
        <p:nvSpPr>
          <p:cNvPr id="1712" name="Google Shape;1712;p169"/>
          <p:cNvSpPr txBox="1"/>
          <p:nvPr>
            <p:ph idx="1" type="body"/>
          </p:nvPr>
        </p:nvSpPr>
        <p:spPr>
          <a:xfrm>
            <a:off x="720000" y="1002575"/>
            <a:ext cx="40734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Two Common Techniques are the “Vector Graphics” and the “Bitmap Graphics”</a:t>
            </a:r>
            <a:endParaRPr sz="1000"/>
          </a:p>
        </p:txBody>
      </p:sp>
      <p:grpSp>
        <p:nvGrpSpPr>
          <p:cNvPr id="1713" name="Google Shape;1713;p169"/>
          <p:cNvGrpSpPr/>
          <p:nvPr/>
        </p:nvGrpSpPr>
        <p:grpSpPr>
          <a:xfrm>
            <a:off x="4920679" y="1232016"/>
            <a:ext cx="3578286" cy="2651706"/>
            <a:chOff x="5282350" y="1143828"/>
            <a:chExt cx="3386925" cy="2509896"/>
          </a:xfrm>
        </p:grpSpPr>
        <p:pic>
          <p:nvPicPr>
            <p:cNvPr id="1714" name="Google Shape;1714;p169"/>
            <p:cNvPicPr preferRelativeResize="0"/>
            <p:nvPr/>
          </p:nvPicPr>
          <p:blipFill>
            <a:blip r:embed="rId3">
              <a:alphaModFix/>
            </a:blip>
            <a:stretch>
              <a:fillRect/>
            </a:stretch>
          </p:blipFill>
          <p:spPr>
            <a:xfrm>
              <a:off x="5282350" y="1143828"/>
              <a:ext cx="3386099" cy="2509896"/>
            </a:xfrm>
            <a:prstGeom prst="rect">
              <a:avLst/>
            </a:prstGeom>
            <a:noFill/>
            <a:ln>
              <a:noFill/>
            </a:ln>
          </p:spPr>
        </p:pic>
        <p:pic>
          <p:nvPicPr>
            <p:cNvPr id="1715" name="Google Shape;1715;p169"/>
            <p:cNvPicPr preferRelativeResize="0"/>
            <p:nvPr/>
          </p:nvPicPr>
          <p:blipFill>
            <a:blip r:embed="rId4">
              <a:alphaModFix/>
            </a:blip>
            <a:stretch>
              <a:fillRect/>
            </a:stretch>
          </p:blipFill>
          <p:spPr>
            <a:xfrm rot="5400000">
              <a:off x="8341775" y="3325350"/>
              <a:ext cx="505850" cy="149150"/>
            </a:xfrm>
            <a:prstGeom prst="rect">
              <a:avLst/>
            </a:prstGeom>
            <a:noFill/>
            <a:ln>
              <a:noFill/>
            </a:ln>
          </p:spPr>
        </p:pic>
      </p:gr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9" name="Shape 1719"/>
        <p:cNvGrpSpPr/>
        <p:nvPr/>
      </p:nvGrpSpPr>
      <p:grpSpPr>
        <a:xfrm>
          <a:off x="0" y="0"/>
          <a:ext cx="0" cy="0"/>
          <a:chOff x="0" y="0"/>
          <a:chExt cx="0" cy="0"/>
        </a:xfrm>
      </p:grpSpPr>
      <p:sp>
        <p:nvSpPr>
          <p:cNvPr id="1720" name="Google Shape;1720;p17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Bitmap Graphics</a:t>
            </a:r>
            <a:endParaRPr b="1" sz="2300">
              <a:solidFill>
                <a:schemeClr val="lt2"/>
              </a:solidFill>
            </a:endParaRPr>
          </a:p>
        </p:txBody>
      </p:sp>
      <p:sp>
        <p:nvSpPr>
          <p:cNvPr id="1721" name="Google Shape;1721;p170"/>
          <p:cNvSpPr txBox="1"/>
          <p:nvPr>
            <p:ph idx="1" type="body"/>
          </p:nvPr>
        </p:nvSpPr>
        <p:spPr>
          <a:xfrm>
            <a:off x="720000" y="1002575"/>
            <a:ext cx="40734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Records information about the image</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Separate the graphics files by row. In each row, for every white pixel, output a 0. For every black pixel, output a 1.</a:t>
            </a:r>
            <a:endParaRPr sz="1000"/>
          </a:p>
        </p:txBody>
      </p:sp>
      <p:pic>
        <p:nvPicPr>
          <p:cNvPr id="1722" name="Google Shape;1722;p170"/>
          <p:cNvPicPr preferRelativeResize="0"/>
          <p:nvPr/>
        </p:nvPicPr>
        <p:blipFill>
          <a:blip r:embed="rId3">
            <a:alphaModFix/>
          </a:blip>
          <a:stretch>
            <a:fillRect/>
          </a:stretch>
        </p:blipFill>
        <p:spPr>
          <a:xfrm>
            <a:off x="4912150" y="1063725"/>
            <a:ext cx="3593500" cy="1823975"/>
          </a:xfrm>
          <a:prstGeom prst="rect">
            <a:avLst/>
          </a:prstGeom>
          <a:noFill/>
          <a:ln>
            <a:noFill/>
          </a:ln>
        </p:spPr>
      </p:pic>
      <p:pic>
        <p:nvPicPr>
          <p:cNvPr id="1723" name="Google Shape;1723;p170"/>
          <p:cNvPicPr preferRelativeResize="0"/>
          <p:nvPr/>
        </p:nvPicPr>
        <p:blipFill>
          <a:blip r:embed="rId4">
            <a:alphaModFix/>
          </a:blip>
          <a:stretch>
            <a:fillRect/>
          </a:stretch>
        </p:blipFill>
        <p:spPr>
          <a:xfrm>
            <a:off x="4912150" y="2963900"/>
            <a:ext cx="1645150" cy="1521475"/>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17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Vector</a:t>
            </a:r>
            <a:r>
              <a:rPr b="1" lang="en" sz="2300">
                <a:solidFill>
                  <a:schemeClr val="lt2"/>
                </a:solidFill>
              </a:rPr>
              <a:t> Graphics</a:t>
            </a:r>
            <a:endParaRPr b="1" sz="2300">
              <a:solidFill>
                <a:schemeClr val="lt2"/>
              </a:solidFill>
            </a:endParaRPr>
          </a:p>
        </p:txBody>
      </p:sp>
      <p:sp>
        <p:nvSpPr>
          <p:cNvPr id="1729" name="Google Shape;1729;p171"/>
          <p:cNvSpPr txBox="1"/>
          <p:nvPr>
            <p:ph idx="1" type="body"/>
          </p:nvPr>
        </p:nvSpPr>
        <p:spPr>
          <a:xfrm>
            <a:off x="720000" y="1002575"/>
            <a:ext cx="40734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Records instructions on how to produce image using coordinates.</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Look at image in terms of row and column. Draw lines and rectangles using the least amount of instructions.</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Basic Instructions:</a:t>
            </a:r>
            <a:endParaRPr sz="1000"/>
          </a:p>
          <a:p>
            <a:pPr indent="0" lvl="0" marL="0" rtl="0" algn="l">
              <a:lnSpc>
                <a:spcPct val="115000"/>
              </a:lnSpc>
              <a:spcBef>
                <a:spcPts val="600"/>
              </a:spcBef>
              <a:spcAft>
                <a:spcPts val="0"/>
              </a:spcAft>
              <a:buNone/>
            </a:pPr>
            <a:r>
              <a:rPr lang="en" sz="1000"/>
              <a:t>drawLine(int x1, int y2, int x2, int y2)</a:t>
            </a:r>
            <a:endParaRPr sz="1000"/>
          </a:p>
          <a:p>
            <a:pPr indent="0" lvl="0" marL="0" rtl="0" algn="l">
              <a:lnSpc>
                <a:spcPct val="115000"/>
              </a:lnSpc>
              <a:spcBef>
                <a:spcPts val="600"/>
              </a:spcBef>
              <a:spcAft>
                <a:spcPts val="0"/>
              </a:spcAft>
              <a:buNone/>
            </a:pPr>
            <a:r>
              <a:rPr lang="en" sz="1000"/>
              <a:t>drawRectangle(int x1, int y2, int x2, int y2)</a:t>
            </a:r>
            <a:endParaRPr sz="1000"/>
          </a:p>
          <a:p>
            <a:pPr indent="0" lvl="0" marL="0" rtl="0" algn="l">
              <a:lnSpc>
                <a:spcPct val="115000"/>
              </a:lnSpc>
              <a:spcBef>
                <a:spcPts val="600"/>
              </a:spcBef>
              <a:spcAft>
                <a:spcPts val="0"/>
              </a:spcAft>
              <a:buNone/>
            </a:pPr>
            <a:r>
              <a:rPr lang="en" sz="1000"/>
              <a:t>drawCircle(int x, int y, int r)</a:t>
            </a:r>
            <a:endParaRPr sz="1000"/>
          </a:p>
          <a:p>
            <a:pPr indent="0" lvl="0" marL="0" rtl="0" algn="l">
              <a:lnSpc>
                <a:spcPct val="115000"/>
              </a:lnSpc>
              <a:spcBef>
                <a:spcPts val="600"/>
              </a:spcBef>
              <a:spcAft>
                <a:spcPts val="0"/>
              </a:spcAft>
              <a:buNone/>
            </a:pPr>
            <a:r>
              <a:t/>
            </a:r>
            <a:endParaRPr sz="1000"/>
          </a:p>
        </p:txBody>
      </p:sp>
      <p:pic>
        <p:nvPicPr>
          <p:cNvPr id="1730" name="Google Shape;1730;p171"/>
          <p:cNvPicPr preferRelativeResize="0"/>
          <p:nvPr/>
        </p:nvPicPr>
        <p:blipFill>
          <a:blip r:embed="rId3">
            <a:alphaModFix/>
          </a:blip>
          <a:stretch>
            <a:fillRect/>
          </a:stretch>
        </p:blipFill>
        <p:spPr>
          <a:xfrm>
            <a:off x="4912150" y="1063725"/>
            <a:ext cx="3593500" cy="1823975"/>
          </a:xfrm>
          <a:prstGeom prst="rect">
            <a:avLst/>
          </a:prstGeom>
          <a:noFill/>
          <a:ln>
            <a:noFill/>
          </a:ln>
        </p:spPr>
      </p:pic>
      <p:pic>
        <p:nvPicPr>
          <p:cNvPr id="1731" name="Google Shape;1731;p171"/>
          <p:cNvPicPr preferRelativeResize="0"/>
          <p:nvPr/>
        </p:nvPicPr>
        <p:blipFill>
          <a:blip r:embed="rId4">
            <a:alphaModFix/>
          </a:blip>
          <a:stretch>
            <a:fillRect/>
          </a:stretch>
        </p:blipFill>
        <p:spPr>
          <a:xfrm>
            <a:off x="4912150" y="2963900"/>
            <a:ext cx="1597747" cy="1521475"/>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sp>
        <p:nvSpPr>
          <p:cNvPr id="1736" name="Google Shape;1736;p17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Differences in Scaling</a:t>
            </a:r>
            <a:endParaRPr b="1" sz="2300">
              <a:solidFill>
                <a:schemeClr val="lt2"/>
              </a:solidFill>
            </a:endParaRPr>
          </a:p>
        </p:txBody>
      </p:sp>
      <p:sp>
        <p:nvSpPr>
          <p:cNvPr id="1737" name="Google Shape;1737;p172"/>
          <p:cNvSpPr txBox="1"/>
          <p:nvPr>
            <p:ph idx="1" type="body"/>
          </p:nvPr>
        </p:nvSpPr>
        <p:spPr>
          <a:xfrm>
            <a:off x="720000" y="1002575"/>
            <a:ext cx="43965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Vector graphics allow for perfect scaling when enlarging images. Because vectors use instructions, all that is needed is to proportionally increase its instructions.</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Bitmap graphics look dull when scaled because no new information is added to the image. Retaining a fixed resolution means to scale the image, software needs to use </a:t>
            </a:r>
            <a:r>
              <a:rPr lang="en" sz="1000"/>
              <a:t>algorithm</a:t>
            </a:r>
            <a:r>
              <a:rPr lang="en" sz="1000"/>
              <a:t> like interpolation or average-color summing, which leads to a less detailed appearance.</a:t>
            </a:r>
            <a:endParaRPr sz="1000"/>
          </a:p>
        </p:txBody>
      </p:sp>
      <p:pic>
        <p:nvPicPr>
          <p:cNvPr id="1738" name="Google Shape;1738;p172"/>
          <p:cNvPicPr preferRelativeResize="0"/>
          <p:nvPr/>
        </p:nvPicPr>
        <p:blipFill>
          <a:blip r:embed="rId3">
            <a:alphaModFix/>
          </a:blip>
          <a:stretch>
            <a:fillRect/>
          </a:stretch>
        </p:blipFill>
        <p:spPr>
          <a:xfrm>
            <a:off x="5116550" y="1103551"/>
            <a:ext cx="3488576" cy="1300700"/>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2" name="Shape 1742"/>
        <p:cNvGrpSpPr/>
        <p:nvPr/>
      </p:nvGrpSpPr>
      <p:grpSpPr>
        <a:xfrm>
          <a:off x="0" y="0"/>
          <a:ext cx="0" cy="0"/>
          <a:chOff x="0" y="0"/>
          <a:chExt cx="0" cy="0"/>
        </a:xfrm>
      </p:grpSpPr>
      <p:sp>
        <p:nvSpPr>
          <p:cNvPr id="1743" name="Google Shape;1743;p17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Differences in Storing</a:t>
            </a:r>
            <a:endParaRPr b="1" sz="2300">
              <a:solidFill>
                <a:schemeClr val="lt2"/>
              </a:solidFill>
            </a:endParaRPr>
          </a:p>
        </p:txBody>
      </p:sp>
      <p:sp>
        <p:nvSpPr>
          <p:cNvPr id="1744" name="Google Shape;1744;p173"/>
          <p:cNvSpPr txBox="1"/>
          <p:nvPr>
            <p:ph idx="1" type="body"/>
          </p:nvPr>
        </p:nvSpPr>
        <p:spPr>
          <a:xfrm>
            <a:off x="720000" y="1002575"/>
            <a:ext cx="43965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Vector graphics contain relatively little information because they are instructions rather than information on each pixel. That also makes vector graphics easier to transmit.</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Vector graphics can also be turned into bitmap graphics.</a:t>
            </a:r>
            <a:endParaRPr sz="1000"/>
          </a:p>
        </p:txBody>
      </p:sp>
      <p:pic>
        <p:nvPicPr>
          <p:cNvPr id="1745" name="Google Shape;1745;p173"/>
          <p:cNvPicPr preferRelativeResize="0"/>
          <p:nvPr/>
        </p:nvPicPr>
        <p:blipFill>
          <a:blip r:embed="rId3">
            <a:alphaModFix/>
          </a:blip>
          <a:stretch>
            <a:fillRect/>
          </a:stretch>
        </p:blipFill>
        <p:spPr>
          <a:xfrm>
            <a:off x="5116550" y="1103551"/>
            <a:ext cx="3488576" cy="130070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9" name="Shape 1749"/>
        <p:cNvGrpSpPr/>
        <p:nvPr/>
      </p:nvGrpSpPr>
      <p:grpSpPr>
        <a:xfrm>
          <a:off x="0" y="0"/>
          <a:ext cx="0" cy="0"/>
          <a:chOff x="0" y="0"/>
          <a:chExt cx="0" cy="0"/>
        </a:xfrm>
      </p:grpSpPr>
      <p:grpSp>
        <p:nvGrpSpPr>
          <p:cNvPr id="1750" name="Google Shape;1750;p174"/>
          <p:cNvGrpSpPr/>
          <p:nvPr/>
        </p:nvGrpSpPr>
        <p:grpSpPr>
          <a:xfrm flipH="1">
            <a:off x="1837996" y="726625"/>
            <a:ext cx="6578100" cy="3438300"/>
            <a:chOff x="772525" y="726625"/>
            <a:chExt cx="6578100" cy="3438300"/>
          </a:xfrm>
        </p:grpSpPr>
        <p:sp>
          <p:nvSpPr>
            <p:cNvPr id="1751" name="Google Shape;1751;p174"/>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74"/>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3" name="Google Shape;1753;p174"/>
          <p:cNvGrpSpPr/>
          <p:nvPr/>
        </p:nvGrpSpPr>
        <p:grpSpPr>
          <a:xfrm flipH="1">
            <a:off x="4066704" y="3324200"/>
            <a:ext cx="3447300" cy="962400"/>
            <a:chOff x="4924175" y="3441525"/>
            <a:chExt cx="3447300" cy="962400"/>
          </a:xfrm>
        </p:grpSpPr>
        <p:sp>
          <p:nvSpPr>
            <p:cNvPr id="1754" name="Google Shape;1754;p174"/>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174"/>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6" name="Google Shape;1756;p174"/>
          <p:cNvGrpSpPr/>
          <p:nvPr/>
        </p:nvGrpSpPr>
        <p:grpSpPr>
          <a:xfrm flipH="1">
            <a:off x="839620" y="2361876"/>
            <a:ext cx="1864833" cy="1637043"/>
            <a:chOff x="1054812" y="1029590"/>
            <a:chExt cx="3436214" cy="3912627"/>
          </a:xfrm>
        </p:grpSpPr>
        <p:sp>
          <p:nvSpPr>
            <p:cNvPr id="1757" name="Google Shape;1757;p174"/>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174"/>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9" name="Google Shape;1759;p174"/>
          <p:cNvSpPr txBox="1"/>
          <p:nvPr>
            <p:ph type="title"/>
          </p:nvPr>
        </p:nvSpPr>
        <p:spPr>
          <a:xfrm>
            <a:off x="2795350" y="1577375"/>
            <a:ext cx="5250600" cy="7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Textual Outputs</a:t>
            </a:r>
            <a:endParaRPr sz="4100"/>
          </a:p>
        </p:txBody>
      </p:sp>
      <p:sp>
        <p:nvSpPr>
          <p:cNvPr id="1760" name="Google Shape;1760;p174"/>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761" name="Google Shape;1761;p174"/>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762" name="Google Shape;1762;p174"/>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763" name="Google Shape;1763;p174"/>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764" name="Google Shape;1764;p174"/>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765" name="Google Shape;1765;p174"/>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9" name="Shape 1769"/>
        <p:cNvGrpSpPr/>
        <p:nvPr/>
      </p:nvGrpSpPr>
      <p:grpSpPr>
        <a:xfrm>
          <a:off x="0" y="0"/>
          <a:ext cx="0" cy="0"/>
          <a:chOff x="0" y="0"/>
          <a:chExt cx="0" cy="0"/>
        </a:xfrm>
      </p:grpSpPr>
      <p:sp>
        <p:nvSpPr>
          <p:cNvPr id="1770" name="Google Shape;1770;p17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lt2"/>
                </a:solidFill>
              </a:rPr>
              <a:t>Character Set</a:t>
            </a:r>
            <a:endParaRPr b="1" sz="2300">
              <a:solidFill>
                <a:schemeClr val="lt2"/>
              </a:solidFill>
            </a:endParaRPr>
          </a:p>
        </p:txBody>
      </p:sp>
      <p:sp>
        <p:nvSpPr>
          <p:cNvPr id="1771" name="Google Shape;1771;p175"/>
          <p:cNvSpPr txBox="1"/>
          <p:nvPr>
            <p:ph idx="1" type="body"/>
          </p:nvPr>
        </p:nvSpPr>
        <p:spPr>
          <a:xfrm>
            <a:off x="720000" y="1002575"/>
            <a:ext cx="40470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Managed by the OS Class Output</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Printable Characters</a:t>
            </a:r>
            <a:endParaRPr sz="1000"/>
          </a:p>
          <a:p>
            <a:pPr indent="0" lvl="0" marL="0" rtl="0" algn="l">
              <a:lnSpc>
                <a:spcPct val="115000"/>
              </a:lnSpc>
              <a:spcBef>
                <a:spcPts val="600"/>
              </a:spcBef>
              <a:spcAft>
                <a:spcPts val="0"/>
              </a:spcAft>
              <a:buNone/>
            </a:pPr>
            <a:r>
              <a:rPr lang="en" sz="1000"/>
              <a:t>Contains</a:t>
            </a:r>
            <a:r>
              <a:rPr lang="en" sz="1000"/>
              <a:t> a bitmap image representing characters that is displayed to the user</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Non-Printable Characters</a:t>
            </a:r>
            <a:endParaRPr sz="1000"/>
          </a:p>
          <a:p>
            <a:pPr indent="0" lvl="0" marL="0" rtl="0" algn="l">
              <a:lnSpc>
                <a:spcPct val="115000"/>
              </a:lnSpc>
              <a:spcBef>
                <a:spcPts val="600"/>
              </a:spcBef>
              <a:spcAft>
                <a:spcPts val="0"/>
              </a:spcAft>
              <a:buNone/>
            </a:pPr>
            <a:r>
              <a:rPr lang="en" sz="1000"/>
              <a:t>Contains information/instructions but no visual display</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Displayed on a 256 by 512 pixels grid</a:t>
            </a:r>
            <a:endParaRPr sz="1000"/>
          </a:p>
        </p:txBody>
      </p:sp>
      <p:pic>
        <p:nvPicPr>
          <p:cNvPr id="1772" name="Google Shape;1772;p175"/>
          <p:cNvPicPr preferRelativeResize="0"/>
          <p:nvPr/>
        </p:nvPicPr>
        <p:blipFill>
          <a:blip r:embed="rId3">
            <a:alphaModFix/>
          </a:blip>
          <a:stretch>
            <a:fillRect/>
          </a:stretch>
        </p:blipFill>
        <p:spPr>
          <a:xfrm>
            <a:off x="5208050" y="509675"/>
            <a:ext cx="3513701" cy="2557676"/>
          </a:xfrm>
          <a:prstGeom prst="rect">
            <a:avLst/>
          </a:prstGeom>
          <a:noFill/>
          <a:ln>
            <a:noFill/>
          </a:ln>
        </p:spPr>
      </p:pic>
      <p:pic>
        <p:nvPicPr>
          <p:cNvPr id="1773" name="Google Shape;1773;p175"/>
          <p:cNvPicPr preferRelativeResize="0"/>
          <p:nvPr/>
        </p:nvPicPr>
        <p:blipFill>
          <a:blip r:embed="rId4">
            <a:alphaModFix/>
          </a:blip>
          <a:stretch>
            <a:fillRect/>
          </a:stretch>
        </p:blipFill>
        <p:spPr>
          <a:xfrm>
            <a:off x="5728500" y="3161050"/>
            <a:ext cx="2993251" cy="1764475"/>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176"/>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lt2"/>
                </a:solidFill>
              </a:rPr>
              <a:t>Font</a:t>
            </a:r>
            <a:endParaRPr b="1" sz="2300">
              <a:solidFill>
                <a:schemeClr val="lt2"/>
              </a:solidFill>
            </a:endParaRPr>
          </a:p>
        </p:txBody>
      </p:sp>
      <p:sp>
        <p:nvSpPr>
          <p:cNvPr id="1779" name="Google Shape;1779;p176"/>
          <p:cNvSpPr txBox="1"/>
          <p:nvPr>
            <p:ph idx="1" type="body"/>
          </p:nvPr>
        </p:nvSpPr>
        <p:spPr>
          <a:xfrm>
            <a:off x="720000" y="1002575"/>
            <a:ext cx="40470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Words are displayed on a bitmap, specifically a 11 by 8 pixel grid</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Each frame has 2 </a:t>
            </a:r>
            <a:r>
              <a:rPr lang="en" sz="1000"/>
              <a:t>columns and 1 row of empty pixels for spacing.</a:t>
            </a:r>
            <a:endParaRPr sz="1000"/>
          </a:p>
        </p:txBody>
      </p:sp>
      <p:pic>
        <p:nvPicPr>
          <p:cNvPr id="1780" name="Google Shape;1780;p176"/>
          <p:cNvPicPr preferRelativeResize="0"/>
          <p:nvPr/>
        </p:nvPicPr>
        <p:blipFill>
          <a:blip r:embed="rId3">
            <a:alphaModFix/>
          </a:blip>
          <a:stretch>
            <a:fillRect/>
          </a:stretch>
        </p:blipFill>
        <p:spPr>
          <a:xfrm>
            <a:off x="5158275" y="1235077"/>
            <a:ext cx="2855075" cy="1348400"/>
          </a:xfrm>
          <a:prstGeom prst="rect">
            <a:avLst/>
          </a:prstGeom>
          <a:noFill/>
          <a:ln>
            <a:noFill/>
          </a:ln>
        </p:spPr>
      </p:pic>
      <p:pic>
        <p:nvPicPr>
          <p:cNvPr id="1781" name="Google Shape;1781;p176"/>
          <p:cNvPicPr preferRelativeResize="0"/>
          <p:nvPr/>
        </p:nvPicPr>
        <p:blipFill>
          <a:blip r:embed="rId4">
            <a:alphaModFix/>
          </a:blip>
          <a:stretch>
            <a:fillRect/>
          </a:stretch>
        </p:blipFill>
        <p:spPr>
          <a:xfrm>
            <a:off x="7443825" y="2786725"/>
            <a:ext cx="1456875" cy="2024799"/>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5" name="Shape 1785"/>
        <p:cNvGrpSpPr/>
        <p:nvPr/>
      </p:nvGrpSpPr>
      <p:grpSpPr>
        <a:xfrm>
          <a:off x="0" y="0"/>
          <a:ext cx="0" cy="0"/>
          <a:chOff x="0" y="0"/>
          <a:chExt cx="0" cy="0"/>
        </a:xfrm>
      </p:grpSpPr>
      <p:grpSp>
        <p:nvGrpSpPr>
          <p:cNvPr id="1786" name="Google Shape;1786;p177"/>
          <p:cNvGrpSpPr/>
          <p:nvPr/>
        </p:nvGrpSpPr>
        <p:grpSpPr>
          <a:xfrm flipH="1">
            <a:off x="1837996" y="726625"/>
            <a:ext cx="6578100" cy="3438300"/>
            <a:chOff x="772525" y="726625"/>
            <a:chExt cx="6578100" cy="3438300"/>
          </a:xfrm>
        </p:grpSpPr>
        <p:sp>
          <p:nvSpPr>
            <p:cNvPr id="1787" name="Google Shape;1787;p177"/>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177"/>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9" name="Google Shape;1789;p177"/>
          <p:cNvGrpSpPr/>
          <p:nvPr/>
        </p:nvGrpSpPr>
        <p:grpSpPr>
          <a:xfrm flipH="1">
            <a:off x="4066704" y="3324200"/>
            <a:ext cx="3447300" cy="962400"/>
            <a:chOff x="4924175" y="3441525"/>
            <a:chExt cx="3447300" cy="962400"/>
          </a:xfrm>
        </p:grpSpPr>
        <p:sp>
          <p:nvSpPr>
            <p:cNvPr id="1790" name="Google Shape;1790;p177"/>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177"/>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2" name="Google Shape;1792;p177"/>
          <p:cNvGrpSpPr/>
          <p:nvPr/>
        </p:nvGrpSpPr>
        <p:grpSpPr>
          <a:xfrm flipH="1">
            <a:off x="839620" y="2361876"/>
            <a:ext cx="1864833" cy="1637043"/>
            <a:chOff x="1054812" y="1029590"/>
            <a:chExt cx="3436214" cy="3912627"/>
          </a:xfrm>
        </p:grpSpPr>
        <p:sp>
          <p:nvSpPr>
            <p:cNvPr id="1793" name="Google Shape;1793;p177"/>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77"/>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5" name="Google Shape;1795;p177"/>
          <p:cNvSpPr txBox="1"/>
          <p:nvPr>
            <p:ph type="title"/>
          </p:nvPr>
        </p:nvSpPr>
        <p:spPr>
          <a:xfrm>
            <a:off x="2795350" y="1577375"/>
            <a:ext cx="5250600" cy="7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Input</a:t>
            </a:r>
            <a:endParaRPr sz="4100"/>
          </a:p>
        </p:txBody>
      </p:sp>
      <p:sp>
        <p:nvSpPr>
          <p:cNvPr id="1796" name="Google Shape;1796;p177"/>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797" name="Google Shape;1797;p177"/>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798" name="Google Shape;1798;p177"/>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799" name="Google Shape;1799;p177"/>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800" name="Google Shape;1800;p177"/>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801" name="Google Shape;1801;p177"/>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5" name="Shape 1805"/>
        <p:cNvGrpSpPr/>
        <p:nvPr/>
      </p:nvGrpSpPr>
      <p:grpSpPr>
        <a:xfrm>
          <a:off x="0" y="0"/>
          <a:ext cx="0" cy="0"/>
          <a:chOff x="0" y="0"/>
          <a:chExt cx="0" cy="0"/>
        </a:xfrm>
      </p:grpSpPr>
      <p:sp>
        <p:nvSpPr>
          <p:cNvPr id="1806" name="Google Shape;1806;p178"/>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Keyboard Inputs</a:t>
            </a:r>
            <a:endParaRPr b="1" sz="2300">
              <a:solidFill>
                <a:schemeClr val="lt2"/>
              </a:solidFill>
            </a:endParaRPr>
          </a:p>
        </p:txBody>
      </p:sp>
      <p:sp>
        <p:nvSpPr>
          <p:cNvPr id="1807" name="Google Shape;1807;p178"/>
          <p:cNvSpPr txBox="1"/>
          <p:nvPr>
            <p:ph idx="1" type="body"/>
          </p:nvPr>
        </p:nvSpPr>
        <p:spPr>
          <a:xfrm>
            <a:off x="720000" y="1002575"/>
            <a:ext cx="43965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Part of the Keyboard class</a:t>
            </a:r>
            <a:endParaRPr sz="1000"/>
          </a:p>
          <a:p>
            <a:pPr indent="0" lvl="0" marL="0" rtl="0" algn="l">
              <a:lnSpc>
                <a:spcPct val="115000"/>
              </a:lnSpc>
              <a:spcBef>
                <a:spcPts val="600"/>
              </a:spcBef>
              <a:spcAft>
                <a:spcPts val="0"/>
              </a:spcAft>
              <a:buNone/>
            </a:pPr>
            <a:r>
              <a:rPr lang="en" sz="1000"/>
              <a:t>Th</a:t>
            </a:r>
            <a:r>
              <a:rPr lang="en" sz="1000"/>
              <a:t>e RAM includes a single 16-bit register for the keyboard map</a:t>
            </a:r>
            <a:endParaRPr sz="1000"/>
          </a:p>
          <a:p>
            <a:pPr indent="0" lvl="0" marL="0" rtl="0" algn="l">
              <a:lnSpc>
                <a:spcPct val="115000"/>
              </a:lnSpc>
              <a:spcBef>
                <a:spcPts val="600"/>
              </a:spcBef>
              <a:spcAft>
                <a:spcPts val="0"/>
              </a:spcAft>
              <a:buNone/>
            </a:pPr>
            <a:r>
              <a:rPr lang="en" sz="1000"/>
              <a:t>Unique inputs are stored as separate base addresses in the RAM</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Hardware Interaction:</a:t>
            </a:r>
            <a:endParaRPr sz="1000"/>
          </a:p>
          <a:p>
            <a:pPr indent="0" lvl="0" marL="0" rtl="0" algn="l">
              <a:lnSpc>
                <a:spcPct val="115000"/>
              </a:lnSpc>
              <a:spcBef>
                <a:spcPts val="600"/>
              </a:spcBef>
              <a:spcAft>
                <a:spcPts val="0"/>
              </a:spcAft>
              <a:buNone/>
            </a:pPr>
            <a:r>
              <a:rPr lang="en" sz="1000"/>
              <a:t>When a key is pressed, the keyboard register outputs the scan code</a:t>
            </a:r>
            <a:endParaRPr sz="1000"/>
          </a:p>
          <a:p>
            <a:pPr indent="0" lvl="0" marL="0" rtl="0" algn="l">
              <a:lnSpc>
                <a:spcPct val="115000"/>
              </a:lnSpc>
              <a:spcBef>
                <a:spcPts val="600"/>
              </a:spcBef>
              <a:spcAft>
                <a:spcPts val="0"/>
              </a:spcAft>
              <a:buNone/>
            </a:pPr>
            <a:r>
              <a:rPr lang="en" sz="1000"/>
              <a:t>When no key is </a:t>
            </a:r>
            <a:r>
              <a:rPr lang="en" sz="1000"/>
              <a:t>pressed</a:t>
            </a:r>
            <a:r>
              <a:rPr lang="en" sz="1000"/>
              <a:t>, the keyboard register resets the scan code to 0</a:t>
            </a:r>
            <a:endParaRPr sz="1000"/>
          </a:p>
        </p:txBody>
      </p:sp>
      <p:pic>
        <p:nvPicPr>
          <p:cNvPr id="1808" name="Google Shape;1808;p178"/>
          <p:cNvPicPr preferRelativeResize="0"/>
          <p:nvPr/>
        </p:nvPicPr>
        <p:blipFill>
          <a:blip r:embed="rId3">
            <a:alphaModFix/>
          </a:blip>
          <a:stretch>
            <a:fillRect/>
          </a:stretch>
        </p:blipFill>
        <p:spPr>
          <a:xfrm>
            <a:off x="6499375" y="1031824"/>
            <a:ext cx="2010299" cy="1673250"/>
          </a:xfrm>
          <a:prstGeom prst="rect">
            <a:avLst/>
          </a:prstGeom>
          <a:noFill/>
          <a:ln>
            <a:noFill/>
          </a:ln>
        </p:spPr>
      </p:pic>
      <p:pic>
        <p:nvPicPr>
          <p:cNvPr id="1809" name="Google Shape;1809;p178"/>
          <p:cNvPicPr preferRelativeResize="0"/>
          <p:nvPr/>
        </p:nvPicPr>
        <p:blipFill>
          <a:blip r:embed="rId4">
            <a:alphaModFix/>
          </a:blip>
          <a:stretch>
            <a:fillRect/>
          </a:stretch>
        </p:blipFill>
        <p:spPr>
          <a:xfrm>
            <a:off x="5035775" y="3085700"/>
            <a:ext cx="3615074" cy="125995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3" name="Shape 1813"/>
        <p:cNvGrpSpPr/>
        <p:nvPr/>
      </p:nvGrpSpPr>
      <p:grpSpPr>
        <a:xfrm>
          <a:off x="0" y="0"/>
          <a:ext cx="0" cy="0"/>
          <a:chOff x="0" y="0"/>
          <a:chExt cx="0" cy="0"/>
        </a:xfrm>
      </p:grpSpPr>
      <p:grpSp>
        <p:nvGrpSpPr>
          <p:cNvPr id="1814" name="Google Shape;1814;p179"/>
          <p:cNvGrpSpPr/>
          <p:nvPr/>
        </p:nvGrpSpPr>
        <p:grpSpPr>
          <a:xfrm flipH="1">
            <a:off x="1837996" y="726625"/>
            <a:ext cx="6578100" cy="3438300"/>
            <a:chOff x="772525" y="726625"/>
            <a:chExt cx="6578100" cy="3438300"/>
          </a:xfrm>
        </p:grpSpPr>
        <p:sp>
          <p:nvSpPr>
            <p:cNvPr id="1815" name="Google Shape;1815;p179"/>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79"/>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7" name="Google Shape;1817;p179"/>
          <p:cNvGrpSpPr/>
          <p:nvPr/>
        </p:nvGrpSpPr>
        <p:grpSpPr>
          <a:xfrm flipH="1">
            <a:off x="4066704" y="3324200"/>
            <a:ext cx="3447300" cy="962400"/>
            <a:chOff x="4924175" y="3441525"/>
            <a:chExt cx="3447300" cy="962400"/>
          </a:xfrm>
        </p:grpSpPr>
        <p:sp>
          <p:nvSpPr>
            <p:cNvPr id="1818" name="Google Shape;1818;p179"/>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179"/>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0" name="Google Shape;1820;p179"/>
          <p:cNvGrpSpPr/>
          <p:nvPr/>
        </p:nvGrpSpPr>
        <p:grpSpPr>
          <a:xfrm flipH="1">
            <a:off x="839620" y="2361876"/>
            <a:ext cx="1864833" cy="1637043"/>
            <a:chOff x="1054812" y="1029590"/>
            <a:chExt cx="3436214" cy="3912627"/>
          </a:xfrm>
        </p:grpSpPr>
        <p:sp>
          <p:nvSpPr>
            <p:cNvPr id="1821" name="Google Shape;1821;p179"/>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179"/>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3" name="Google Shape;1823;p179"/>
          <p:cNvSpPr txBox="1"/>
          <p:nvPr>
            <p:ph type="title"/>
          </p:nvPr>
        </p:nvSpPr>
        <p:spPr>
          <a:xfrm>
            <a:off x="2795350" y="1577375"/>
            <a:ext cx="5250600" cy="7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String Processing</a:t>
            </a:r>
            <a:endParaRPr sz="4100"/>
          </a:p>
        </p:txBody>
      </p:sp>
      <p:sp>
        <p:nvSpPr>
          <p:cNvPr id="1824" name="Google Shape;1824;p179"/>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825" name="Google Shape;1825;p179"/>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826" name="Google Shape;1826;p179"/>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827" name="Google Shape;1827;p179"/>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828" name="Google Shape;1828;p179"/>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829" name="Google Shape;1829;p179"/>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sp>
        <p:nvSpPr>
          <p:cNvPr id="1834" name="Google Shape;1834;p180"/>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String API - Calls</a:t>
            </a:r>
            <a:endParaRPr b="1" sz="2300">
              <a:solidFill>
                <a:schemeClr val="lt2"/>
              </a:solidFill>
            </a:endParaRPr>
          </a:p>
        </p:txBody>
      </p:sp>
      <p:sp>
        <p:nvSpPr>
          <p:cNvPr id="1835" name="Google Shape;1835;p180"/>
          <p:cNvSpPr txBox="1"/>
          <p:nvPr>
            <p:ph idx="1" type="body"/>
          </p:nvPr>
        </p:nvSpPr>
        <p:spPr>
          <a:xfrm>
            <a:off x="720000" y="1002575"/>
            <a:ext cx="54669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Runs in the String class</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Utilizes…</a:t>
            </a:r>
            <a:endParaRPr sz="1000"/>
          </a:p>
          <a:p>
            <a:pPr indent="-292100" lvl="0" marL="457200" rtl="0" algn="l">
              <a:lnSpc>
                <a:spcPct val="115000"/>
              </a:lnSpc>
              <a:spcBef>
                <a:spcPts val="600"/>
              </a:spcBef>
              <a:spcAft>
                <a:spcPts val="0"/>
              </a:spcAft>
              <a:buSzPts val="1000"/>
              <a:buAutoNum type="arabicPeriod"/>
            </a:pPr>
            <a:r>
              <a:rPr lang="en" sz="1000"/>
              <a:t>The constructor to create new strings with a defined max length</a:t>
            </a:r>
            <a:endParaRPr sz="1000"/>
          </a:p>
          <a:p>
            <a:pPr indent="-292100" lvl="0" marL="457200" rtl="0" algn="l">
              <a:lnSpc>
                <a:spcPct val="115000"/>
              </a:lnSpc>
              <a:spcBef>
                <a:spcPts val="0"/>
              </a:spcBef>
              <a:spcAft>
                <a:spcPts val="0"/>
              </a:spcAft>
              <a:buSzPts val="1000"/>
              <a:buAutoNum type="arabicPeriod"/>
            </a:pPr>
            <a:r>
              <a:rPr lang="en" sz="1000"/>
              <a:t>The </a:t>
            </a:r>
            <a:r>
              <a:rPr lang="en" sz="1000"/>
              <a:t>disposer</a:t>
            </a:r>
            <a:r>
              <a:rPr lang="en" sz="1000"/>
              <a:t> to deallocate the string and free memory space</a:t>
            </a:r>
            <a:endParaRPr sz="1000"/>
          </a:p>
          <a:p>
            <a:pPr indent="-292100" lvl="0" marL="457200" rtl="0" algn="l">
              <a:lnSpc>
                <a:spcPct val="115000"/>
              </a:lnSpc>
              <a:spcBef>
                <a:spcPts val="0"/>
              </a:spcBef>
              <a:spcAft>
                <a:spcPts val="0"/>
              </a:spcAft>
              <a:buSzPts val="1000"/>
              <a:buAutoNum type="arabicPeriod"/>
            </a:pPr>
            <a:r>
              <a:rPr lang="en" sz="1000"/>
              <a:t>An accessor that returns the length of the current string</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API</a:t>
            </a:r>
            <a:r>
              <a:rPr baseline="30000" lang="en" sz="1000"/>
              <a:t>*</a:t>
            </a:r>
            <a:r>
              <a:rPr lang="en" sz="1000"/>
              <a:t>: Application Programmable Interface</a:t>
            </a:r>
            <a:endParaRPr sz="1000"/>
          </a:p>
          <a:p>
            <a:pPr indent="-292100" lvl="0" marL="457200" rtl="0" algn="l">
              <a:lnSpc>
                <a:spcPct val="115000"/>
              </a:lnSpc>
              <a:spcBef>
                <a:spcPts val="600"/>
              </a:spcBef>
              <a:spcAft>
                <a:spcPts val="0"/>
              </a:spcAft>
              <a:buSzPts val="1000"/>
              <a:buChar char="-"/>
            </a:pPr>
            <a:r>
              <a:rPr lang="en" sz="1000"/>
              <a:t>Used as IDs to pass along information</a:t>
            </a:r>
            <a:endParaRPr sz="1000"/>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9" name="Shape 1839"/>
        <p:cNvGrpSpPr/>
        <p:nvPr/>
      </p:nvGrpSpPr>
      <p:grpSpPr>
        <a:xfrm>
          <a:off x="0" y="0"/>
          <a:ext cx="0" cy="0"/>
          <a:chOff x="0" y="0"/>
          <a:chExt cx="0" cy="0"/>
        </a:xfrm>
      </p:grpSpPr>
      <p:sp>
        <p:nvSpPr>
          <p:cNvPr id="1840" name="Google Shape;1840;p18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String API - Method Call</a:t>
            </a:r>
            <a:endParaRPr b="1" sz="2300">
              <a:solidFill>
                <a:schemeClr val="lt2"/>
              </a:solidFill>
            </a:endParaRPr>
          </a:p>
        </p:txBody>
      </p:sp>
      <p:sp>
        <p:nvSpPr>
          <p:cNvPr id="1841" name="Google Shape;1841;p181"/>
          <p:cNvSpPr txBox="1"/>
          <p:nvPr>
            <p:ph idx="1" type="body"/>
          </p:nvPr>
        </p:nvSpPr>
        <p:spPr>
          <a:xfrm>
            <a:off x="720000" y="1002575"/>
            <a:ext cx="54669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Methods</a:t>
            </a:r>
            <a:endParaRPr sz="1000"/>
          </a:p>
          <a:p>
            <a:pPr indent="0" lvl="0" marL="0" rtl="0" algn="l">
              <a:lnSpc>
                <a:spcPct val="115000"/>
              </a:lnSpc>
              <a:spcBef>
                <a:spcPts val="600"/>
              </a:spcBef>
              <a:spcAft>
                <a:spcPts val="0"/>
              </a:spcAft>
              <a:buNone/>
            </a:pPr>
            <a:r>
              <a:rPr lang="en" sz="1000"/>
              <a:t>charAt: returns the character in a given string index</a:t>
            </a:r>
            <a:endParaRPr sz="1000"/>
          </a:p>
          <a:p>
            <a:pPr indent="0" lvl="0" marL="0" rtl="0" algn="l">
              <a:lnSpc>
                <a:spcPct val="115000"/>
              </a:lnSpc>
              <a:spcBef>
                <a:spcPts val="600"/>
              </a:spcBef>
              <a:spcAft>
                <a:spcPts val="0"/>
              </a:spcAft>
              <a:buNone/>
            </a:pPr>
            <a:r>
              <a:rPr lang="en" sz="1000"/>
              <a:t>SetCharAt: ets a desired character of a string to a different character</a:t>
            </a:r>
            <a:endParaRPr sz="1000"/>
          </a:p>
          <a:p>
            <a:pPr indent="0" lvl="0" marL="0" rtl="0" algn="l">
              <a:lnSpc>
                <a:spcPct val="115000"/>
              </a:lnSpc>
              <a:spcBef>
                <a:spcPts val="600"/>
              </a:spcBef>
              <a:spcAft>
                <a:spcPts val="0"/>
              </a:spcAft>
              <a:buNone/>
            </a:pPr>
            <a:r>
              <a:rPr lang="en" sz="1000"/>
              <a:t>appendChar: takes a character and appends it to end of string</a:t>
            </a:r>
            <a:endParaRPr sz="1000"/>
          </a:p>
          <a:p>
            <a:pPr indent="0" lvl="0" marL="0" rtl="0" algn="l">
              <a:lnSpc>
                <a:spcPct val="115000"/>
              </a:lnSpc>
              <a:spcBef>
                <a:spcPts val="600"/>
              </a:spcBef>
              <a:spcAft>
                <a:spcPts val="0"/>
              </a:spcAft>
              <a:buNone/>
            </a:pPr>
            <a:r>
              <a:rPr lang="en" sz="1000"/>
              <a:t>eraseLastChar: erases last character from string</a:t>
            </a:r>
            <a:endParaRPr sz="1000"/>
          </a:p>
          <a:p>
            <a:pPr indent="0" lvl="0" marL="0" rtl="0" algn="l">
              <a:lnSpc>
                <a:spcPct val="115000"/>
              </a:lnSpc>
              <a:spcBef>
                <a:spcPts val="600"/>
              </a:spcBef>
              <a:spcAft>
                <a:spcPts val="0"/>
              </a:spcAft>
              <a:buNone/>
            </a:pPr>
            <a:r>
              <a:rPr lang="en" sz="1000"/>
              <a:t>intValue: returns integer value of string (assuming it is an integer)</a:t>
            </a:r>
            <a:endParaRPr sz="1000"/>
          </a:p>
          <a:p>
            <a:pPr indent="0" lvl="0" marL="0" rtl="0" algn="l">
              <a:lnSpc>
                <a:spcPct val="115000"/>
              </a:lnSpc>
              <a:spcBef>
                <a:spcPts val="600"/>
              </a:spcBef>
              <a:spcAft>
                <a:spcPts val="0"/>
              </a:spcAft>
              <a:buNone/>
            </a:pPr>
            <a:r>
              <a:rPr lang="en" sz="1000"/>
              <a:t>setInt: sets string to representation of given integer</a:t>
            </a:r>
            <a:endParaRPr sz="1000"/>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5" name="Shape 1845"/>
        <p:cNvGrpSpPr/>
        <p:nvPr/>
      </p:nvGrpSpPr>
      <p:grpSpPr>
        <a:xfrm>
          <a:off x="0" y="0"/>
          <a:ext cx="0" cy="0"/>
          <a:chOff x="0" y="0"/>
          <a:chExt cx="0" cy="0"/>
        </a:xfrm>
      </p:grpSpPr>
      <p:sp>
        <p:nvSpPr>
          <p:cNvPr id="1846" name="Google Shape;1846;p18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String API - Function Call</a:t>
            </a:r>
            <a:endParaRPr b="1" sz="2300">
              <a:solidFill>
                <a:schemeClr val="lt2"/>
              </a:solidFill>
            </a:endParaRPr>
          </a:p>
        </p:txBody>
      </p:sp>
      <p:sp>
        <p:nvSpPr>
          <p:cNvPr id="1847" name="Google Shape;1847;p182"/>
          <p:cNvSpPr txBox="1"/>
          <p:nvPr>
            <p:ph idx="1" type="body"/>
          </p:nvPr>
        </p:nvSpPr>
        <p:spPr>
          <a:xfrm>
            <a:off x="720000" y="1002575"/>
            <a:ext cx="54669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Functions:</a:t>
            </a:r>
            <a:endParaRPr sz="1000"/>
          </a:p>
          <a:p>
            <a:pPr indent="0" lvl="0" marL="457200" rtl="0" algn="l">
              <a:lnSpc>
                <a:spcPct val="115000"/>
              </a:lnSpc>
              <a:spcBef>
                <a:spcPts val="600"/>
              </a:spcBef>
              <a:spcAft>
                <a:spcPts val="0"/>
              </a:spcAft>
              <a:buNone/>
            </a:pPr>
            <a:r>
              <a:rPr lang="en" sz="1000"/>
              <a:t>F</a:t>
            </a:r>
            <a:r>
              <a:rPr lang="en" sz="1000"/>
              <a:t>unction</a:t>
            </a:r>
            <a:endParaRPr sz="1000"/>
          </a:p>
          <a:p>
            <a:pPr indent="0" lvl="0" marL="457200" rtl="0" algn="l">
              <a:lnSpc>
                <a:spcPct val="115000"/>
              </a:lnSpc>
              <a:spcBef>
                <a:spcPts val="600"/>
              </a:spcBef>
              <a:spcAft>
                <a:spcPts val="0"/>
              </a:spcAft>
              <a:buNone/>
            </a:pPr>
            <a:r>
              <a:rPr lang="en" sz="1000"/>
              <a:t>newLine</a:t>
            </a:r>
            <a:endParaRPr sz="1000"/>
          </a:p>
          <a:p>
            <a:pPr indent="0" lvl="0" marL="457200" rtl="0" algn="l">
              <a:lnSpc>
                <a:spcPct val="115000"/>
              </a:lnSpc>
              <a:spcBef>
                <a:spcPts val="600"/>
              </a:spcBef>
              <a:spcAft>
                <a:spcPts val="0"/>
              </a:spcAft>
              <a:buNone/>
            </a:pPr>
            <a:r>
              <a:rPr lang="en" sz="1000"/>
              <a:t>backSpace</a:t>
            </a:r>
            <a:endParaRPr sz="1000"/>
          </a:p>
          <a:p>
            <a:pPr indent="0" lvl="0" marL="457200" rtl="0" algn="l">
              <a:lnSpc>
                <a:spcPct val="115000"/>
              </a:lnSpc>
              <a:spcBef>
                <a:spcPts val="600"/>
              </a:spcBef>
              <a:spcAft>
                <a:spcPts val="0"/>
              </a:spcAft>
              <a:buNone/>
            </a:pPr>
            <a:r>
              <a:rPr lang="en" sz="1000"/>
              <a:t>doubleQuote</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These functions return the ASCII values of the new line</a:t>
            </a:r>
            <a:endParaRPr sz="1000"/>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sp>
        <p:nvSpPr>
          <p:cNvPr id="1852" name="Google Shape;1852;p18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Integer to String Algorithms</a:t>
            </a:r>
            <a:endParaRPr b="1" sz="2300">
              <a:solidFill>
                <a:schemeClr val="lt2"/>
              </a:solidFill>
            </a:endParaRPr>
          </a:p>
        </p:txBody>
      </p:sp>
      <p:sp>
        <p:nvSpPr>
          <p:cNvPr id="1853" name="Google Shape;1853;p183"/>
          <p:cNvSpPr txBox="1"/>
          <p:nvPr>
            <p:ph idx="1" type="body"/>
          </p:nvPr>
        </p:nvSpPr>
        <p:spPr>
          <a:xfrm>
            <a:off x="720000" y="1002575"/>
            <a:ext cx="3467400" cy="19755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While integers are more easily converted to strings, strings can only be converted to integers if the string consists of a numerical value.</a:t>
            </a:r>
            <a:endParaRPr sz="1000"/>
          </a:p>
        </p:txBody>
      </p:sp>
      <p:pic>
        <p:nvPicPr>
          <p:cNvPr id="1854" name="Google Shape;1854;p183"/>
          <p:cNvPicPr preferRelativeResize="0"/>
          <p:nvPr/>
        </p:nvPicPr>
        <p:blipFill>
          <a:blip r:embed="rId3">
            <a:alphaModFix/>
          </a:blip>
          <a:stretch>
            <a:fillRect/>
          </a:stretch>
        </p:blipFill>
        <p:spPr>
          <a:xfrm>
            <a:off x="4187400" y="1031825"/>
            <a:ext cx="4512150" cy="1946175"/>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8" name="Shape 1858"/>
        <p:cNvGrpSpPr/>
        <p:nvPr/>
      </p:nvGrpSpPr>
      <p:grpSpPr>
        <a:xfrm>
          <a:off x="0" y="0"/>
          <a:ext cx="0" cy="0"/>
          <a:chOff x="0" y="0"/>
          <a:chExt cx="0" cy="0"/>
        </a:xfrm>
      </p:grpSpPr>
      <p:grpSp>
        <p:nvGrpSpPr>
          <p:cNvPr id="1859" name="Google Shape;1859;p184"/>
          <p:cNvGrpSpPr/>
          <p:nvPr/>
        </p:nvGrpSpPr>
        <p:grpSpPr>
          <a:xfrm flipH="1">
            <a:off x="1837996" y="726625"/>
            <a:ext cx="6578100" cy="3438300"/>
            <a:chOff x="772525" y="726625"/>
            <a:chExt cx="6578100" cy="3438300"/>
          </a:xfrm>
        </p:grpSpPr>
        <p:sp>
          <p:nvSpPr>
            <p:cNvPr id="1860" name="Google Shape;1860;p184"/>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184"/>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2" name="Google Shape;1862;p184"/>
          <p:cNvGrpSpPr/>
          <p:nvPr/>
        </p:nvGrpSpPr>
        <p:grpSpPr>
          <a:xfrm flipH="1">
            <a:off x="4066704" y="3324200"/>
            <a:ext cx="3447300" cy="962400"/>
            <a:chOff x="4924175" y="3441525"/>
            <a:chExt cx="3447300" cy="962400"/>
          </a:xfrm>
        </p:grpSpPr>
        <p:sp>
          <p:nvSpPr>
            <p:cNvPr id="1863" name="Google Shape;1863;p184"/>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184"/>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5" name="Google Shape;1865;p184"/>
          <p:cNvGrpSpPr/>
          <p:nvPr/>
        </p:nvGrpSpPr>
        <p:grpSpPr>
          <a:xfrm flipH="1">
            <a:off x="839620" y="2361876"/>
            <a:ext cx="1864833" cy="1637043"/>
            <a:chOff x="1054812" y="1029590"/>
            <a:chExt cx="3436214" cy="3912627"/>
          </a:xfrm>
        </p:grpSpPr>
        <p:sp>
          <p:nvSpPr>
            <p:cNvPr id="1866" name="Google Shape;1866;p184"/>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184"/>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8" name="Google Shape;1868;p184"/>
          <p:cNvSpPr txBox="1"/>
          <p:nvPr>
            <p:ph type="title"/>
          </p:nvPr>
        </p:nvSpPr>
        <p:spPr>
          <a:xfrm>
            <a:off x="2795350" y="1577375"/>
            <a:ext cx="5525700" cy="7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Array</a:t>
            </a:r>
            <a:r>
              <a:rPr lang="en" sz="4100"/>
              <a:t> Representation</a:t>
            </a:r>
            <a:endParaRPr sz="4100"/>
          </a:p>
        </p:txBody>
      </p:sp>
      <p:sp>
        <p:nvSpPr>
          <p:cNvPr id="1869" name="Google Shape;1869;p184"/>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870" name="Google Shape;1870;p184"/>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871" name="Google Shape;1871;p184"/>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872" name="Google Shape;1872;p184"/>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873" name="Google Shape;1873;p184"/>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874" name="Google Shape;1874;p184"/>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Google Shape;1879;p185"/>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The Array Class</a:t>
            </a:r>
            <a:endParaRPr b="1" sz="2300">
              <a:solidFill>
                <a:schemeClr val="lt2"/>
              </a:solidFill>
            </a:endParaRPr>
          </a:p>
        </p:txBody>
      </p:sp>
      <p:sp>
        <p:nvSpPr>
          <p:cNvPr id="1880" name="Google Shape;1880;p185"/>
          <p:cNvSpPr txBox="1"/>
          <p:nvPr>
            <p:ph idx="1" type="body"/>
          </p:nvPr>
        </p:nvSpPr>
        <p:spPr>
          <a:xfrm>
            <a:off x="720000" y="1002575"/>
            <a:ext cx="49866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Consists of 2 subroutines</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new(int size): creates a new array of a given size</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dispose(): disposes the selected array</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800"/>
              <a:t>“Array Processing” is handled by the compiler, not the operating system. The operating system is in charge of creating and disposing of arrays.</a:t>
            </a:r>
            <a:endParaRPr sz="800"/>
          </a:p>
        </p:txBody>
      </p:sp>
      <p:pic>
        <p:nvPicPr>
          <p:cNvPr id="1881" name="Google Shape;1881;p185"/>
          <p:cNvPicPr preferRelativeResize="0"/>
          <p:nvPr/>
        </p:nvPicPr>
        <p:blipFill>
          <a:blip r:embed="rId3">
            <a:alphaModFix/>
          </a:blip>
          <a:stretch>
            <a:fillRect/>
          </a:stretch>
        </p:blipFill>
        <p:spPr>
          <a:xfrm>
            <a:off x="6492425" y="579340"/>
            <a:ext cx="2070949" cy="1117935"/>
          </a:xfrm>
          <a:prstGeom prst="rect">
            <a:avLst/>
          </a:prstGeom>
          <a:noFill/>
          <a:ln>
            <a:noFill/>
          </a:ln>
        </p:spPr>
      </p:pic>
      <p:pic>
        <p:nvPicPr>
          <p:cNvPr id="1882" name="Google Shape;1882;p185"/>
          <p:cNvPicPr preferRelativeResize="0"/>
          <p:nvPr/>
        </p:nvPicPr>
        <p:blipFill>
          <a:blip r:embed="rId4">
            <a:alphaModFix/>
          </a:blip>
          <a:stretch>
            <a:fillRect/>
          </a:stretch>
        </p:blipFill>
        <p:spPr>
          <a:xfrm>
            <a:off x="6640400" y="1802395"/>
            <a:ext cx="1922983" cy="2742051"/>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6" name="Shape 1886"/>
        <p:cNvGrpSpPr/>
        <p:nvPr/>
      </p:nvGrpSpPr>
      <p:grpSpPr>
        <a:xfrm>
          <a:off x="0" y="0"/>
          <a:ext cx="0" cy="0"/>
          <a:chOff x="0" y="0"/>
          <a:chExt cx="0" cy="0"/>
        </a:xfrm>
      </p:grpSpPr>
      <p:grpSp>
        <p:nvGrpSpPr>
          <p:cNvPr id="1887" name="Google Shape;1887;p186"/>
          <p:cNvGrpSpPr/>
          <p:nvPr/>
        </p:nvGrpSpPr>
        <p:grpSpPr>
          <a:xfrm flipH="1">
            <a:off x="1837996" y="726625"/>
            <a:ext cx="6578100" cy="3438300"/>
            <a:chOff x="772525" y="726625"/>
            <a:chExt cx="6578100" cy="3438300"/>
          </a:xfrm>
        </p:grpSpPr>
        <p:sp>
          <p:nvSpPr>
            <p:cNvPr id="1888" name="Google Shape;1888;p186"/>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186"/>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0" name="Google Shape;1890;p186"/>
          <p:cNvGrpSpPr/>
          <p:nvPr/>
        </p:nvGrpSpPr>
        <p:grpSpPr>
          <a:xfrm flipH="1">
            <a:off x="4066704" y="3324200"/>
            <a:ext cx="3447300" cy="962400"/>
            <a:chOff x="4924175" y="3441525"/>
            <a:chExt cx="3447300" cy="962400"/>
          </a:xfrm>
        </p:grpSpPr>
        <p:sp>
          <p:nvSpPr>
            <p:cNvPr id="1891" name="Google Shape;1891;p186"/>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186"/>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3" name="Google Shape;1893;p186"/>
          <p:cNvGrpSpPr/>
          <p:nvPr/>
        </p:nvGrpSpPr>
        <p:grpSpPr>
          <a:xfrm flipH="1">
            <a:off x="839620" y="2361876"/>
            <a:ext cx="1864833" cy="1637043"/>
            <a:chOff x="1054812" y="1029590"/>
            <a:chExt cx="3436214" cy="3912627"/>
          </a:xfrm>
        </p:grpSpPr>
        <p:sp>
          <p:nvSpPr>
            <p:cNvPr id="1894" name="Google Shape;1894;p186"/>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186"/>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6" name="Google Shape;1896;p186"/>
          <p:cNvSpPr txBox="1"/>
          <p:nvPr>
            <p:ph type="title"/>
          </p:nvPr>
        </p:nvSpPr>
        <p:spPr>
          <a:xfrm>
            <a:off x="2795350" y="1577375"/>
            <a:ext cx="5525700" cy="70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100"/>
              <a:t>The Sys Class</a:t>
            </a:r>
            <a:endParaRPr sz="4100"/>
          </a:p>
        </p:txBody>
      </p:sp>
      <p:sp>
        <p:nvSpPr>
          <p:cNvPr id="1897" name="Google Shape;1897;p186"/>
          <p:cNvSpPr txBox="1"/>
          <p:nvPr>
            <p:ph idx="1" type="subTitle"/>
          </p:nvPr>
        </p:nvSpPr>
        <p:spPr>
          <a:xfrm>
            <a:off x="4173275" y="3581850"/>
            <a:ext cx="3169800" cy="678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Share Tech"/>
                <a:ea typeface="Share Tech"/>
                <a:cs typeface="Share Tech"/>
                <a:sym typeface="Share Tech"/>
              </a:rPr>
              <a:t>Placeholder</a:t>
            </a:r>
            <a:endParaRPr sz="1500">
              <a:latin typeface="Share Tech"/>
              <a:ea typeface="Share Tech"/>
              <a:cs typeface="Share Tech"/>
              <a:sym typeface="Share Tech"/>
            </a:endParaRPr>
          </a:p>
        </p:txBody>
      </p:sp>
      <p:sp>
        <p:nvSpPr>
          <p:cNvPr id="1898" name="Google Shape;1898;p186"/>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Pitch Deck</a:t>
            </a:r>
            <a:endParaRPr sz="1000">
              <a:solidFill>
                <a:schemeClr val="dk1"/>
              </a:solidFill>
              <a:latin typeface="Source Code Pro"/>
              <a:ea typeface="Source Code Pro"/>
              <a:cs typeface="Source Code Pro"/>
              <a:sym typeface="Source Code Pro"/>
            </a:endParaRPr>
          </a:p>
        </p:txBody>
      </p:sp>
      <p:sp>
        <p:nvSpPr>
          <p:cNvPr id="1899" name="Google Shape;1899;p186"/>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900" name="Google Shape;1900;p186"/>
          <p:cNvSpPr txBox="1"/>
          <p:nvPr/>
        </p:nvSpPr>
        <p:spPr>
          <a:xfrm>
            <a:off x="2054175" y="15871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901" name="Google Shape;1901;p186"/>
          <p:cNvSpPr txBox="1"/>
          <p:nvPr/>
        </p:nvSpPr>
        <p:spPr>
          <a:xfrm>
            <a:off x="7343050" y="234325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902" name="Google Shape;1902;p186"/>
          <p:cNvSpPr txBox="1"/>
          <p:nvPr/>
        </p:nvSpPr>
        <p:spPr>
          <a:xfrm>
            <a:off x="1163644" y="295015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6" name="Shape 1906"/>
        <p:cNvGrpSpPr/>
        <p:nvPr/>
      </p:nvGrpSpPr>
      <p:grpSpPr>
        <a:xfrm>
          <a:off x="0" y="0"/>
          <a:ext cx="0" cy="0"/>
          <a:chOff x="0" y="0"/>
          <a:chExt cx="0" cy="0"/>
        </a:xfrm>
      </p:grpSpPr>
      <p:sp>
        <p:nvSpPr>
          <p:cNvPr id="1907" name="Google Shape;1907;p187"/>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The Sys Class</a:t>
            </a:r>
            <a:endParaRPr b="1" sz="2300">
              <a:solidFill>
                <a:schemeClr val="lt2"/>
              </a:solidFill>
            </a:endParaRPr>
          </a:p>
        </p:txBody>
      </p:sp>
      <p:sp>
        <p:nvSpPr>
          <p:cNvPr id="1908" name="Google Shape;1908;p187"/>
          <p:cNvSpPr txBox="1"/>
          <p:nvPr>
            <p:ph idx="1" type="body"/>
          </p:nvPr>
        </p:nvSpPr>
        <p:spPr>
          <a:xfrm>
            <a:off x="720000" y="1002575"/>
            <a:ext cx="49866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Consists of four methods (one is something users don’t get to see)</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halt(): Halts execution</a:t>
            </a:r>
            <a:endParaRPr sz="1000"/>
          </a:p>
          <a:p>
            <a:pPr indent="-292100" lvl="0" marL="457200" rtl="0" algn="l">
              <a:lnSpc>
                <a:spcPct val="115000"/>
              </a:lnSpc>
              <a:spcBef>
                <a:spcPts val="600"/>
              </a:spcBef>
              <a:spcAft>
                <a:spcPts val="0"/>
              </a:spcAft>
              <a:buSzPts val="1000"/>
              <a:buChar char="-"/>
            </a:pPr>
            <a:r>
              <a:rPr lang="en" sz="1000"/>
              <a:t>Not for users, but for the OS</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error(int errorCode): Prints given error and halts</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wait(int duration): Waits approximately duration in milliseconds and returns</a:t>
            </a:r>
            <a:endParaRPr sz="1000"/>
          </a:p>
          <a:p>
            <a:pPr indent="0" lvl="0" marL="0" rtl="0" algn="l">
              <a:lnSpc>
                <a:spcPct val="115000"/>
              </a:lnSpc>
              <a:spcBef>
                <a:spcPts val="600"/>
              </a:spcBef>
              <a:spcAft>
                <a:spcPts val="0"/>
              </a:spcAft>
              <a:buNone/>
            </a:pPr>
            <a:r>
              <a:t/>
            </a:r>
            <a:endParaRPr sz="1000"/>
          </a:p>
          <a:p>
            <a:pPr indent="0" lvl="0" marL="0" rtl="0" algn="l">
              <a:lnSpc>
                <a:spcPct val="115000"/>
              </a:lnSpc>
              <a:spcBef>
                <a:spcPts val="600"/>
              </a:spcBef>
              <a:spcAft>
                <a:spcPts val="0"/>
              </a:spcAft>
              <a:buNone/>
            </a:pPr>
            <a:r>
              <a:rPr lang="en" sz="1000"/>
              <a:t>init(): used strictly for OS services; performs all initializations required by the OS</a:t>
            </a:r>
            <a:endParaRPr sz="1000"/>
          </a:p>
        </p:txBody>
      </p:sp>
      <p:pic>
        <p:nvPicPr>
          <p:cNvPr id="1909" name="Google Shape;1909;p187"/>
          <p:cNvPicPr preferRelativeResize="0"/>
          <p:nvPr/>
        </p:nvPicPr>
        <p:blipFill>
          <a:blip r:embed="rId3">
            <a:alphaModFix/>
          </a:blip>
          <a:stretch>
            <a:fillRect/>
          </a:stretch>
        </p:blipFill>
        <p:spPr>
          <a:xfrm>
            <a:off x="5706599" y="1031825"/>
            <a:ext cx="2977150" cy="1573821"/>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3" name="Shape 1913"/>
        <p:cNvGrpSpPr/>
        <p:nvPr/>
      </p:nvGrpSpPr>
      <p:grpSpPr>
        <a:xfrm>
          <a:off x="0" y="0"/>
          <a:ext cx="0" cy="0"/>
          <a:chOff x="0" y="0"/>
          <a:chExt cx="0" cy="0"/>
        </a:xfrm>
      </p:grpSpPr>
      <p:sp>
        <p:nvSpPr>
          <p:cNvPr id="1914" name="Google Shape;1914;p188"/>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solidFill>
                  <a:schemeClr val="lt2"/>
                </a:solidFill>
              </a:rPr>
              <a:t>Bootstrapping/Booting</a:t>
            </a:r>
            <a:endParaRPr b="1" sz="2300">
              <a:solidFill>
                <a:schemeClr val="lt2"/>
              </a:solidFill>
            </a:endParaRPr>
          </a:p>
        </p:txBody>
      </p:sp>
      <p:sp>
        <p:nvSpPr>
          <p:cNvPr id="1915" name="Google Shape;1915;p188"/>
          <p:cNvSpPr txBox="1"/>
          <p:nvPr>
            <p:ph idx="1" type="body"/>
          </p:nvPr>
        </p:nvSpPr>
        <p:spPr>
          <a:xfrm>
            <a:off x="720000" y="1002575"/>
            <a:ext cx="4986600" cy="3568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000"/>
              <a:t>The process of loading the basic software into the memory of a computer after power-on/reset. The operating system is included in the software loaded, which is then tasked with loading the other software as needed.</a:t>
            </a:r>
            <a:endParaRPr sz="1000"/>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9" name="Shape 1919"/>
        <p:cNvGrpSpPr/>
        <p:nvPr/>
      </p:nvGrpSpPr>
      <p:grpSpPr>
        <a:xfrm>
          <a:off x="0" y="0"/>
          <a:ext cx="0" cy="0"/>
          <a:chOff x="0" y="0"/>
          <a:chExt cx="0" cy="0"/>
        </a:xfrm>
      </p:grpSpPr>
      <p:grpSp>
        <p:nvGrpSpPr>
          <p:cNvPr id="1920" name="Google Shape;1920;p189"/>
          <p:cNvGrpSpPr/>
          <p:nvPr/>
        </p:nvGrpSpPr>
        <p:grpSpPr>
          <a:xfrm>
            <a:off x="6433193" y="1069351"/>
            <a:ext cx="1864833" cy="1637043"/>
            <a:chOff x="1054812" y="1029590"/>
            <a:chExt cx="3436214" cy="3912627"/>
          </a:xfrm>
        </p:grpSpPr>
        <p:sp>
          <p:nvSpPr>
            <p:cNvPr id="1921" name="Google Shape;1921;p189"/>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189"/>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3" name="Google Shape;1923;p189"/>
          <p:cNvSpPr txBox="1"/>
          <p:nvPr/>
        </p:nvSpPr>
        <p:spPr>
          <a:xfrm>
            <a:off x="6782232" y="1632975"/>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
        <p:nvSpPr>
          <p:cNvPr id="1924" name="Google Shape;1924;p189"/>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[Loading...]</a:t>
            </a:r>
            <a:endParaRPr sz="1000">
              <a:solidFill>
                <a:schemeClr val="dk1"/>
              </a:solidFill>
              <a:latin typeface="Source Code Pro"/>
              <a:ea typeface="Source Code Pro"/>
              <a:cs typeface="Source Code Pro"/>
              <a:sym typeface="Source Code Pro"/>
            </a:endParaRPr>
          </a:p>
        </p:txBody>
      </p:sp>
      <p:sp>
        <p:nvSpPr>
          <p:cNvPr id="1925" name="Google Shape;1925;p189"/>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
        <p:nvSpPr>
          <p:cNvPr id="1926" name="Google Shape;1926;p189"/>
          <p:cNvSpPr txBox="1"/>
          <p:nvPr>
            <p:ph type="ctrTitle"/>
          </p:nvPr>
        </p:nvSpPr>
        <p:spPr>
          <a:xfrm>
            <a:off x="1697375" y="1359575"/>
            <a:ext cx="3560700" cy="6558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sz="3000"/>
              <a:t>End of Meeting #4</a:t>
            </a:r>
            <a:endParaRPr sz="3000"/>
          </a:p>
        </p:txBody>
      </p:sp>
      <p:sp>
        <p:nvSpPr>
          <p:cNvPr id="1927" name="Google Shape;1927;p189"/>
          <p:cNvSpPr txBox="1"/>
          <p:nvPr>
            <p:ph idx="1" type="subTitle"/>
          </p:nvPr>
        </p:nvSpPr>
        <p:spPr>
          <a:xfrm>
            <a:off x="1697375" y="2291627"/>
            <a:ext cx="3294600" cy="9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500"/>
              <a:t>Do you have any questions?</a:t>
            </a:r>
            <a:endParaRPr sz="1200"/>
          </a:p>
        </p:txBody>
      </p:sp>
      <p:sp>
        <p:nvSpPr>
          <p:cNvPr id="1928" name="Google Shape;1928;p189"/>
          <p:cNvSpPr txBox="1"/>
          <p:nvPr/>
        </p:nvSpPr>
        <p:spPr>
          <a:xfrm>
            <a:off x="1008000" y="138402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929" name="Google Shape;1929;p189"/>
          <p:cNvSpPr txBox="1"/>
          <p:nvPr/>
        </p:nvSpPr>
        <p:spPr>
          <a:xfrm>
            <a:off x="5329650" y="2268300"/>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pic>
        <p:nvPicPr>
          <p:cNvPr id="1930" name="Google Shape;1930;p189"/>
          <p:cNvPicPr preferRelativeResize="0"/>
          <p:nvPr/>
        </p:nvPicPr>
        <p:blipFill>
          <a:blip r:embed="rId3">
            <a:alphaModFix/>
          </a:blip>
          <a:stretch>
            <a:fillRect/>
          </a:stretch>
        </p:blipFill>
        <p:spPr>
          <a:xfrm>
            <a:off x="5019875" y="3358350"/>
            <a:ext cx="3166650" cy="997800"/>
          </a:xfrm>
          <a:prstGeom prst="rect">
            <a:avLst/>
          </a:prstGeom>
          <a:noFill/>
          <a:ln>
            <a:noFill/>
          </a:ln>
        </p:spPr>
      </p:pic>
      <p:sp>
        <p:nvSpPr>
          <p:cNvPr id="1931" name="Google Shape;1931;p189"/>
          <p:cNvSpPr txBox="1"/>
          <p:nvPr/>
        </p:nvSpPr>
        <p:spPr>
          <a:xfrm>
            <a:off x="5069550" y="3358350"/>
            <a:ext cx="3000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Source Code Pro"/>
                <a:ea typeface="Source Code Pro"/>
                <a:cs typeface="Source Code Pro"/>
                <a:sym typeface="Source Code Pro"/>
              </a:rPr>
              <a:t>Thanks for attending!</a:t>
            </a:r>
            <a:endParaRPr sz="1200">
              <a:solidFill>
                <a:schemeClr val="dk1"/>
              </a:solidFill>
              <a:latin typeface="Source Code Pro"/>
              <a:ea typeface="Source Code Pro"/>
              <a:cs typeface="Source Code Pro"/>
              <a:sym typeface="Source Code Pro"/>
            </a:endParaRPr>
          </a:p>
          <a:p>
            <a:pPr indent="0" lvl="0" marL="0" rtl="0" algn="l">
              <a:spcBef>
                <a:spcPts val="0"/>
              </a:spcBef>
              <a:spcAft>
                <a:spcPts val="0"/>
              </a:spcAft>
              <a:buNone/>
            </a:pPr>
            <a:r>
              <a:t/>
            </a:r>
            <a:endParaRPr sz="1200">
              <a:solidFill>
                <a:schemeClr val="dk1"/>
              </a:solidFill>
              <a:latin typeface="Source Code Pro"/>
              <a:ea typeface="Source Code Pro"/>
              <a:cs typeface="Source Code Pro"/>
              <a:sym typeface="Source Code Pro"/>
            </a:endParaRPr>
          </a:p>
          <a:p>
            <a:pPr indent="-304800" lvl="0" marL="457200" rtl="0" algn="l">
              <a:spcBef>
                <a:spcPts val="0"/>
              </a:spcBef>
              <a:spcAft>
                <a:spcPts val="0"/>
              </a:spcAft>
              <a:buClr>
                <a:schemeClr val="dk1"/>
              </a:buClr>
              <a:buSzPts val="1200"/>
              <a:buFont typeface="Source Code Pro"/>
              <a:buChar char="-"/>
            </a:pPr>
            <a:r>
              <a:rPr lang="en" sz="1200">
                <a:solidFill>
                  <a:schemeClr val="dk1"/>
                </a:solidFill>
                <a:latin typeface="Source Code Pro"/>
                <a:ea typeface="Source Code Pro"/>
                <a:cs typeface="Source Code Pro"/>
                <a:sym typeface="Source Code Pro"/>
              </a:rPr>
              <a:t>OS Team</a:t>
            </a:r>
            <a:endParaRPr sz="1200">
              <a:solidFill>
                <a:schemeClr val="dk1"/>
              </a:solidFill>
              <a:latin typeface="Source Code Pro"/>
              <a:ea typeface="Source Code Pro"/>
              <a:cs typeface="Source Code Pro"/>
              <a:sym typeface="Source Code Pro"/>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5" name="Shape 1935"/>
        <p:cNvGrpSpPr/>
        <p:nvPr/>
      </p:nvGrpSpPr>
      <p:grpSpPr>
        <a:xfrm>
          <a:off x="0" y="0"/>
          <a:ext cx="0" cy="0"/>
          <a:chOff x="0" y="0"/>
          <a:chExt cx="0" cy="0"/>
        </a:xfrm>
      </p:grpSpPr>
      <p:grpSp>
        <p:nvGrpSpPr>
          <p:cNvPr id="1936" name="Google Shape;1936;p190"/>
          <p:cNvGrpSpPr/>
          <p:nvPr/>
        </p:nvGrpSpPr>
        <p:grpSpPr>
          <a:xfrm>
            <a:off x="772525" y="726625"/>
            <a:ext cx="6578100" cy="3438300"/>
            <a:chOff x="772525" y="726625"/>
            <a:chExt cx="6578100" cy="3438300"/>
          </a:xfrm>
        </p:grpSpPr>
        <p:sp>
          <p:nvSpPr>
            <p:cNvPr id="1937" name="Google Shape;1937;p190"/>
            <p:cNvSpPr/>
            <p:nvPr/>
          </p:nvSpPr>
          <p:spPr>
            <a:xfrm>
              <a:off x="772525" y="726625"/>
              <a:ext cx="6578100" cy="3438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190"/>
            <p:cNvSpPr/>
            <p:nvPr/>
          </p:nvSpPr>
          <p:spPr>
            <a:xfrm>
              <a:off x="772525" y="726625"/>
              <a:ext cx="65781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9" name="Google Shape;1939;p190"/>
          <p:cNvGrpSpPr/>
          <p:nvPr/>
        </p:nvGrpSpPr>
        <p:grpSpPr>
          <a:xfrm>
            <a:off x="4924175" y="3441525"/>
            <a:ext cx="3447300" cy="962400"/>
            <a:chOff x="4924175" y="3441525"/>
            <a:chExt cx="3447300" cy="962400"/>
          </a:xfrm>
        </p:grpSpPr>
        <p:sp>
          <p:nvSpPr>
            <p:cNvPr id="1940" name="Google Shape;1940;p190"/>
            <p:cNvSpPr/>
            <p:nvPr/>
          </p:nvSpPr>
          <p:spPr>
            <a:xfrm>
              <a:off x="4924175" y="3441525"/>
              <a:ext cx="3447300" cy="9624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190"/>
            <p:cNvSpPr/>
            <p:nvPr/>
          </p:nvSpPr>
          <p:spPr>
            <a:xfrm>
              <a:off x="4924175" y="3441525"/>
              <a:ext cx="3447300" cy="255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2" name="Google Shape;1942;p190"/>
          <p:cNvGrpSpPr/>
          <p:nvPr/>
        </p:nvGrpSpPr>
        <p:grpSpPr>
          <a:xfrm>
            <a:off x="6849418" y="1309976"/>
            <a:ext cx="1864833" cy="1637043"/>
            <a:chOff x="1054812" y="1029590"/>
            <a:chExt cx="3436214" cy="3912627"/>
          </a:xfrm>
        </p:grpSpPr>
        <p:sp>
          <p:nvSpPr>
            <p:cNvPr id="1943" name="Google Shape;1943;p190"/>
            <p:cNvSpPr/>
            <p:nvPr/>
          </p:nvSpPr>
          <p:spPr>
            <a:xfrm>
              <a:off x="1054812" y="1029617"/>
              <a:ext cx="3436200" cy="39126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190"/>
            <p:cNvSpPr/>
            <p:nvPr/>
          </p:nvSpPr>
          <p:spPr>
            <a:xfrm>
              <a:off x="1054825" y="1029590"/>
              <a:ext cx="3436200" cy="6102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5" name="Google Shape;1945;p190"/>
          <p:cNvSpPr txBox="1"/>
          <p:nvPr/>
        </p:nvSpPr>
        <p:spPr>
          <a:xfrm>
            <a:off x="1008000" y="138402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lt2"/>
                </a:solidFill>
                <a:latin typeface="Quantico"/>
                <a:ea typeface="Quantico"/>
                <a:cs typeface="Quantico"/>
                <a:sym typeface="Quantico"/>
              </a:rPr>
              <a:t>&lt;/</a:t>
            </a:r>
            <a:endParaRPr sz="3600">
              <a:solidFill>
                <a:schemeClr val="lt2"/>
              </a:solidFill>
            </a:endParaRPr>
          </a:p>
        </p:txBody>
      </p:sp>
      <p:sp>
        <p:nvSpPr>
          <p:cNvPr id="1946" name="Google Shape;1946;p190"/>
          <p:cNvSpPr txBox="1"/>
          <p:nvPr/>
        </p:nvSpPr>
        <p:spPr>
          <a:xfrm>
            <a:off x="5947500" y="2509875"/>
            <a:ext cx="702900" cy="60690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3600">
                <a:solidFill>
                  <a:schemeClr val="dk1"/>
                </a:solidFill>
                <a:latin typeface="Quantico"/>
                <a:ea typeface="Quantico"/>
                <a:cs typeface="Quantico"/>
                <a:sym typeface="Quantico"/>
              </a:rPr>
              <a:t>/&gt;</a:t>
            </a:r>
            <a:endParaRPr sz="3600">
              <a:solidFill>
                <a:schemeClr val="dk1"/>
              </a:solidFill>
            </a:endParaRPr>
          </a:p>
        </p:txBody>
      </p:sp>
      <p:sp>
        <p:nvSpPr>
          <p:cNvPr id="1947" name="Google Shape;1947;p190"/>
          <p:cNvSpPr txBox="1"/>
          <p:nvPr/>
        </p:nvSpPr>
        <p:spPr>
          <a:xfrm>
            <a:off x="7198457" y="1873600"/>
            <a:ext cx="1216800" cy="746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3600">
                <a:solidFill>
                  <a:schemeClr val="accent2"/>
                </a:solidFill>
              </a:rPr>
              <a:t>}</a:t>
            </a:r>
            <a:r>
              <a:rPr lang="en" sz="3600">
                <a:solidFill>
                  <a:schemeClr val="dk1"/>
                </a:solidFill>
              </a:rPr>
              <a:t> /&gt; </a:t>
            </a:r>
            <a:r>
              <a:rPr lang="en" sz="3600">
                <a:solidFill>
                  <a:schemeClr val="accent1"/>
                </a:solidFill>
              </a:rPr>
              <a:t>[</a:t>
            </a:r>
            <a:endParaRPr sz="3600">
              <a:solidFill>
                <a:schemeClr val="accent1"/>
              </a:solidFill>
            </a:endParaRPr>
          </a:p>
        </p:txBody>
      </p:sp>
      <p:sp>
        <p:nvSpPr>
          <p:cNvPr id="1948" name="Google Shape;1948;p190"/>
          <p:cNvSpPr txBox="1"/>
          <p:nvPr>
            <p:ph type="ctrTitle"/>
          </p:nvPr>
        </p:nvSpPr>
        <p:spPr>
          <a:xfrm>
            <a:off x="1789400" y="1309975"/>
            <a:ext cx="4148400" cy="167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a:t>
            </a:r>
            <a:endParaRPr/>
          </a:p>
          <a:p>
            <a:pPr indent="0" lvl="0" marL="0" rtl="0" algn="l">
              <a:spcBef>
                <a:spcPts val="0"/>
              </a:spcBef>
              <a:spcAft>
                <a:spcPts val="0"/>
              </a:spcAft>
              <a:buNone/>
            </a:pPr>
            <a:r>
              <a:rPr lang="en"/>
              <a:t>Operating Systems Curriculum</a:t>
            </a:r>
            <a:endParaRPr/>
          </a:p>
          <a:p>
            <a:pPr indent="0" lvl="0" marL="0" rtl="0" algn="l">
              <a:spcBef>
                <a:spcPts val="0"/>
              </a:spcBef>
              <a:spcAft>
                <a:spcPts val="0"/>
              </a:spcAft>
              <a:buNone/>
            </a:pPr>
            <a:r>
              <a:rPr lang="en" sz="2500"/>
              <a:t>Pt. 2: Linux</a:t>
            </a:r>
            <a:endParaRPr sz="2500"/>
          </a:p>
        </p:txBody>
      </p:sp>
      <p:sp>
        <p:nvSpPr>
          <p:cNvPr id="1949" name="Google Shape;1949;p190"/>
          <p:cNvSpPr txBox="1"/>
          <p:nvPr>
            <p:ph idx="1" type="subTitle"/>
          </p:nvPr>
        </p:nvSpPr>
        <p:spPr>
          <a:xfrm>
            <a:off x="5169200" y="3772200"/>
            <a:ext cx="3043800" cy="52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By DIGITAL</a:t>
            </a:r>
            <a:endParaRPr/>
          </a:p>
        </p:txBody>
      </p:sp>
      <p:sp>
        <p:nvSpPr>
          <p:cNvPr id="1950" name="Google Shape;1950;p190"/>
          <p:cNvSpPr txBox="1"/>
          <p:nvPr/>
        </p:nvSpPr>
        <p:spPr>
          <a:xfrm>
            <a:off x="5361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[Loading...]</a:t>
            </a:r>
            <a:endParaRPr sz="1000">
              <a:solidFill>
                <a:schemeClr val="dk1"/>
              </a:solidFill>
              <a:latin typeface="Source Code Pro"/>
              <a:ea typeface="Source Code Pro"/>
              <a:cs typeface="Source Code Pro"/>
              <a:sym typeface="Source Code Pro"/>
            </a:endParaRPr>
          </a:p>
        </p:txBody>
      </p:sp>
      <p:sp>
        <p:nvSpPr>
          <p:cNvPr id="1951" name="Google Shape;1951;p190"/>
          <p:cNvSpPr txBox="1"/>
          <p:nvPr/>
        </p:nvSpPr>
        <p:spPr>
          <a:xfrm>
            <a:off x="3730325" y="117311"/>
            <a:ext cx="1999500" cy="18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Source Code Pro"/>
                <a:ea typeface="Source Code Pro"/>
                <a:cs typeface="Source Code Pro"/>
                <a:sym typeface="Source Code Pro"/>
              </a:rPr>
              <a:t>20xx</a:t>
            </a:r>
            <a:endParaRPr sz="1000">
              <a:solidFill>
                <a:schemeClr val="dk1"/>
              </a:solidFill>
              <a:latin typeface="Source Code Pro"/>
              <a:ea typeface="Source Code Pro"/>
              <a:cs typeface="Source Code Pro"/>
              <a:sym typeface="Source Code Pro"/>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5" name="Shape 1955"/>
        <p:cNvGrpSpPr/>
        <p:nvPr/>
      </p:nvGrpSpPr>
      <p:grpSpPr>
        <a:xfrm>
          <a:off x="0" y="0"/>
          <a:ext cx="0" cy="0"/>
          <a:chOff x="0" y="0"/>
          <a:chExt cx="0" cy="0"/>
        </a:xfrm>
      </p:grpSpPr>
      <p:sp>
        <p:nvSpPr>
          <p:cNvPr id="1956" name="Google Shape;1956;p191"/>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What is Linux?</a:t>
            </a:r>
            <a:endParaRPr/>
          </a:p>
        </p:txBody>
      </p:sp>
      <p:sp>
        <p:nvSpPr>
          <p:cNvPr id="1957" name="Google Shape;1957;p191"/>
          <p:cNvSpPr txBox="1"/>
          <p:nvPr>
            <p:ph idx="1" type="body"/>
          </p:nvPr>
        </p:nvSpPr>
        <p:spPr>
          <a:xfrm>
            <a:off x="720000" y="1002575"/>
            <a:ext cx="7704000" cy="3562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Linux is an open-source operating system built around the Linux kernel, a core component that manages hardware and system resources.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Advantages:</a:t>
            </a:r>
            <a:endParaRPr sz="1000"/>
          </a:p>
          <a:p>
            <a:pPr indent="-292100" lvl="0" marL="457200" rtl="0" algn="l">
              <a:lnSpc>
                <a:spcPct val="90000"/>
              </a:lnSpc>
              <a:spcBef>
                <a:spcPts val="600"/>
              </a:spcBef>
              <a:spcAft>
                <a:spcPts val="0"/>
              </a:spcAft>
              <a:buSzPts val="1000"/>
              <a:buChar char="●"/>
            </a:pPr>
            <a:r>
              <a:rPr lang="en" sz="1000"/>
              <a:t>Open Source Software</a:t>
            </a:r>
            <a:endParaRPr sz="1000"/>
          </a:p>
          <a:p>
            <a:pPr indent="-292100" lvl="1" marL="914400" rtl="0" algn="l">
              <a:lnSpc>
                <a:spcPct val="90000"/>
              </a:lnSpc>
              <a:spcBef>
                <a:spcPts val="0"/>
              </a:spcBef>
              <a:spcAft>
                <a:spcPts val="0"/>
              </a:spcAft>
              <a:buSzPts val="1000"/>
              <a:buChar char="○"/>
            </a:pPr>
            <a:r>
              <a:rPr lang="en" sz="1000"/>
              <a:t>Being able to see how a software works allows you to research the source code and make improvements much easier</a:t>
            </a:r>
            <a:endParaRPr sz="1000"/>
          </a:p>
          <a:p>
            <a:pPr indent="0" lvl="0" marL="0" rtl="0" algn="l">
              <a:lnSpc>
                <a:spcPct val="90000"/>
              </a:lnSpc>
              <a:spcBef>
                <a:spcPts val="1200"/>
              </a:spcBef>
              <a:spcAft>
                <a:spcPts val="0"/>
              </a:spcAft>
              <a:buNone/>
            </a:pPr>
            <a:r>
              <a:t/>
            </a:r>
            <a:endParaRPr sz="1000"/>
          </a:p>
          <a:p>
            <a:pPr indent="-292100" lvl="0" marL="457200" rtl="0" algn="l">
              <a:lnSpc>
                <a:spcPct val="90000"/>
              </a:lnSpc>
              <a:spcBef>
                <a:spcPts val="600"/>
              </a:spcBef>
              <a:spcAft>
                <a:spcPts val="0"/>
              </a:spcAft>
              <a:buSzPts val="1000"/>
              <a:buChar char="●"/>
            </a:pPr>
            <a:r>
              <a:rPr lang="en" sz="1000"/>
              <a:t>Command-Line Interface</a:t>
            </a:r>
            <a:endParaRPr sz="1000"/>
          </a:p>
          <a:p>
            <a:pPr indent="-292100" lvl="1" marL="914400" rtl="0" algn="l">
              <a:lnSpc>
                <a:spcPct val="90000"/>
              </a:lnSpc>
              <a:spcBef>
                <a:spcPts val="0"/>
              </a:spcBef>
              <a:spcAft>
                <a:spcPts val="0"/>
              </a:spcAft>
              <a:buSzPts val="1000"/>
              <a:buChar char="○"/>
            </a:pPr>
            <a:r>
              <a:rPr lang="en" sz="1000"/>
              <a:t>Allows the user to run all administrative tasks from the CLI, enabling easier automation, deployment, provisioning, and local/remote system administration</a:t>
            </a:r>
            <a:endParaRPr sz="1000"/>
          </a:p>
          <a:p>
            <a:pPr indent="0" lvl="0" marL="0" rtl="0" algn="l">
              <a:lnSpc>
                <a:spcPct val="90000"/>
              </a:lnSpc>
              <a:spcBef>
                <a:spcPts val="1200"/>
              </a:spcBef>
              <a:spcAft>
                <a:spcPts val="0"/>
              </a:spcAft>
              <a:buNone/>
            </a:pPr>
            <a:r>
              <a:t/>
            </a:r>
            <a:endParaRPr sz="1000"/>
          </a:p>
          <a:p>
            <a:pPr indent="-292100" lvl="0" marL="457200" rtl="0" algn="l">
              <a:lnSpc>
                <a:spcPct val="90000"/>
              </a:lnSpc>
              <a:spcBef>
                <a:spcPts val="600"/>
              </a:spcBef>
              <a:spcAft>
                <a:spcPts val="0"/>
              </a:spcAft>
              <a:buSzPts val="1000"/>
              <a:buChar char="●"/>
            </a:pPr>
            <a:r>
              <a:rPr lang="en" sz="1000"/>
              <a:t>Modular Operating System</a:t>
            </a:r>
            <a:endParaRPr sz="1000"/>
          </a:p>
          <a:p>
            <a:pPr indent="-292100" lvl="1" marL="914400" rtl="0" algn="l">
              <a:lnSpc>
                <a:spcPct val="90000"/>
              </a:lnSpc>
              <a:spcBef>
                <a:spcPts val="0"/>
              </a:spcBef>
              <a:spcAft>
                <a:spcPts val="0"/>
              </a:spcAft>
              <a:buSzPts val="1000"/>
              <a:buChar char="○"/>
            </a:pPr>
            <a:r>
              <a:rPr lang="en" sz="1000"/>
              <a:t>System components can be upgraded and updated when needed</a:t>
            </a:r>
            <a:endParaRPr sz="1000"/>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1" name="Shape 1961"/>
        <p:cNvGrpSpPr/>
        <p:nvPr/>
      </p:nvGrpSpPr>
      <p:grpSpPr>
        <a:xfrm>
          <a:off x="0" y="0"/>
          <a:ext cx="0" cy="0"/>
          <a:chOff x="0" y="0"/>
          <a:chExt cx="0" cy="0"/>
        </a:xfrm>
      </p:grpSpPr>
      <p:sp>
        <p:nvSpPr>
          <p:cNvPr id="1962" name="Google Shape;1962;p192"/>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Linux Terminology</a:t>
            </a:r>
            <a:endParaRPr/>
          </a:p>
        </p:txBody>
      </p:sp>
      <p:sp>
        <p:nvSpPr>
          <p:cNvPr id="1963" name="Google Shape;1963;p192"/>
          <p:cNvSpPr txBox="1"/>
          <p:nvPr>
            <p:ph idx="1" type="body"/>
          </p:nvPr>
        </p:nvSpPr>
        <p:spPr>
          <a:xfrm>
            <a:off x="720000" y="1002575"/>
            <a:ext cx="7704000" cy="3562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Linux Kernel: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Linux Distribution: an installable operating system that is constructed from a Linux kernel and that supports user programs and libraries</a:t>
            </a:r>
            <a:endParaRPr sz="1000"/>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7" name="Shape 1967"/>
        <p:cNvGrpSpPr/>
        <p:nvPr/>
      </p:nvGrpSpPr>
      <p:grpSpPr>
        <a:xfrm>
          <a:off x="0" y="0"/>
          <a:ext cx="0" cy="0"/>
          <a:chOff x="0" y="0"/>
          <a:chExt cx="0" cy="0"/>
        </a:xfrm>
      </p:grpSpPr>
      <p:sp>
        <p:nvSpPr>
          <p:cNvPr id="1968" name="Google Shape;1968;p193"/>
          <p:cNvSpPr txBox="1"/>
          <p:nvPr>
            <p:ph type="title"/>
          </p:nvPr>
        </p:nvSpPr>
        <p:spPr>
          <a:xfrm>
            <a:off x="719988" y="459128"/>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chemeClr val="lt2"/>
                </a:solidFill>
              </a:rPr>
              <a:t>Linux Terminology</a:t>
            </a:r>
            <a:endParaRPr/>
          </a:p>
        </p:txBody>
      </p:sp>
      <p:sp>
        <p:nvSpPr>
          <p:cNvPr id="1969" name="Google Shape;1969;p193"/>
          <p:cNvSpPr txBox="1"/>
          <p:nvPr>
            <p:ph idx="1" type="body"/>
          </p:nvPr>
        </p:nvSpPr>
        <p:spPr>
          <a:xfrm>
            <a:off x="720000" y="1002575"/>
            <a:ext cx="7704000" cy="35628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None/>
            </a:pPr>
            <a:r>
              <a:rPr lang="en" sz="1000"/>
              <a:t>Linux Kernel: </a:t>
            </a:r>
            <a:endParaRPr sz="1000"/>
          </a:p>
          <a:p>
            <a:pPr indent="0" lvl="0" marL="0" rtl="0" algn="l">
              <a:lnSpc>
                <a:spcPct val="90000"/>
              </a:lnSpc>
              <a:spcBef>
                <a:spcPts val="600"/>
              </a:spcBef>
              <a:spcAft>
                <a:spcPts val="0"/>
              </a:spcAft>
              <a:buNone/>
            </a:pPr>
            <a:r>
              <a:t/>
            </a:r>
            <a:endParaRPr sz="1000"/>
          </a:p>
          <a:p>
            <a:pPr indent="0" lvl="0" marL="0" rtl="0" algn="l">
              <a:lnSpc>
                <a:spcPct val="90000"/>
              </a:lnSpc>
              <a:spcBef>
                <a:spcPts val="600"/>
              </a:spcBef>
              <a:spcAft>
                <a:spcPts val="0"/>
              </a:spcAft>
              <a:buNone/>
            </a:pPr>
            <a:r>
              <a:rPr lang="en" sz="1000"/>
              <a:t>Linux Distribution: an installable operating system that is constructed from a Linux kernel and that supports user programs and libraries</a:t>
            </a:r>
            <a:endParaRPr sz="1000"/>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3" name="Shape 1973"/>
        <p:cNvGrpSpPr/>
        <p:nvPr/>
      </p:nvGrpSpPr>
      <p:grpSpPr>
        <a:xfrm>
          <a:off x="0" y="0"/>
          <a:ext cx="0" cy="0"/>
          <a:chOff x="0" y="0"/>
          <a:chExt cx="0" cy="0"/>
        </a:xfrm>
      </p:grpSpPr>
      <p:sp>
        <p:nvSpPr>
          <p:cNvPr id="1974" name="Google Shape;1974;p194"/>
          <p:cNvSpPr txBox="1"/>
          <p:nvPr>
            <p:ph idx="1" type="subTitle"/>
          </p:nvPr>
        </p:nvSpPr>
        <p:spPr>
          <a:xfrm>
            <a:off x="0" y="0"/>
            <a:ext cx="5559600" cy="52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The adjustments are of higher </a:t>
            </a:r>
            <a:r>
              <a:rPr lang="en" sz="1100"/>
              <a:t>concern, but optionally, these slides can also be improved by standardizing the structured “formats”. Standardization between similar types of info, or different topics of info, might enhance the slides, once all the important info is down</a:t>
            </a:r>
            <a:endParaRPr sz="1100"/>
          </a:p>
        </p:txBody>
      </p:sp>
      <p:pic>
        <p:nvPicPr>
          <p:cNvPr id="1975" name="Google Shape;1975;p194"/>
          <p:cNvPicPr preferRelativeResize="0"/>
          <p:nvPr/>
        </p:nvPicPr>
        <p:blipFill>
          <a:blip r:embed="rId3">
            <a:alphaModFix/>
          </a:blip>
          <a:stretch>
            <a:fillRect/>
          </a:stretch>
        </p:blipFill>
        <p:spPr>
          <a:xfrm>
            <a:off x="5462550" y="3065489"/>
            <a:ext cx="3546599" cy="903823"/>
          </a:xfrm>
          <a:prstGeom prst="rect">
            <a:avLst/>
          </a:prstGeom>
          <a:noFill/>
          <a:ln cap="flat" cmpd="sng" w="19050">
            <a:solidFill>
              <a:schemeClr val="dk1"/>
            </a:solidFill>
            <a:prstDash val="solid"/>
            <a:round/>
            <a:headEnd len="sm" w="sm" type="none"/>
            <a:tailEnd len="sm" w="sm" type="none"/>
          </a:ln>
        </p:spPr>
      </p:pic>
      <p:pic>
        <p:nvPicPr>
          <p:cNvPr id="1976" name="Google Shape;1976;p194"/>
          <p:cNvPicPr preferRelativeResize="0"/>
          <p:nvPr/>
        </p:nvPicPr>
        <p:blipFill>
          <a:blip r:embed="rId4">
            <a:alphaModFix/>
          </a:blip>
          <a:stretch>
            <a:fillRect/>
          </a:stretch>
        </p:blipFill>
        <p:spPr>
          <a:xfrm>
            <a:off x="4950600" y="1837326"/>
            <a:ext cx="4058549" cy="1160125"/>
          </a:xfrm>
          <a:prstGeom prst="rect">
            <a:avLst/>
          </a:prstGeom>
          <a:noFill/>
          <a:ln cap="flat" cmpd="sng" w="19050">
            <a:solidFill>
              <a:schemeClr val="dk1"/>
            </a:solidFill>
            <a:prstDash val="solid"/>
            <a:round/>
            <a:headEnd len="sm" w="sm" type="none"/>
            <a:tailEnd len="sm" w="sm" type="none"/>
          </a:ln>
        </p:spPr>
      </p:pic>
      <p:pic>
        <p:nvPicPr>
          <p:cNvPr id="1977" name="Google Shape;1977;p194"/>
          <p:cNvPicPr preferRelativeResize="0"/>
          <p:nvPr/>
        </p:nvPicPr>
        <p:blipFill>
          <a:blip r:embed="rId5">
            <a:alphaModFix/>
          </a:blip>
          <a:stretch>
            <a:fillRect/>
          </a:stretch>
        </p:blipFill>
        <p:spPr>
          <a:xfrm>
            <a:off x="5500037" y="124150"/>
            <a:ext cx="3471625" cy="1596550"/>
          </a:xfrm>
          <a:prstGeom prst="rect">
            <a:avLst/>
          </a:prstGeom>
          <a:noFill/>
          <a:ln cap="flat" cmpd="sng" w="19050">
            <a:solidFill>
              <a:schemeClr val="dk1"/>
            </a:solidFill>
            <a:prstDash val="solid"/>
            <a:round/>
            <a:headEnd len="sm" w="sm" type="none"/>
            <a:tailEnd len="sm" w="sm" type="none"/>
          </a:ln>
        </p:spPr>
      </p:pic>
      <p:pic>
        <p:nvPicPr>
          <p:cNvPr id="1978" name="Google Shape;1978;p194"/>
          <p:cNvPicPr preferRelativeResize="0"/>
          <p:nvPr/>
        </p:nvPicPr>
        <p:blipFill>
          <a:blip r:embed="rId6">
            <a:alphaModFix/>
          </a:blip>
          <a:stretch>
            <a:fillRect/>
          </a:stretch>
        </p:blipFill>
        <p:spPr>
          <a:xfrm>
            <a:off x="7102817" y="4037350"/>
            <a:ext cx="1906334" cy="1029950"/>
          </a:xfrm>
          <a:prstGeom prst="rect">
            <a:avLst/>
          </a:prstGeom>
          <a:noFill/>
          <a:ln cap="flat" cmpd="sng" w="19050">
            <a:solidFill>
              <a:schemeClr val="dk1"/>
            </a:solidFill>
            <a:prstDash val="solid"/>
            <a:round/>
            <a:headEnd len="sm" w="sm" type="none"/>
            <a:tailEnd len="sm" w="sm" type="none"/>
          </a:ln>
        </p:spPr>
      </p:pic>
      <p:pic>
        <p:nvPicPr>
          <p:cNvPr id="1979" name="Google Shape;1979;p194"/>
          <p:cNvPicPr preferRelativeResize="0"/>
          <p:nvPr/>
        </p:nvPicPr>
        <p:blipFill rotWithShape="1">
          <a:blip r:embed="rId7">
            <a:alphaModFix/>
          </a:blip>
          <a:srcRect b="45106" l="0" r="0" t="0"/>
          <a:stretch/>
        </p:blipFill>
        <p:spPr>
          <a:xfrm>
            <a:off x="220275" y="1027700"/>
            <a:ext cx="3699000" cy="454750"/>
          </a:xfrm>
          <a:prstGeom prst="rect">
            <a:avLst/>
          </a:prstGeom>
          <a:noFill/>
          <a:ln cap="flat" cmpd="sng" w="19050">
            <a:solidFill>
              <a:schemeClr val="dk1"/>
            </a:solidFill>
            <a:prstDash val="solid"/>
            <a:round/>
            <a:headEnd len="sm" w="sm" type="none"/>
            <a:tailEnd len="sm" w="sm" type="none"/>
          </a:ln>
        </p:spPr>
      </p:pic>
      <p:pic>
        <p:nvPicPr>
          <p:cNvPr id="1980" name="Google Shape;1980;p194"/>
          <p:cNvPicPr preferRelativeResize="0"/>
          <p:nvPr/>
        </p:nvPicPr>
        <p:blipFill>
          <a:blip r:embed="rId8">
            <a:alphaModFix/>
          </a:blip>
          <a:stretch>
            <a:fillRect/>
          </a:stretch>
        </p:blipFill>
        <p:spPr>
          <a:xfrm>
            <a:off x="171667" y="1596550"/>
            <a:ext cx="2738719" cy="828400"/>
          </a:xfrm>
          <a:prstGeom prst="rect">
            <a:avLst/>
          </a:prstGeom>
          <a:noFill/>
          <a:ln cap="flat" cmpd="sng" w="19050">
            <a:solidFill>
              <a:schemeClr val="dk1"/>
            </a:solidFill>
            <a:prstDash val="solid"/>
            <a:round/>
            <a:headEnd len="sm" w="sm" type="none"/>
            <a:tailEnd len="sm" w="sm" type="none"/>
          </a:ln>
        </p:spPr>
      </p:pic>
      <p:pic>
        <p:nvPicPr>
          <p:cNvPr id="1981" name="Google Shape;1981;p194"/>
          <p:cNvPicPr preferRelativeResize="0"/>
          <p:nvPr/>
        </p:nvPicPr>
        <p:blipFill>
          <a:blip r:embed="rId9">
            <a:alphaModFix/>
          </a:blip>
          <a:stretch>
            <a:fillRect/>
          </a:stretch>
        </p:blipFill>
        <p:spPr>
          <a:xfrm>
            <a:off x="171681" y="2557072"/>
            <a:ext cx="4058550" cy="1288115"/>
          </a:xfrm>
          <a:prstGeom prst="rect">
            <a:avLst/>
          </a:prstGeom>
          <a:noFill/>
          <a:ln cap="flat" cmpd="sng" w="19050">
            <a:solidFill>
              <a:schemeClr val="dk1"/>
            </a:solidFill>
            <a:prstDash val="solid"/>
            <a:round/>
            <a:headEnd len="sm" w="sm" type="none"/>
            <a:tailEnd len="sm" w="sm" type="none"/>
          </a:ln>
        </p:spPr>
      </p:pic>
      <p:pic>
        <p:nvPicPr>
          <p:cNvPr id="1982" name="Google Shape;1982;p194"/>
          <p:cNvPicPr preferRelativeResize="0"/>
          <p:nvPr/>
        </p:nvPicPr>
        <p:blipFill rotWithShape="1">
          <a:blip r:embed="rId10">
            <a:alphaModFix/>
          </a:blip>
          <a:srcRect b="0" l="0" r="0" t="29726"/>
          <a:stretch/>
        </p:blipFill>
        <p:spPr>
          <a:xfrm>
            <a:off x="171675" y="3977312"/>
            <a:ext cx="3711899" cy="102995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6" name="Shape 1986"/>
        <p:cNvGrpSpPr/>
        <p:nvPr/>
      </p:nvGrpSpPr>
      <p:grpSpPr>
        <a:xfrm>
          <a:off x="0" y="0"/>
          <a:ext cx="0" cy="0"/>
          <a:chOff x="0" y="0"/>
          <a:chExt cx="0" cy="0"/>
        </a:xfrm>
      </p:grpSpPr>
      <p:pic>
        <p:nvPicPr>
          <p:cNvPr id="1987" name="Google Shape;1987;p195"/>
          <p:cNvPicPr preferRelativeResize="0"/>
          <p:nvPr/>
        </p:nvPicPr>
        <p:blipFill>
          <a:blip r:embed="rId3">
            <a:alphaModFix/>
          </a:blip>
          <a:stretch>
            <a:fillRect/>
          </a:stretch>
        </p:blipFill>
        <p:spPr>
          <a:xfrm>
            <a:off x="4854884" y="54326"/>
            <a:ext cx="4289116" cy="1154950"/>
          </a:xfrm>
          <a:prstGeom prst="rect">
            <a:avLst/>
          </a:prstGeom>
          <a:noFill/>
          <a:ln cap="flat" cmpd="sng" w="19050">
            <a:solidFill>
              <a:schemeClr val="dk1"/>
            </a:solidFill>
            <a:prstDash val="solid"/>
            <a:round/>
            <a:headEnd len="sm" w="sm" type="none"/>
            <a:tailEnd len="sm" w="sm" type="none"/>
          </a:ln>
        </p:spPr>
      </p:pic>
      <p:pic>
        <p:nvPicPr>
          <p:cNvPr id="1988" name="Google Shape;1988;p195"/>
          <p:cNvPicPr preferRelativeResize="0"/>
          <p:nvPr/>
        </p:nvPicPr>
        <p:blipFill>
          <a:blip r:embed="rId4">
            <a:alphaModFix/>
          </a:blip>
          <a:stretch>
            <a:fillRect/>
          </a:stretch>
        </p:blipFill>
        <p:spPr>
          <a:xfrm>
            <a:off x="6716112" y="3046812"/>
            <a:ext cx="2262925" cy="967275"/>
          </a:xfrm>
          <a:prstGeom prst="rect">
            <a:avLst/>
          </a:prstGeom>
          <a:noFill/>
          <a:ln cap="flat" cmpd="sng" w="19050">
            <a:solidFill>
              <a:schemeClr val="dk1"/>
            </a:solidFill>
            <a:prstDash val="solid"/>
            <a:round/>
            <a:headEnd len="sm" w="sm" type="none"/>
            <a:tailEnd len="sm" w="sm" type="none"/>
          </a:ln>
        </p:spPr>
      </p:pic>
      <p:pic>
        <p:nvPicPr>
          <p:cNvPr id="1989" name="Google Shape;1989;p195"/>
          <p:cNvPicPr preferRelativeResize="0"/>
          <p:nvPr/>
        </p:nvPicPr>
        <p:blipFill>
          <a:blip r:embed="rId5">
            <a:alphaModFix/>
          </a:blip>
          <a:stretch>
            <a:fillRect/>
          </a:stretch>
        </p:blipFill>
        <p:spPr>
          <a:xfrm>
            <a:off x="5078325" y="2037676"/>
            <a:ext cx="3900724" cy="847825"/>
          </a:xfrm>
          <a:prstGeom prst="rect">
            <a:avLst/>
          </a:prstGeom>
          <a:noFill/>
          <a:ln cap="flat" cmpd="sng" w="19050">
            <a:solidFill>
              <a:schemeClr val="dk1"/>
            </a:solidFill>
            <a:prstDash val="solid"/>
            <a:round/>
            <a:headEnd len="sm" w="sm" type="none"/>
            <a:tailEnd len="sm" w="sm" type="none"/>
          </a:ln>
        </p:spPr>
      </p:pic>
      <p:pic>
        <p:nvPicPr>
          <p:cNvPr id="1990" name="Google Shape;1990;p195"/>
          <p:cNvPicPr preferRelativeResize="0"/>
          <p:nvPr/>
        </p:nvPicPr>
        <p:blipFill>
          <a:blip r:embed="rId6">
            <a:alphaModFix/>
          </a:blip>
          <a:stretch>
            <a:fillRect/>
          </a:stretch>
        </p:blipFill>
        <p:spPr>
          <a:xfrm>
            <a:off x="4707562" y="4245550"/>
            <a:ext cx="4381500" cy="746450"/>
          </a:xfrm>
          <a:prstGeom prst="rect">
            <a:avLst/>
          </a:prstGeom>
          <a:noFill/>
          <a:ln cap="flat" cmpd="sng" w="19050">
            <a:solidFill>
              <a:schemeClr val="dk1"/>
            </a:solidFill>
            <a:prstDash val="solid"/>
            <a:round/>
            <a:headEnd len="sm" w="sm" type="none"/>
            <a:tailEnd len="sm" w="sm" type="none"/>
          </a:ln>
        </p:spPr>
      </p:pic>
      <p:pic>
        <p:nvPicPr>
          <p:cNvPr id="1991" name="Google Shape;1991;p195"/>
          <p:cNvPicPr preferRelativeResize="0"/>
          <p:nvPr/>
        </p:nvPicPr>
        <p:blipFill>
          <a:blip r:embed="rId7">
            <a:alphaModFix/>
          </a:blip>
          <a:stretch>
            <a:fillRect/>
          </a:stretch>
        </p:blipFill>
        <p:spPr>
          <a:xfrm>
            <a:off x="4817420" y="1250244"/>
            <a:ext cx="4271655" cy="74645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New Operating System Design Pitch Deck by Slidesgo">
  <a:themeElements>
    <a:clrScheme name="Simple Light">
      <a:dk1>
        <a:srgbClr val="FFFFFF"/>
      </a:dk1>
      <a:lt1>
        <a:srgbClr val="2D323C"/>
      </a:lt1>
      <a:dk2>
        <a:srgbClr val="242830"/>
      </a:dk2>
      <a:lt2>
        <a:srgbClr val="FFDB5D"/>
      </a:lt2>
      <a:accent1>
        <a:srgbClr val="94EE6B"/>
      </a:accent1>
      <a:accent2>
        <a:srgbClr val="E81981"/>
      </a:accent2>
      <a:accent3>
        <a:srgbClr val="BD64B5"/>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New Operating System Design Pitch Deck by Slidesgo">
  <a:themeElements>
    <a:clrScheme name="Simple Light">
      <a:dk1>
        <a:srgbClr val="FFFFFF"/>
      </a:dk1>
      <a:lt1>
        <a:srgbClr val="2D323C"/>
      </a:lt1>
      <a:dk2>
        <a:srgbClr val="242830"/>
      </a:dk2>
      <a:lt2>
        <a:srgbClr val="FFDB5D"/>
      </a:lt2>
      <a:accent1>
        <a:srgbClr val="94EE6B"/>
      </a:accent1>
      <a:accent2>
        <a:srgbClr val="E81981"/>
      </a:accent2>
      <a:accent3>
        <a:srgbClr val="BD64B5"/>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