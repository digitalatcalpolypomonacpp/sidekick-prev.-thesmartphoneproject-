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Playfair Display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  <p:embeddedFont>
      <p:font typeface="Fira Sans Extra Condensed Medium"/>
      <p:regular r:id="rId30"/>
      <p:bold r:id="rId31"/>
      <p:italic r:id="rId32"/>
      <p:boldItalic r:id="rId33"/>
    </p:embeddedFont>
    <p:embeddedFont>
      <p:font typeface="Fira Sans Extra Condensed SemiBold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PlayfairDisplay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PlayfairDisplay-italic.fntdata"/><Relationship Id="rId23" Type="http://schemas.openxmlformats.org/officeDocument/2006/relationships/font" Target="fonts/PlayfairDisplay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ato-regular.fntdata"/><Relationship Id="rId25" Type="http://schemas.openxmlformats.org/officeDocument/2006/relationships/font" Target="fonts/PlayfairDisplay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FiraSansExtraCondensedMedium-bold.fntdata"/><Relationship Id="rId30" Type="http://schemas.openxmlformats.org/officeDocument/2006/relationships/font" Target="fonts/FiraSansExtraCondensedMedium-regular.fntdata"/><Relationship Id="rId11" Type="http://schemas.openxmlformats.org/officeDocument/2006/relationships/slide" Target="slides/slide5.xml"/><Relationship Id="rId33" Type="http://schemas.openxmlformats.org/officeDocument/2006/relationships/font" Target="fonts/FiraSansExtraCondensedMedium-boldItalic.fntdata"/><Relationship Id="rId10" Type="http://schemas.openxmlformats.org/officeDocument/2006/relationships/slide" Target="slides/slide4.xml"/><Relationship Id="rId32" Type="http://schemas.openxmlformats.org/officeDocument/2006/relationships/font" Target="fonts/FiraSansExtraCondensedMedium-italic.fntdata"/><Relationship Id="rId13" Type="http://schemas.openxmlformats.org/officeDocument/2006/relationships/slide" Target="slides/slide7.xml"/><Relationship Id="rId35" Type="http://schemas.openxmlformats.org/officeDocument/2006/relationships/font" Target="fonts/FiraSansExtraCondensedSemiBold-bold.fntdata"/><Relationship Id="rId12" Type="http://schemas.openxmlformats.org/officeDocument/2006/relationships/slide" Target="slides/slide6.xml"/><Relationship Id="rId34" Type="http://schemas.openxmlformats.org/officeDocument/2006/relationships/font" Target="fonts/FiraSansExtraCondensedSemiBold-regular.fntdata"/><Relationship Id="rId15" Type="http://schemas.openxmlformats.org/officeDocument/2006/relationships/slide" Target="slides/slide9.xml"/><Relationship Id="rId37" Type="http://schemas.openxmlformats.org/officeDocument/2006/relationships/font" Target="fonts/FiraSansExtraCondensedSemiBold-boldItalic.fntdata"/><Relationship Id="rId14" Type="http://schemas.openxmlformats.org/officeDocument/2006/relationships/slide" Target="slides/slide8.xml"/><Relationship Id="rId36" Type="http://schemas.openxmlformats.org/officeDocument/2006/relationships/font" Target="fonts/FiraSansExtraCondensedSemiBold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c678af444_2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1c678af444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2f17c071ec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2f17c071ec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885118fed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885118fed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Programmable Hardware enables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for the AVERAGE PERSON to easily repair of various elements in a PRODUCT </a:t>
            </a:r>
            <a:r>
              <a:rPr lang="en" sz="1400" u="sng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WE</a:t>
            </a: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OWN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to easily assemble/disassemble ALLOWS you to upgrade your perfectly good phone by replacing only the components on the phone that YOU want improved on your phone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to make a modular phone, which would allow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■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YOU to make your phone distinctly YOURS (not an identical slab to everyone else)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■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YOU to decide what are important features to you and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98ece86c3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98ece86c3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8ece86c39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98ece86c39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885eaa5b7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885eaa5b7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Haptic Motor Driver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Haptic Motor Driver is necessary to control haptic motor vibration patterns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Haptic Motor works by converting electrical energy into mechanical vibrations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Communicates through I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C peripherals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Real-Time Clock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Real-Time Clock counts time by counting the pulses of a stable quartz crystal oscillator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Uses a battery backup to maintain power independently of main power system in case of power off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Communicates through I</a:t>
            </a:r>
            <a:r>
              <a:rPr baseline="30000" lang="en"/>
              <a:t>2</a:t>
            </a:r>
            <a:r>
              <a:rPr lang="en"/>
              <a:t>C peripherals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Microphone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Microphone captures sound waves (analog) and converts them into electrical signals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Multiple microphones are used to overall reduce noise caused by individual noise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Communicates through I</a:t>
            </a:r>
            <a:r>
              <a:rPr baseline="30000" lang="en"/>
              <a:t>2</a:t>
            </a:r>
            <a:r>
              <a:rPr lang="en"/>
              <a:t>C peripherals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271c21dc5d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271c21dc5d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Programmable Hardware enables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for the AVERAGE PERSON to easily repair of various elements in a PRODUCT </a:t>
            </a:r>
            <a:r>
              <a:rPr lang="en" sz="1400" u="sng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WE</a:t>
            </a: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OWN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to easily assemble/disassemble ALLOWS you to upgrade your perfectly good phone by replacing only the components on the phone that YOU want improved on your phone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to make a modular phone, which would allow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■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YOU to make your phone distinctly YOURS (not an identical slab to everyone else)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■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YOU to decide what are important features to you and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885eaa5b7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885eaa5b7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885eaa5b7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885eaa5b7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dk1"/>
                </a:solidFill>
              </a:rPr>
              <a:t>Project Definition</a:t>
            </a:r>
            <a:endParaRPr sz="1500" u="sng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Consumer Need: </a:t>
            </a:r>
            <a:r>
              <a:rPr lang="en" sz="1500" u="sng">
                <a:solidFill>
                  <a:schemeClr val="dk1"/>
                </a:solidFill>
              </a:rPr>
              <a:t>Fast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lang="en" sz="1500" u="sng">
                <a:solidFill>
                  <a:schemeClr val="dk1"/>
                </a:solidFill>
              </a:rPr>
              <a:t>secure</a:t>
            </a:r>
            <a:r>
              <a:rPr lang="en" sz="1500">
                <a:solidFill>
                  <a:schemeClr val="dk1"/>
                </a:solidFill>
              </a:rPr>
              <a:t>, and </a:t>
            </a:r>
            <a:r>
              <a:rPr lang="en" sz="1500" u="sng">
                <a:solidFill>
                  <a:schemeClr val="dk1"/>
                </a:solidFill>
              </a:rPr>
              <a:t>user-friendly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 u="sng">
                <a:solidFill>
                  <a:schemeClr val="dk1"/>
                </a:solidFill>
              </a:rPr>
              <a:t>authentication</a:t>
            </a:r>
            <a:r>
              <a:rPr lang="en" sz="1500">
                <a:solidFill>
                  <a:schemeClr val="dk1"/>
                </a:solidFill>
              </a:rPr>
              <a:t> → convenience and privacy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Feature: Allow users to unlock the device and verify their identity with a single touch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Purpose: </a:t>
            </a:r>
            <a:r>
              <a:rPr lang="en" sz="1500" u="sng">
                <a:solidFill>
                  <a:schemeClr val="dk1"/>
                </a:solidFill>
              </a:rPr>
              <a:t>Personal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lang="en" sz="1500" u="sng">
                <a:solidFill>
                  <a:schemeClr val="dk1"/>
                </a:solidFill>
              </a:rPr>
              <a:t>Modern</a:t>
            </a:r>
            <a:r>
              <a:rPr lang="en" sz="1500">
                <a:solidFill>
                  <a:schemeClr val="dk1"/>
                </a:solidFill>
              </a:rPr>
              <a:t>, and </a:t>
            </a:r>
            <a:r>
              <a:rPr lang="en" sz="1500" u="sng">
                <a:solidFill>
                  <a:schemeClr val="dk1"/>
                </a:solidFill>
              </a:rPr>
              <a:t>Secure</a:t>
            </a:r>
            <a:endParaRPr sz="1500" u="sng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Determined the type of Fingerprint Sensor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Determined how the phone will communicate with these sensors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We then found the sensor, implemented the schematic, then converted that schematic to a 3D modeled version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98ece86c39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98ece86c39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1f39b6ebcb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1f39b6ebcb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ong text">
  <p:cSld name="CUSTOM_3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3"/>
          <p:cNvGrpSpPr/>
          <p:nvPr/>
        </p:nvGrpSpPr>
        <p:grpSpPr>
          <a:xfrm>
            <a:off x="-2134953" y="-2232526"/>
            <a:ext cx="13005666" cy="9144743"/>
            <a:chOff x="-2134953" y="-2232526"/>
            <a:chExt cx="13005666" cy="9144743"/>
          </a:xfrm>
        </p:grpSpPr>
        <p:sp>
          <p:nvSpPr>
            <p:cNvPr id="57" name="Google Shape;57;p13"/>
            <p:cNvSpPr/>
            <p:nvPr/>
          </p:nvSpPr>
          <p:spPr>
            <a:xfrm rot="1514180">
              <a:off x="7764459" y="-1823388"/>
              <a:ext cx="2508827" cy="2633723"/>
            </a:xfrm>
            <a:custGeom>
              <a:rect b="b" l="l" r="r" t="t"/>
              <a:pathLst>
                <a:path extrusionOk="0" h="99680" w="94953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 rot="1514383">
              <a:off x="-1786388" y="4539304"/>
              <a:ext cx="1913798" cy="2063379"/>
            </a:xfrm>
            <a:custGeom>
              <a:rect b="b" l="l" r="r" t="t"/>
              <a:pathLst>
                <a:path extrusionOk="0" h="90822" w="84238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 rot="1514383">
              <a:off x="-1156102" y="4179892"/>
              <a:ext cx="1866179" cy="2262738"/>
            </a:xfrm>
            <a:custGeom>
              <a:rect b="b" l="l" r="r" t="t"/>
              <a:pathLst>
                <a:path extrusionOk="0" h="99597" w="82142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 rot="1514383">
              <a:off x="-1432077" y="4117600"/>
              <a:ext cx="2157231" cy="2264624"/>
            </a:xfrm>
            <a:custGeom>
              <a:rect b="b" l="l" r="r" t="t"/>
              <a:pathLst>
                <a:path extrusionOk="0" h="99680" w="94953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 rot="1430415">
              <a:off x="8011433" y="-1439033"/>
              <a:ext cx="2205009" cy="2377351"/>
            </a:xfrm>
            <a:custGeom>
              <a:rect b="b" l="l" r="r" t="t"/>
              <a:pathLst>
                <a:path extrusionOk="0" h="90822" w="84238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 rot="1430415">
              <a:off x="8285431" y="-1252560"/>
              <a:ext cx="2150144" cy="2607045"/>
            </a:xfrm>
            <a:custGeom>
              <a:rect b="b" l="l" r="r" t="t"/>
              <a:pathLst>
                <a:path extrusionOk="0" h="99597" w="82142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625650" y="1087175"/>
            <a:ext cx="7689900" cy="35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67" name="Google Shape;67;p14"/>
          <p:cNvGrpSpPr/>
          <p:nvPr/>
        </p:nvGrpSpPr>
        <p:grpSpPr>
          <a:xfrm>
            <a:off x="-3621963" y="-1003613"/>
            <a:ext cx="14748864" cy="9515698"/>
            <a:chOff x="-3621963" y="-1003613"/>
            <a:chExt cx="14748864" cy="9515698"/>
          </a:xfrm>
        </p:grpSpPr>
        <p:sp>
          <p:nvSpPr>
            <p:cNvPr id="68" name="Google Shape;68;p14"/>
            <p:cNvSpPr/>
            <p:nvPr/>
          </p:nvSpPr>
          <p:spPr>
            <a:xfrm>
              <a:off x="-2981249" y="4185615"/>
              <a:ext cx="3844172" cy="4035545"/>
            </a:xfrm>
            <a:custGeom>
              <a:rect b="b" l="l" r="r" t="t"/>
              <a:pathLst>
                <a:path extrusionOk="0" h="99680" w="94953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 rot="5114100">
              <a:off x="8678084" y="-994810"/>
              <a:ext cx="2215747" cy="2388928"/>
            </a:xfrm>
            <a:custGeom>
              <a:rect b="b" l="l" r="r" t="t"/>
              <a:pathLst>
                <a:path extrusionOk="0" h="90822" w="84238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 rot="5114100">
              <a:off x="8650417" y="-715298"/>
              <a:ext cx="2160615" cy="2619741"/>
            </a:xfrm>
            <a:custGeom>
              <a:rect b="b" l="l" r="r" t="t"/>
              <a:pathLst>
                <a:path extrusionOk="0" h="99597" w="82142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 rot="5114100">
              <a:off x="8467940" y="-882708"/>
              <a:ext cx="2497588" cy="2621924"/>
            </a:xfrm>
            <a:custGeom>
              <a:rect b="b" l="l" r="r" t="t"/>
              <a:pathLst>
                <a:path extrusionOk="0" h="99680" w="94953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/>
            <p:nvPr/>
          </p:nvSpPr>
          <p:spPr>
            <a:xfrm rot="1430265">
              <a:off x="-3029963" y="3507636"/>
              <a:ext cx="3378707" cy="3642785"/>
            </a:xfrm>
            <a:custGeom>
              <a:rect b="b" l="l" r="r" t="t"/>
              <a:pathLst>
                <a:path extrusionOk="0" h="90822" w="84238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 rot="1430265">
              <a:off x="-2686314" y="4021970"/>
              <a:ext cx="3294638" cy="3994742"/>
            </a:xfrm>
            <a:custGeom>
              <a:rect b="b" l="l" r="r" t="t"/>
              <a:pathLst>
                <a:path extrusionOk="0" h="99597" w="82142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ctrTitle"/>
          </p:nvPr>
        </p:nvSpPr>
        <p:spPr>
          <a:xfrm>
            <a:off x="504825" y="1477575"/>
            <a:ext cx="5199300" cy="189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504825" y="3325425"/>
            <a:ext cx="3905400" cy="3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0" name="Google Shape;90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504750" y="342900"/>
            <a:ext cx="8134500" cy="1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7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4" name="Google Shape;104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5" name="Google Shape;105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9" name="Google Shape;10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2" name="Google Shape;112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9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Relationship Id="rId8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27"/>
          <p:cNvGrpSpPr/>
          <p:nvPr/>
        </p:nvGrpSpPr>
        <p:grpSpPr>
          <a:xfrm rot="899960">
            <a:off x="6220593" y="178811"/>
            <a:ext cx="2344022" cy="4785879"/>
            <a:chOff x="5812139" y="178733"/>
            <a:chExt cx="2344092" cy="4786022"/>
          </a:xfrm>
        </p:grpSpPr>
        <p:sp>
          <p:nvSpPr>
            <p:cNvPr id="121" name="Google Shape;121;p27"/>
            <p:cNvSpPr/>
            <p:nvPr/>
          </p:nvSpPr>
          <p:spPr>
            <a:xfrm>
              <a:off x="5837742" y="178745"/>
              <a:ext cx="2294353" cy="4786010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7"/>
            <p:cNvSpPr/>
            <p:nvPr/>
          </p:nvSpPr>
          <p:spPr>
            <a:xfrm>
              <a:off x="5903203" y="255835"/>
              <a:ext cx="2161684" cy="4631829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rgbClr val="FAF7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7"/>
            <p:cNvSpPr/>
            <p:nvPr/>
          </p:nvSpPr>
          <p:spPr>
            <a:xfrm>
              <a:off x="6395153" y="178733"/>
              <a:ext cx="1177783" cy="271144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7"/>
            <p:cNvSpPr/>
            <p:nvPr/>
          </p:nvSpPr>
          <p:spPr>
            <a:xfrm>
              <a:off x="5854616" y="197363"/>
              <a:ext cx="2260313" cy="4748774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7"/>
            <p:cNvSpPr/>
            <p:nvPr/>
          </p:nvSpPr>
          <p:spPr>
            <a:xfrm>
              <a:off x="7228085" y="312853"/>
              <a:ext cx="51496" cy="50036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99000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7"/>
            <p:cNvSpPr/>
            <p:nvPr/>
          </p:nvSpPr>
          <p:spPr>
            <a:xfrm>
              <a:off x="6816459" y="315471"/>
              <a:ext cx="335163" cy="44509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rgbClr val="99000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7"/>
            <p:cNvSpPr/>
            <p:nvPr/>
          </p:nvSpPr>
          <p:spPr>
            <a:xfrm>
              <a:off x="6934871" y="664559"/>
              <a:ext cx="98629" cy="121599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7"/>
            <p:cNvSpPr/>
            <p:nvPr/>
          </p:nvSpPr>
          <p:spPr>
            <a:xfrm>
              <a:off x="6914796" y="735831"/>
              <a:ext cx="138487" cy="81454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7"/>
            <p:cNvSpPr/>
            <p:nvPr/>
          </p:nvSpPr>
          <p:spPr>
            <a:xfrm>
              <a:off x="7712841" y="334089"/>
              <a:ext cx="88446" cy="68654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7"/>
            <p:cNvSpPr/>
            <p:nvPr/>
          </p:nvSpPr>
          <p:spPr>
            <a:xfrm>
              <a:off x="7614503" y="343980"/>
              <a:ext cx="77099" cy="57309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7"/>
            <p:cNvSpPr/>
            <p:nvPr/>
          </p:nvSpPr>
          <p:spPr>
            <a:xfrm>
              <a:off x="7823979" y="345434"/>
              <a:ext cx="115503" cy="55854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7"/>
            <p:cNvSpPr/>
            <p:nvPr/>
          </p:nvSpPr>
          <p:spPr>
            <a:xfrm>
              <a:off x="8064585" y="611905"/>
              <a:ext cx="67498" cy="33163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7"/>
            <p:cNvSpPr/>
            <p:nvPr/>
          </p:nvSpPr>
          <p:spPr>
            <a:xfrm>
              <a:off x="5837742" y="611905"/>
              <a:ext cx="65752" cy="33163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7"/>
            <p:cNvSpPr/>
            <p:nvPr/>
          </p:nvSpPr>
          <p:spPr>
            <a:xfrm>
              <a:off x="8131792" y="1301644"/>
              <a:ext cx="24439" cy="354907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7"/>
            <p:cNvSpPr/>
            <p:nvPr/>
          </p:nvSpPr>
          <p:spPr>
            <a:xfrm>
              <a:off x="5812139" y="1620769"/>
              <a:ext cx="25894" cy="356362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7"/>
            <p:cNvSpPr/>
            <p:nvPr/>
          </p:nvSpPr>
          <p:spPr>
            <a:xfrm>
              <a:off x="5812139" y="1177427"/>
              <a:ext cx="25894" cy="356653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7"/>
            <p:cNvSpPr/>
            <p:nvPr/>
          </p:nvSpPr>
          <p:spPr>
            <a:xfrm>
              <a:off x="5812139" y="859757"/>
              <a:ext cx="25894" cy="111418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7"/>
            <p:cNvSpPr/>
            <p:nvPr/>
          </p:nvSpPr>
          <p:spPr>
            <a:xfrm>
              <a:off x="8064585" y="4496962"/>
              <a:ext cx="67498" cy="34618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7"/>
            <p:cNvSpPr/>
            <p:nvPr/>
          </p:nvSpPr>
          <p:spPr>
            <a:xfrm>
              <a:off x="5837742" y="4496962"/>
              <a:ext cx="65752" cy="34618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7"/>
            <p:cNvSpPr/>
            <p:nvPr/>
          </p:nvSpPr>
          <p:spPr>
            <a:xfrm>
              <a:off x="6649976" y="3637490"/>
              <a:ext cx="4598" cy="4470"/>
            </a:xfrm>
            <a:custGeom>
              <a:rect b="b" l="l" r="r" t="t"/>
              <a:pathLst>
                <a:path extrusionOk="0" h="35" w="36">
                  <a:moveTo>
                    <a:pt x="1" y="0"/>
                  </a:moveTo>
                  <a:lnTo>
                    <a:pt x="27" y="34"/>
                  </a:lnTo>
                  <a:lnTo>
                    <a:pt x="35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27"/>
          <p:cNvSpPr/>
          <p:nvPr/>
        </p:nvSpPr>
        <p:spPr>
          <a:xfrm rot="900028">
            <a:off x="6771276" y="1038589"/>
            <a:ext cx="1651683" cy="164797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7"/>
          <p:cNvSpPr txBox="1"/>
          <p:nvPr>
            <p:ph idx="1" type="subTitle"/>
          </p:nvPr>
        </p:nvSpPr>
        <p:spPr>
          <a:xfrm>
            <a:off x="441925" y="2639625"/>
            <a:ext cx="53721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0000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Building a Smartphone From Scratch</a:t>
            </a:r>
            <a:endParaRPr sz="2400">
              <a:solidFill>
                <a:srgbClr val="99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43" name="Google Shape;143;p27"/>
          <p:cNvSpPr/>
          <p:nvPr/>
        </p:nvSpPr>
        <p:spPr>
          <a:xfrm rot="900033">
            <a:off x="7227958" y="1568658"/>
            <a:ext cx="4598" cy="4470"/>
          </a:xfrm>
          <a:custGeom>
            <a:rect b="b" l="l" r="r" t="t"/>
            <a:pathLst>
              <a:path extrusionOk="0" h="35" w="36">
                <a:moveTo>
                  <a:pt x="1" y="0"/>
                </a:moveTo>
                <a:lnTo>
                  <a:pt x="27" y="34"/>
                </a:lnTo>
                <a:lnTo>
                  <a:pt x="35" y="34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7"/>
          <p:cNvSpPr txBox="1"/>
          <p:nvPr>
            <p:ph type="ctrTitle"/>
          </p:nvPr>
        </p:nvSpPr>
        <p:spPr>
          <a:xfrm>
            <a:off x="441925" y="1629975"/>
            <a:ext cx="5199300" cy="10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The Smartphone Project</a:t>
            </a:r>
            <a:endParaRPr sz="4400"/>
          </a:p>
        </p:txBody>
      </p:sp>
      <p:sp>
        <p:nvSpPr>
          <p:cNvPr id="145" name="Google Shape;145;p27"/>
          <p:cNvSpPr/>
          <p:nvPr/>
        </p:nvSpPr>
        <p:spPr>
          <a:xfrm rot="900064">
            <a:off x="6953395" y="1218776"/>
            <a:ext cx="1287683" cy="1287683"/>
          </a:xfrm>
          <a:prstGeom prst="pie">
            <a:avLst>
              <a:gd fmla="val 14382776" name="adj1"/>
              <a:gd fmla="val 21460693" name="adj2"/>
            </a:avLst>
          </a:prstGeom>
          <a:solidFill>
            <a:schemeClr val="accent6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7"/>
          <p:cNvSpPr/>
          <p:nvPr/>
        </p:nvSpPr>
        <p:spPr>
          <a:xfrm rot="900064">
            <a:off x="6953395" y="1218776"/>
            <a:ext cx="1287683" cy="1287683"/>
          </a:xfrm>
          <a:prstGeom prst="pie">
            <a:avLst>
              <a:gd fmla="val 21249271" name="adj1"/>
              <a:gd fmla="val 7379660" name="adj2"/>
            </a:avLst>
          </a:prstGeom>
          <a:solidFill>
            <a:schemeClr val="accent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7"/>
          <p:cNvSpPr/>
          <p:nvPr/>
        </p:nvSpPr>
        <p:spPr>
          <a:xfrm rot="900064">
            <a:off x="6953395" y="1218776"/>
            <a:ext cx="1287683" cy="1287683"/>
          </a:xfrm>
          <a:prstGeom prst="pie">
            <a:avLst>
              <a:gd fmla="val 7348780" name="adj1"/>
              <a:gd fmla="val 15975568" name="adj2"/>
            </a:avLst>
          </a:prstGeom>
          <a:solidFill>
            <a:schemeClr val="accent6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7"/>
          <p:cNvSpPr/>
          <p:nvPr/>
        </p:nvSpPr>
        <p:spPr>
          <a:xfrm rot="900028">
            <a:off x="6297948" y="2805074"/>
            <a:ext cx="1651683" cy="1647973"/>
          </a:xfrm>
          <a:prstGeom prst="roundRect">
            <a:avLst>
              <a:gd fmla="val 16667" name="adj"/>
            </a:avLst>
          </a:prstGeom>
          <a:solidFill>
            <a:srgbClr val="FAF7EF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" name="Google Shape;149;p27"/>
          <p:cNvGrpSpPr/>
          <p:nvPr/>
        </p:nvGrpSpPr>
        <p:grpSpPr>
          <a:xfrm rot="899960">
            <a:off x="6502031" y="2981459"/>
            <a:ext cx="1216764" cy="1287562"/>
            <a:chOff x="4210050" y="3676650"/>
            <a:chExt cx="1216800" cy="1287600"/>
          </a:xfrm>
        </p:grpSpPr>
        <p:sp>
          <p:nvSpPr>
            <p:cNvPr id="150" name="Google Shape;150;p27"/>
            <p:cNvSpPr/>
            <p:nvPr/>
          </p:nvSpPr>
          <p:spPr>
            <a:xfrm>
              <a:off x="4210050" y="3676650"/>
              <a:ext cx="340500" cy="12876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7"/>
            <p:cNvSpPr/>
            <p:nvPr/>
          </p:nvSpPr>
          <p:spPr>
            <a:xfrm>
              <a:off x="4648200" y="4019550"/>
              <a:ext cx="340500" cy="944700"/>
            </a:xfrm>
            <a:prstGeom prst="rect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7"/>
            <p:cNvSpPr/>
            <p:nvPr/>
          </p:nvSpPr>
          <p:spPr>
            <a:xfrm>
              <a:off x="5086350" y="4362450"/>
              <a:ext cx="340500" cy="601800"/>
            </a:xfrm>
            <a:prstGeom prst="rect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504750" y="11975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00"/>
                </a:solidFill>
              </a:rPr>
              <a:t>Short and Concise SMART Goals</a:t>
            </a:r>
            <a:endParaRPr>
              <a:solidFill>
                <a:srgbClr val="990000"/>
              </a:solidFill>
            </a:endParaRPr>
          </a:p>
        </p:txBody>
      </p:sp>
      <p:sp>
        <p:nvSpPr>
          <p:cNvPr id="158" name="Google Shape;158;p28"/>
          <p:cNvSpPr txBox="1"/>
          <p:nvPr/>
        </p:nvSpPr>
        <p:spPr>
          <a:xfrm>
            <a:off x="414900" y="669350"/>
            <a:ext cx="8314200" cy="21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 Extra Condensed Medium"/>
              <a:buChar char="●"/>
            </a:pPr>
            <a:r>
              <a:rPr lang="en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Build a fully functional smartphone</a:t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 Extra Condensed Medium"/>
              <a:buChar char="●"/>
            </a:pPr>
            <a:r>
              <a:rPr lang="en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Prove that learning to build a smartphone from scratch doesn’t have to be a mystery</a:t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159" name="Google Shape;159;p28"/>
          <p:cNvGrpSpPr/>
          <p:nvPr/>
        </p:nvGrpSpPr>
        <p:grpSpPr>
          <a:xfrm rot="-5400000">
            <a:off x="3115306" y="487149"/>
            <a:ext cx="2752198" cy="5619268"/>
            <a:chOff x="5812139" y="178733"/>
            <a:chExt cx="2344092" cy="4786022"/>
          </a:xfrm>
        </p:grpSpPr>
        <p:sp>
          <p:nvSpPr>
            <p:cNvPr id="160" name="Google Shape;160;p28"/>
            <p:cNvSpPr/>
            <p:nvPr/>
          </p:nvSpPr>
          <p:spPr>
            <a:xfrm>
              <a:off x="5837742" y="178745"/>
              <a:ext cx="2294353" cy="4786010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0000"/>
                </a:solidFill>
              </a:endParaRPr>
            </a:p>
          </p:txBody>
        </p:sp>
        <p:sp>
          <p:nvSpPr>
            <p:cNvPr id="161" name="Google Shape;161;p28"/>
            <p:cNvSpPr/>
            <p:nvPr/>
          </p:nvSpPr>
          <p:spPr>
            <a:xfrm>
              <a:off x="5903203" y="255835"/>
              <a:ext cx="2161684" cy="4631829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rgbClr val="FAF7EF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0000"/>
                </a:solidFill>
              </a:endParaRPr>
            </a:p>
          </p:txBody>
        </p:sp>
        <p:sp>
          <p:nvSpPr>
            <p:cNvPr id="162" name="Google Shape;162;p28"/>
            <p:cNvSpPr/>
            <p:nvPr/>
          </p:nvSpPr>
          <p:spPr>
            <a:xfrm>
              <a:off x="6395153" y="178733"/>
              <a:ext cx="1177783" cy="271144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0000"/>
                </a:solidFill>
              </a:endParaRPr>
            </a:p>
          </p:txBody>
        </p:sp>
        <p:sp>
          <p:nvSpPr>
            <p:cNvPr id="163" name="Google Shape;163;p28"/>
            <p:cNvSpPr/>
            <p:nvPr/>
          </p:nvSpPr>
          <p:spPr>
            <a:xfrm>
              <a:off x="5854616" y="197363"/>
              <a:ext cx="2260313" cy="4748774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0000"/>
                </a:solidFill>
              </a:endParaRPr>
            </a:p>
          </p:txBody>
        </p:sp>
        <p:sp>
          <p:nvSpPr>
            <p:cNvPr id="164" name="Google Shape;164;p28"/>
            <p:cNvSpPr/>
            <p:nvPr/>
          </p:nvSpPr>
          <p:spPr>
            <a:xfrm>
              <a:off x="7228085" y="312853"/>
              <a:ext cx="51496" cy="50036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99000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0000"/>
                </a:solidFill>
              </a:endParaRPr>
            </a:p>
          </p:txBody>
        </p:sp>
        <p:sp>
          <p:nvSpPr>
            <p:cNvPr id="165" name="Google Shape;165;p28"/>
            <p:cNvSpPr/>
            <p:nvPr/>
          </p:nvSpPr>
          <p:spPr>
            <a:xfrm>
              <a:off x="6816459" y="315471"/>
              <a:ext cx="335163" cy="44509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rgbClr val="99000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0000"/>
                </a:solidFill>
              </a:endParaRPr>
            </a:p>
          </p:txBody>
        </p:sp>
        <p:sp>
          <p:nvSpPr>
            <p:cNvPr id="166" name="Google Shape;166;p28"/>
            <p:cNvSpPr/>
            <p:nvPr/>
          </p:nvSpPr>
          <p:spPr>
            <a:xfrm>
              <a:off x="6934871" y="664559"/>
              <a:ext cx="98629" cy="121599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0000"/>
                </a:solidFill>
              </a:endParaRPr>
            </a:p>
          </p:txBody>
        </p:sp>
        <p:sp>
          <p:nvSpPr>
            <p:cNvPr id="167" name="Google Shape;167;p28"/>
            <p:cNvSpPr/>
            <p:nvPr/>
          </p:nvSpPr>
          <p:spPr>
            <a:xfrm>
              <a:off x="6914796" y="735831"/>
              <a:ext cx="138487" cy="81454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0000"/>
                </a:solidFill>
              </a:endParaRPr>
            </a:p>
          </p:txBody>
        </p:sp>
        <p:sp>
          <p:nvSpPr>
            <p:cNvPr id="168" name="Google Shape;168;p28"/>
            <p:cNvSpPr/>
            <p:nvPr/>
          </p:nvSpPr>
          <p:spPr>
            <a:xfrm>
              <a:off x="7712841" y="334089"/>
              <a:ext cx="88446" cy="68654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0000"/>
                </a:solidFill>
              </a:endParaRPr>
            </a:p>
          </p:txBody>
        </p:sp>
        <p:sp>
          <p:nvSpPr>
            <p:cNvPr id="169" name="Google Shape;169;p28"/>
            <p:cNvSpPr/>
            <p:nvPr/>
          </p:nvSpPr>
          <p:spPr>
            <a:xfrm>
              <a:off x="7614503" y="343980"/>
              <a:ext cx="77099" cy="57309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0000"/>
                </a:solidFill>
              </a:endParaRPr>
            </a:p>
          </p:txBody>
        </p:sp>
        <p:sp>
          <p:nvSpPr>
            <p:cNvPr id="170" name="Google Shape;170;p28"/>
            <p:cNvSpPr/>
            <p:nvPr/>
          </p:nvSpPr>
          <p:spPr>
            <a:xfrm>
              <a:off x="7823979" y="345434"/>
              <a:ext cx="115503" cy="55854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0000"/>
                </a:solidFill>
              </a:endParaRPr>
            </a:p>
          </p:txBody>
        </p:sp>
        <p:sp>
          <p:nvSpPr>
            <p:cNvPr id="171" name="Google Shape;171;p28"/>
            <p:cNvSpPr/>
            <p:nvPr/>
          </p:nvSpPr>
          <p:spPr>
            <a:xfrm>
              <a:off x="8064585" y="611905"/>
              <a:ext cx="67498" cy="33163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0000"/>
                </a:solidFill>
              </a:endParaRPr>
            </a:p>
          </p:txBody>
        </p:sp>
        <p:sp>
          <p:nvSpPr>
            <p:cNvPr id="172" name="Google Shape;172;p28"/>
            <p:cNvSpPr/>
            <p:nvPr/>
          </p:nvSpPr>
          <p:spPr>
            <a:xfrm>
              <a:off x="5837742" y="611905"/>
              <a:ext cx="65752" cy="33163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0000"/>
                </a:solidFill>
              </a:endParaRPr>
            </a:p>
          </p:txBody>
        </p:sp>
        <p:sp>
          <p:nvSpPr>
            <p:cNvPr id="173" name="Google Shape;173;p28"/>
            <p:cNvSpPr/>
            <p:nvPr/>
          </p:nvSpPr>
          <p:spPr>
            <a:xfrm>
              <a:off x="8131792" y="1301644"/>
              <a:ext cx="24439" cy="354907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0000"/>
                </a:solidFill>
              </a:endParaRPr>
            </a:p>
          </p:txBody>
        </p:sp>
        <p:sp>
          <p:nvSpPr>
            <p:cNvPr id="174" name="Google Shape;174;p28"/>
            <p:cNvSpPr/>
            <p:nvPr/>
          </p:nvSpPr>
          <p:spPr>
            <a:xfrm>
              <a:off x="5812139" y="1620769"/>
              <a:ext cx="25894" cy="356362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0000"/>
                </a:solidFill>
              </a:endParaRPr>
            </a:p>
          </p:txBody>
        </p:sp>
        <p:sp>
          <p:nvSpPr>
            <p:cNvPr id="175" name="Google Shape;175;p28"/>
            <p:cNvSpPr/>
            <p:nvPr/>
          </p:nvSpPr>
          <p:spPr>
            <a:xfrm>
              <a:off x="5812139" y="1177427"/>
              <a:ext cx="25894" cy="356653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0000"/>
                </a:solidFill>
              </a:endParaRPr>
            </a:p>
          </p:txBody>
        </p:sp>
        <p:sp>
          <p:nvSpPr>
            <p:cNvPr id="176" name="Google Shape;176;p28"/>
            <p:cNvSpPr/>
            <p:nvPr/>
          </p:nvSpPr>
          <p:spPr>
            <a:xfrm>
              <a:off x="5812139" y="859757"/>
              <a:ext cx="25894" cy="111418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0000"/>
                </a:solidFill>
              </a:endParaRPr>
            </a:p>
          </p:txBody>
        </p:sp>
        <p:sp>
          <p:nvSpPr>
            <p:cNvPr id="177" name="Google Shape;177;p28"/>
            <p:cNvSpPr/>
            <p:nvPr/>
          </p:nvSpPr>
          <p:spPr>
            <a:xfrm>
              <a:off x="8064585" y="4496962"/>
              <a:ext cx="67498" cy="34618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0000"/>
                </a:solidFill>
              </a:endParaRPr>
            </a:p>
          </p:txBody>
        </p:sp>
        <p:sp>
          <p:nvSpPr>
            <p:cNvPr id="178" name="Google Shape;178;p28"/>
            <p:cNvSpPr/>
            <p:nvPr/>
          </p:nvSpPr>
          <p:spPr>
            <a:xfrm>
              <a:off x="5837742" y="4496962"/>
              <a:ext cx="65752" cy="34618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0000"/>
                </a:solidFill>
              </a:endParaRPr>
            </a:p>
          </p:txBody>
        </p:sp>
        <p:sp>
          <p:nvSpPr>
            <p:cNvPr id="179" name="Google Shape;179;p28"/>
            <p:cNvSpPr/>
            <p:nvPr/>
          </p:nvSpPr>
          <p:spPr>
            <a:xfrm>
              <a:off x="6649976" y="3637490"/>
              <a:ext cx="4598" cy="4470"/>
            </a:xfrm>
            <a:custGeom>
              <a:rect b="b" l="l" r="r" t="t"/>
              <a:pathLst>
                <a:path extrusionOk="0" h="35" w="36">
                  <a:moveTo>
                    <a:pt x="1" y="0"/>
                  </a:moveTo>
                  <a:lnTo>
                    <a:pt x="27" y="34"/>
                  </a:lnTo>
                  <a:lnTo>
                    <a:pt x="35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0000"/>
                </a:solidFill>
              </a:endParaRPr>
            </a:p>
          </p:txBody>
        </p:sp>
      </p:grpSp>
      <p:sp>
        <p:nvSpPr>
          <p:cNvPr id="180" name="Google Shape;180;p28"/>
          <p:cNvSpPr/>
          <p:nvPr/>
        </p:nvSpPr>
        <p:spPr>
          <a:xfrm rot="900033">
            <a:off x="7227958" y="1568658"/>
            <a:ext cx="4598" cy="4470"/>
          </a:xfrm>
          <a:custGeom>
            <a:rect b="b" l="l" r="r" t="t"/>
            <a:pathLst>
              <a:path extrusionOk="0" h="35" w="36">
                <a:moveTo>
                  <a:pt x="1" y="0"/>
                </a:moveTo>
                <a:lnTo>
                  <a:pt x="27" y="34"/>
                </a:lnTo>
                <a:lnTo>
                  <a:pt x="35" y="34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8"/>
          <p:cNvSpPr/>
          <p:nvPr/>
        </p:nvSpPr>
        <p:spPr>
          <a:xfrm rot="-5400000">
            <a:off x="5256968" y="2990275"/>
            <a:ext cx="2273100" cy="6189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8"/>
          <p:cNvSpPr txBox="1"/>
          <p:nvPr/>
        </p:nvSpPr>
        <p:spPr>
          <a:xfrm>
            <a:off x="6084085" y="2978078"/>
            <a:ext cx="6189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</a:t>
            </a:r>
            <a:endParaRPr sz="12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183" name="Google Shape;183;p28"/>
          <p:cNvGrpSpPr/>
          <p:nvPr/>
        </p:nvGrpSpPr>
        <p:grpSpPr>
          <a:xfrm>
            <a:off x="6184017" y="2253143"/>
            <a:ext cx="459329" cy="460067"/>
            <a:chOff x="1379065" y="3291711"/>
            <a:chExt cx="340168" cy="340186"/>
          </a:xfrm>
        </p:grpSpPr>
        <p:sp>
          <p:nvSpPr>
            <p:cNvPr id="184" name="Google Shape;184;p28"/>
            <p:cNvSpPr/>
            <p:nvPr/>
          </p:nvSpPr>
          <p:spPr>
            <a:xfrm>
              <a:off x="1379065" y="3291711"/>
              <a:ext cx="340168" cy="340186"/>
            </a:xfrm>
            <a:custGeom>
              <a:rect b="b" l="l" r="r" t="t"/>
              <a:pathLst>
                <a:path extrusionOk="0" h="19326" w="19325">
                  <a:moveTo>
                    <a:pt x="17628" y="1133"/>
                  </a:moveTo>
                  <a:cubicBezTo>
                    <a:pt x="17939" y="1133"/>
                    <a:pt x="18192" y="1386"/>
                    <a:pt x="18192" y="1701"/>
                  </a:cubicBezTo>
                  <a:lnTo>
                    <a:pt x="18192" y="14796"/>
                  </a:lnTo>
                  <a:lnTo>
                    <a:pt x="1132" y="14796"/>
                  </a:lnTo>
                  <a:lnTo>
                    <a:pt x="1132" y="1701"/>
                  </a:lnTo>
                  <a:cubicBezTo>
                    <a:pt x="1132" y="1386"/>
                    <a:pt x="1386" y="1133"/>
                    <a:pt x="1700" y="1133"/>
                  </a:cubicBezTo>
                  <a:close/>
                  <a:moveTo>
                    <a:pt x="18192" y="15928"/>
                  </a:moveTo>
                  <a:lnTo>
                    <a:pt x="18192" y="17628"/>
                  </a:lnTo>
                  <a:cubicBezTo>
                    <a:pt x="18192" y="17939"/>
                    <a:pt x="17939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2" y="17939"/>
                    <a:pt x="1132" y="17628"/>
                  </a:cubicBezTo>
                  <a:lnTo>
                    <a:pt x="1132" y="15928"/>
                  </a:lnTo>
                  <a:close/>
                  <a:moveTo>
                    <a:pt x="1700" y="1"/>
                  </a:moveTo>
                  <a:cubicBezTo>
                    <a:pt x="761" y="1"/>
                    <a:pt x="0" y="761"/>
                    <a:pt x="0" y="1701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4" y="19325"/>
                    <a:pt x="19325" y="18564"/>
                    <a:pt x="19325" y="17628"/>
                  </a:cubicBezTo>
                  <a:lnTo>
                    <a:pt x="19325" y="1701"/>
                  </a:lnTo>
                  <a:cubicBezTo>
                    <a:pt x="19325" y="761"/>
                    <a:pt x="18564" y="1"/>
                    <a:pt x="17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5" name="Google Shape;185;p28"/>
            <p:cNvSpPr/>
            <p:nvPr/>
          </p:nvSpPr>
          <p:spPr>
            <a:xfrm>
              <a:off x="1439547" y="3293481"/>
              <a:ext cx="59760" cy="199964"/>
            </a:xfrm>
            <a:custGeom>
              <a:rect b="b" l="l" r="r" t="t"/>
              <a:pathLst>
                <a:path extrusionOk="0" h="11360" w="3395">
                  <a:moveTo>
                    <a:pt x="1697" y="6833"/>
                  </a:moveTo>
                  <a:cubicBezTo>
                    <a:pt x="2201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2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3" y="6833"/>
                    <a:pt x="1697" y="6833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3" y="6036"/>
                    <a:pt x="0" y="6679"/>
                    <a:pt x="0" y="7398"/>
                  </a:cubicBezTo>
                  <a:cubicBezTo>
                    <a:pt x="0" y="8116"/>
                    <a:pt x="453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1" y="8760"/>
                    <a:pt x="3394" y="8116"/>
                    <a:pt x="3394" y="7398"/>
                  </a:cubicBezTo>
                  <a:cubicBezTo>
                    <a:pt x="3394" y="6679"/>
                    <a:pt x="2941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6" name="Google Shape;186;p28"/>
            <p:cNvSpPr/>
            <p:nvPr/>
          </p:nvSpPr>
          <p:spPr>
            <a:xfrm>
              <a:off x="1519269" y="3293481"/>
              <a:ext cx="59760" cy="199964"/>
            </a:xfrm>
            <a:custGeom>
              <a:rect b="b" l="l" r="r" t="t"/>
              <a:pathLst>
                <a:path extrusionOk="0" h="11360" w="3395">
                  <a:moveTo>
                    <a:pt x="1697" y="3436"/>
                  </a:moveTo>
                  <a:cubicBezTo>
                    <a:pt x="2011" y="3436"/>
                    <a:pt x="2262" y="3687"/>
                    <a:pt x="2262" y="4001"/>
                  </a:cubicBezTo>
                  <a:cubicBezTo>
                    <a:pt x="2262" y="4315"/>
                    <a:pt x="2011" y="4569"/>
                    <a:pt x="1697" y="4569"/>
                  </a:cubicBezTo>
                  <a:cubicBezTo>
                    <a:pt x="1383" y="4569"/>
                    <a:pt x="1133" y="4315"/>
                    <a:pt x="1133" y="4001"/>
                  </a:cubicBezTo>
                  <a:cubicBezTo>
                    <a:pt x="1133" y="3687"/>
                    <a:pt x="1383" y="3436"/>
                    <a:pt x="1697" y="3436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2401"/>
                  </a:lnTo>
                  <a:cubicBezTo>
                    <a:pt x="453" y="2639"/>
                    <a:pt x="0" y="3282"/>
                    <a:pt x="0" y="4001"/>
                  </a:cubicBezTo>
                  <a:cubicBezTo>
                    <a:pt x="0" y="4720"/>
                    <a:pt x="453" y="5363"/>
                    <a:pt x="1133" y="5601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5601"/>
                  </a:lnTo>
                  <a:cubicBezTo>
                    <a:pt x="2941" y="5363"/>
                    <a:pt x="3394" y="4720"/>
                    <a:pt x="3394" y="4001"/>
                  </a:cubicBezTo>
                  <a:cubicBezTo>
                    <a:pt x="3394" y="3282"/>
                    <a:pt x="2941" y="2639"/>
                    <a:pt x="2265" y="2401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7" name="Google Shape;187;p28"/>
            <p:cNvSpPr/>
            <p:nvPr/>
          </p:nvSpPr>
          <p:spPr>
            <a:xfrm>
              <a:off x="1598991" y="3293481"/>
              <a:ext cx="59760" cy="199964"/>
            </a:xfrm>
            <a:custGeom>
              <a:rect b="b" l="l" r="r" t="t"/>
              <a:pathLst>
                <a:path extrusionOk="0" h="11360" w="3395">
                  <a:moveTo>
                    <a:pt x="1698" y="6833"/>
                  </a:moveTo>
                  <a:cubicBezTo>
                    <a:pt x="2202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3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4" y="6833"/>
                    <a:pt x="1698" y="6833"/>
                  </a:cubicBezTo>
                  <a:close/>
                  <a:moveTo>
                    <a:pt x="1698" y="0"/>
                  </a:moveTo>
                  <a:cubicBezTo>
                    <a:pt x="1384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4" y="6036"/>
                    <a:pt x="1" y="6679"/>
                    <a:pt x="1" y="7398"/>
                  </a:cubicBezTo>
                  <a:cubicBezTo>
                    <a:pt x="1" y="8116"/>
                    <a:pt x="454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4" y="11359"/>
                    <a:pt x="1698" y="11359"/>
                  </a:cubicBezTo>
                  <a:cubicBezTo>
                    <a:pt x="2012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2" y="8760"/>
                    <a:pt x="3394" y="8116"/>
                    <a:pt x="3394" y="7398"/>
                  </a:cubicBezTo>
                  <a:cubicBezTo>
                    <a:pt x="3394" y="6679"/>
                    <a:pt x="2942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2" y="0"/>
                    <a:pt x="16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88" name="Google Shape;188;p28"/>
          <p:cNvSpPr/>
          <p:nvPr/>
        </p:nvSpPr>
        <p:spPr>
          <a:xfrm rot="-5400000">
            <a:off x="4328942" y="2990241"/>
            <a:ext cx="2273100" cy="6189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8"/>
          <p:cNvSpPr txBox="1"/>
          <p:nvPr/>
        </p:nvSpPr>
        <p:spPr>
          <a:xfrm>
            <a:off x="5155995" y="2978078"/>
            <a:ext cx="6189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</a:t>
            </a:r>
            <a:endParaRPr sz="12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190" name="Google Shape;190;p28"/>
          <p:cNvGrpSpPr/>
          <p:nvPr/>
        </p:nvGrpSpPr>
        <p:grpSpPr>
          <a:xfrm>
            <a:off x="5211439" y="2280936"/>
            <a:ext cx="459307" cy="404328"/>
            <a:chOff x="2081650" y="2050750"/>
            <a:chExt cx="483125" cy="424625"/>
          </a:xfrm>
        </p:grpSpPr>
        <p:sp>
          <p:nvSpPr>
            <p:cNvPr id="191" name="Google Shape;191;p28"/>
            <p:cNvSpPr/>
            <p:nvPr/>
          </p:nvSpPr>
          <p:spPr>
            <a:xfrm>
              <a:off x="2081650" y="2050750"/>
              <a:ext cx="483125" cy="424625"/>
            </a:xfrm>
            <a:custGeom>
              <a:rect b="b" l="l" r="r" t="t"/>
              <a:pathLst>
                <a:path extrusionOk="0" h="16985" w="19325">
                  <a:moveTo>
                    <a:pt x="5662" y="1402"/>
                  </a:moveTo>
                  <a:lnTo>
                    <a:pt x="5662" y="13770"/>
                  </a:lnTo>
                  <a:lnTo>
                    <a:pt x="1133" y="15581"/>
                  </a:lnTo>
                  <a:lnTo>
                    <a:pt x="1133" y="3214"/>
                  </a:lnTo>
                  <a:lnTo>
                    <a:pt x="5662" y="1402"/>
                  </a:lnTo>
                  <a:close/>
                  <a:moveTo>
                    <a:pt x="18192" y="1402"/>
                  </a:moveTo>
                  <a:lnTo>
                    <a:pt x="18192" y="13770"/>
                  </a:lnTo>
                  <a:lnTo>
                    <a:pt x="13663" y="15581"/>
                  </a:lnTo>
                  <a:lnTo>
                    <a:pt x="13663" y="3214"/>
                  </a:lnTo>
                  <a:lnTo>
                    <a:pt x="18192" y="1402"/>
                  </a:lnTo>
                  <a:close/>
                  <a:moveTo>
                    <a:pt x="6794" y="1348"/>
                  </a:moveTo>
                  <a:lnTo>
                    <a:pt x="12531" y="3241"/>
                  </a:lnTo>
                  <a:lnTo>
                    <a:pt x="12531" y="9464"/>
                  </a:lnTo>
                  <a:lnTo>
                    <a:pt x="12510" y="9461"/>
                  </a:lnTo>
                  <a:cubicBezTo>
                    <a:pt x="12205" y="9437"/>
                    <a:pt x="11903" y="9364"/>
                    <a:pt x="11619" y="9244"/>
                  </a:cubicBezTo>
                  <a:cubicBezTo>
                    <a:pt x="11548" y="9214"/>
                    <a:pt x="11474" y="9200"/>
                    <a:pt x="11401" y="9200"/>
                  </a:cubicBezTo>
                  <a:cubicBezTo>
                    <a:pt x="11181" y="9200"/>
                    <a:pt x="10970" y="9330"/>
                    <a:pt x="10879" y="9546"/>
                  </a:cubicBezTo>
                  <a:cubicBezTo>
                    <a:pt x="10759" y="9832"/>
                    <a:pt x="10891" y="10165"/>
                    <a:pt x="11178" y="10288"/>
                  </a:cubicBezTo>
                  <a:cubicBezTo>
                    <a:pt x="11574" y="10454"/>
                    <a:pt x="11994" y="10557"/>
                    <a:pt x="12422" y="10590"/>
                  </a:cubicBezTo>
                  <a:lnTo>
                    <a:pt x="12468" y="10590"/>
                  </a:lnTo>
                  <a:cubicBezTo>
                    <a:pt x="12489" y="10590"/>
                    <a:pt x="12510" y="10587"/>
                    <a:pt x="12531" y="10584"/>
                  </a:cubicBezTo>
                  <a:lnTo>
                    <a:pt x="12531" y="15633"/>
                  </a:lnTo>
                  <a:lnTo>
                    <a:pt x="6794" y="13746"/>
                  </a:lnTo>
                  <a:lnTo>
                    <a:pt x="6794" y="6774"/>
                  </a:lnTo>
                  <a:cubicBezTo>
                    <a:pt x="6951" y="6777"/>
                    <a:pt x="7105" y="6795"/>
                    <a:pt x="7259" y="6822"/>
                  </a:cubicBezTo>
                  <a:cubicBezTo>
                    <a:pt x="7295" y="6828"/>
                    <a:pt x="7331" y="6834"/>
                    <a:pt x="7368" y="6834"/>
                  </a:cubicBezTo>
                  <a:cubicBezTo>
                    <a:pt x="7658" y="6831"/>
                    <a:pt x="7902" y="6611"/>
                    <a:pt x="7929" y="6321"/>
                  </a:cubicBezTo>
                  <a:cubicBezTo>
                    <a:pt x="7957" y="6028"/>
                    <a:pt x="7760" y="5765"/>
                    <a:pt x="7473" y="5711"/>
                  </a:cubicBezTo>
                  <a:cubicBezTo>
                    <a:pt x="7250" y="5669"/>
                    <a:pt x="7020" y="5644"/>
                    <a:pt x="6794" y="5641"/>
                  </a:cubicBezTo>
                  <a:lnTo>
                    <a:pt x="6794" y="1348"/>
                  </a:lnTo>
                  <a:close/>
                  <a:moveTo>
                    <a:pt x="18757" y="0"/>
                  </a:moveTo>
                  <a:cubicBezTo>
                    <a:pt x="18687" y="0"/>
                    <a:pt x="18616" y="13"/>
                    <a:pt x="18549" y="40"/>
                  </a:cubicBezTo>
                  <a:lnTo>
                    <a:pt x="13077" y="2229"/>
                  </a:lnTo>
                  <a:lnTo>
                    <a:pt x="6405" y="28"/>
                  </a:lnTo>
                  <a:cubicBezTo>
                    <a:pt x="6395" y="25"/>
                    <a:pt x="6386" y="25"/>
                    <a:pt x="6380" y="22"/>
                  </a:cubicBezTo>
                  <a:cubicBezTo>
                    <a:pt x="6371" y="19"/>
                    <a:pt x="6359" y="16"/>
                    <a:pt x="6347" y="13"/>
                  </a:cubicBezTo>
                  <a:lnTo>
                    <a:pt x="6311" y="7"/>
                  </a:lnTo>
                  <a:cubicBezTo>
                    <a:pt x="6302" y="7"/>
                    <a:pt x="6290" y="4"/>
                    <a:pt x="6281" y="4"/>
                  </a:cubicBezTo>
                  <a:lnTo>
                    <a:pt x="6211" y="4"/>
                  </a:lnTo>
                  <a:cubicBezTo>
                    <a:pt x="6199" y="4"/>
                    <a:pt x="6187" y="4"/>
                    <a:pt x="6172" y="7"/>
                  </a:cubicBezTo>
                  <a:cubicBezTo>
                    <a:pt x="6166" y="9"/>
                    <a:pt x="6161" y="9"/>
                    <a:pt x="6157" y="9"/>
                  </a:cubicBezTo>
                  <a:cubicBezTo>
                    <a:pt x="6152" y="9"/>
                    <a:pt x="6148" y="9"/>
                    <a:pt x="6142" y="10"/>
                  </a:cubicBezTo>
                  <a:cubicBezTo>
                    <a:pt x="6133" y="13"/>
                    <a:pt x="6118" y="13"/>
                    <a:pt x="6106" y="16"/>
                  </a:cubicBezTo>
                  <a:lnTo>
                    <a:pt x="6075" y="22"/>
                  </a:lnTo>
                  <a:cubicBezTo>
                    <a:pt x="6063" y="28"/>
                    <a:pt x="6048" y="31"/>
                    <a:pt x="6036" y="37"/>
                  </a:cubicBezTo>
                  <a:cubicBezTo>
                    <a:pt x="6027" y="40"/>
                    <a:pt x="6021" y="40"/>
                    <a:pt x="6015" y="43"/>
                  </a:cubicBezTo>
                  <a:lnTo>
                    <a:pt x="354" y="2308"/>
                  </a:lnTo>
                  <a:cubicBezTo>
                    <a:pt x="139" y="2396"/>
                    <a:pt x="0" y="2601"/>
                    <a:pt x="0" y="2830"/>
                  </a:cubicBezTo>
                  <a:lnTo>
                    <a:pt x="0" y="16418"/>
                  </a:lnTo>
                  <a:cubicBezTo>
                    <a:pt x="0" y="16744"/>
                    <a:pt x="267" y="16984"/>
                    <a:pt x="566" y="16984"/>
                  </a:cubicBezTo>
                  <a:cubicBezTo>
                    <a:pt x="635" y="16984"/>
                    <a:pt x="706" y="16971"/>
                    <a:pt x="776" y="16943"/>
                  </a:cubicBezTo>
                  <a:lnTo>
                    <a:pt x="6248" y="14754"/>
                  </a:lnTo>
                  <a:lnTo>
                    <a:pt x="12917" y="16952"/>
                  </a:lnTo>
                  <a:cubicBezTo>
                    <a:pt x="12933" y="16958"/>
                    <a:pt x="12951" y="16964"/>
                    <a:pt x="12966" y="16967"/>
                  </a:cubicBezTo>
                  <a:cubicBezTo>
                    <a:pt x="13008" y="16976"/>
                    <a:pt x="13050" y="16983"/>
                    <a:pt x="13096" y="16983"/>
                  </a:cubicBezTo>
                  <a:lnTo>
                    <a:pt x="13099" y="16983"/>
                  </a:lnTo>
                  <a:cubicBezTo>
                    <a:pt x="13156" y="16983"/>
                    <a:pt x="13213" y="16973"/>
                    <a:pt x="13271" y="16955"/>
                  </a:cubicBezTo>
                  <a:cubicBezTo>
                    <a:pt x="13283" y="16952"/>
                    <a:pt x="13295" y="16946"/>
                    <a:pt x="13307" y="16940"/>
                  </a:cubicBezTo>
                  <a:lnTo>
                    <a:pt x="18965" y="14676"/>
                  </a:lnTo>
                  <a:cubicBezTo>
                    <a:pt x="19183" y="14591"/>
                    <a:pt x="19325" y="14386"/>
                    <a:pt x="19325" y="14153"/>
                  </a:cubicBezTo>
                  <a:lnTo>
                    <a:pt x="19325" y="566"/>
                  </a:lnTo>
                  <a:cubicBezTo>
                    <a:pt x="19325" y="379"/>
                    <a:pt x="19231" y="203"/>
                    <a:pt x="19077" y="98"/>
                  </a:cubicBezTo>
                  <a:cubicBezTo>
                    <a:pt x="18981" y="33"/>
                    <a:pt x="18869" y="0"/>
                    <a:pt x="187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2" name="Google Shape;192;p28"/>
            <p:cNvSpPr/>
            <p:nvPr/>
          </p:nvSpPr>
          <p:spPr>
            <a:xfrm>
              <a:off x="2136375" y="2292025"/>
              <a:ext cx="36400" cy="41975"/>
            </a:xfrm>
            <a:custGeom>
              <a:rect b="b" l="l" r="r" t="t"/>
              <a:pathLst>
                <a:path extrusionOk="0" h="1679" w="1456">
                  <a:moveTo>
                    <a:pt x="820" y="1"/>
                  </a:moveTo>
                  <a:cubicBezTo>
                    <a:pt x="583" y="1"/>
                    <a:pt x="361" y="151"/>
                    <a:pt x="284" y="390"/>
                  </a:cubicBezTo>
                  <a:lnTo>
                    <a:pt x="103" y="927"/>
                  </a:lnTo>
                  <a:cubicBezTo>
                    <a:pt x="0" y="1223"/>
                    <a:pt x="160" y="1549"/>
                    <a:pt x="459" y="1649"/>
                  </a:cubicBezTo>
                  <a:cubicBezTo>
                    <a:pt x="519" y="1669"/>
                    <a:pt x="579" y="1678"/>
                    <a:pt x="639" y="1678"/>
                  </a:cubicBezTo>
                  <a:cubicBezTo>
                    <a:pt x="878" y="1678"/>
                    <a:pt x="1101" y="1525"/>
                    <a:pt x="1178" y="1284"/>
                  </a:cubicBezTo>
                  <a:lnTo>
                    <a:pt x="1356" y="746"/>
                  </a:lnTo>
                  <a:cubicBezTo>
                    <a:pt x="1456" y="450"/>
                    <a:pt x="1296" y="130"/>
                    <a:pt x="1000" y="30"/>
                  </a:cubicBezTo>
                  <a:cubicBezTo>
                    <a:pt x="940" y="10"/>
                    <a:pt x="880" y="1"/>
                    <a:pt x="8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3" name="Google Shape;193;p28"/>
            <p:cNvSpPr/>
            <p:nvPr/>
          </p:nvSpPr>
          <p:spPr>
            <a:xfrm>
              <a:off x="2296850" y="2220800"/>
              <a:ext cx="46075" cy="51650"/>
            </a:xfrm>
            <a:custGeom>
              <a:rect b="b" l="l" r="r" t="t"/>
              <a:pathLst>
                <a:path extrusionOk="0" h="2066" w="1843">
                  <a:moveTo>
                    <a:pt x="634" y="1"/>
                  </a:moveTo>
                  <a:cubicBezTo>
                    <a:pt x="506" y="1"/>
                    <a:pt x="378" y="44"/>
                    <a:pt x="272" y="132"/>
                  </a:cubicBezTo>
                  <a:cubicBezTo>
                    <a:pt x="37" y="331"/>
                    <a:pt x="1" y="681"/>
                    <a:pt x="194" y="920"/>
                  </a:cubicBezTo>
                  <a:cubicBezTo>
                    <a:pt x="354" y="1113"/>
                    <a:pt x="487" y="1327"/>
                    <a:pt x="593" y="1557"/>
                  </a:cubicBezTo>
                  <a:cubicBezTo>
                    <a:pt x="626" y="1626"/>
                    <a:pt x="662" y="1696"/>
                    <a:pt x="698" y="1765"/>
                  </a:cubicBezTo>
                  <a:cubicBezTo>
                    <a:pt x="798" y="1957"/>
                    <a:pt x="993" y="2065"/>
                    <a:pt x="1195" y="2065"/>
                  </a:cubicBezTo>
                  <a:cubicBezTo>
                    <a:pt x="1285" y="2065"/>
                    <a:pt x="1377" y="2044"/>
                    <a:pt x="1462" y="1998"/>
                  </a:cubicBezTo>
                  <a:cubicBezTo>
                    <a:pt x="1740" y="1853"/>
                    <a:pt x="1843" y="1509"/>
                    <a:pt x="1698" y="1234"/>
                  </a:cubicBezTo>
                  <a:cubicBezTo>
                    <a:pt x="1670" y="1183"/>
                    <a:pt x="1643" y="1131"/>
                    <a:pt x="1622" y="1083"/>
                  </a:cubicBezTo>
                  <a:cubicBezTo>
                    <a:pt x="1474" y="763"/>
                    <a:pt x="1287" y="464"/>
                    <a:pt x="1061" y="195"/>
                  </a:cubicBezTo>
                  <a:cubicBezTo>
                    <a:pt x="949" y="67"/>
                    <a:pt x="792" y="1"/>
                    <a:pt x="6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4" name="Google Shape;194;p28"/>
            <p:cNvSpPr/>
            <p:nvPr/>
          </p:nvSpPr>
          <p:spPr>
            <a:xfrm>
              <a:off x="2158650" y="2216775"/>
              <a:ext cx="47275" cy="51425"/>
            </a:xfrm>
            <a:custGeom>
              <a:rect b="b" l="l" r="r" t="t"/>
              <a:pathLst>
                <a:path extrusionOk="0" h="2057" w="1891">
                  <a:moveTo>
                    <a:pt x="1264" y="1"/>
                  </a:moveTo>
                  <a:cubicBezTo>
                    <a:pt x="1109" y="1"/>
                    <a:pt x="955" y="63"/>
                    <a:pt x="843" y="187"/>
                  </a:cubicBezTo>
                  <a:lnTo>
                    <a:pt x="846" y="184"/>
                  </a:lnTo>
                  <a:lnTo>
                    <a:pt x="846" y="184"/>
                  </a:lnTo>
                  <a:cubicBezTo>
                    <a:pt x="547" y="498"/>
                    <a:pt x="305" y="860"/>
                    <a:pt x="130" y="1256"/>
                  </a:cubicBezTo>
                  <a:cubicBezTo>
                    <a:pt x="0" y="1543"/>
                    <a:pt x="127" y="1878"/>
                    <a:pt x="414" y="2005"/>
                  </a:cubicBezTo>
                  <a:cubicBezTo>
                    <a:pt x="486" y="2038"/>
                    <a:pt x="565" y="2056"/>
                    <a:pt x="643" y="2056"/>
                  </a:cubicBezTo>
                  <a:cubicBezTo>
                    <a:pt x="867" y="2056"/>
                    <a:pt x="1069" y="1923"/>
                    <a:pt x="1163" y="1721"/>
                  </a:cubicBezTo>
                  <a:cubicBezTo>
                    <a:pt x="1286" y="1443"/>
                    <a:pt x="1455" y="1187"/>
                    <a:pt x="1664" y="966"/>
                  </a:cubicBezTo>
                  <a:cubicBezTo>
                    <a:pt x="1890" y="740"/>
                    <a:pt x="1884" y="374"/>
                    <a:pt x="1655" y="157"/>
                  </a:cubicBezTo>
                  <a:cubicBezTo>
                    <a:pt x="1544" y="52"/>
                    <a:pt x="1404" y="1"/>
                    <a:pt x="12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5" name="Google Shape;195;p28"/>
            <p:cNvSpPr/>
            <p:nvPr/>
          </p:nvSpPr>
          <p:spPr>
            <a:xfrm>
              <a:off x="2426475" y="2255725"/>
              <a:ext cx="55875" cy="46900"/>
            </a:xfrm>
            <a:custGeom>
              <a:rect b="b" l="l" r="r" t="t"/>
              <a:pathLst>
                <a:path extrusionOk="0" h="1876" w="2235">
                  <a:moveTo>
                    <a:pt x="1592" y="1"/>
                  </a:moveTo>
                  <a:cubicBezTo>
                    <a:pt x="1423" y="1"/>
                    <a:pt x="1257" y="76"/>
                    <a:pt x="1144" y="220"/>
                  </a:cubicBezTo>
                  <a:cubicBezTo>
                    <a:pt x="960" y="462"/>
                    <a:pt x="734" y="667"/>
                    <a:pt x="477" y="830"/>
                  </a:cubicBezTo>
                  <a:cubicBezTo>
                    <a:pt x="0" y="1135"/>
                    <a:pt x="218" y="1875"/>
                    <a:pt x="782" y="1875"/>
                  </a:cubicBezTo>
                  <a:cubicBezTo>
                    <a:pt x="891" y="1875"/>
                    <a:pt x="997" y="1845"/>
                    <a:pt x="1087" y="1784"/>
                  </a:cubicBezTo>
                  <a:cubicBezTo>
                    <a:pt x="1452" y="1552"/>
                    <a:pt x="1776" y="1256"/>
                    <a:pt x="2041" y="912"/>
                  </a:cubicBezTo>
                  <a:cubicBezTo>
                    <a:pt x="2234" y="667"/>
                    <a:pt x="2186" y="311"/>
                    <a:pt x="1939" y="121"/>
                  </a:cubicBezTo>
                  <a:cubicBezTo>
                    <a:pt x="1835" y="40"/>
                    <a:pt x="1713" y="1"/>
                    <a:pt x="15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6" name="Google Shape;196;p28"/>
            <p:cNvSpPr/>
            <p:nvPr/>
          </p:nvSpPr>
          <p:spPr>
            <a:xfrm>
              <a:off x="2473050" y="2192325"/>
              <a:ext cx="37000" cy="41500"/>
            </a:xfrm>
            <a:custGeom>
              <a:rect b="b" l="l" r="r" t="t"/>
              <a:pathLst>
                <a:path extrusionOk="0" h="1660" w="1480">
                  <a:moveTo>
                    <a:pt x="838" y="0"/>
                  </a:moveTo>
                  <a:cubicBezTo>
                    <a:pt x="609" y="0"/>
                    <a:pt x="393" y="140"/>
                    <a:pt x="308" y="368"/>
                  </a:cubicBezTo>
                  <a:lnTo>
                    <a:pt x="109" y="896"/>
                  </a:lnTo>
                  <a:cubicBezTo>
                    <a:pt x="0" y="1189"/>
                    <a:pt x="148" y="1515"/>
                    <a:pt x="441" y="1624"/>
                  </a:cubicBezTo>
                  <a:cubicBezTo>
                    <a:pt x="506" y="1648"/>
                    <a:pt x="573" y="1660"/>
                    <a:pt x="639" y="1660"/>
                  </a:cubicBezTo>
                  <a:cubicBezTo>
                    <a:pt x="868" y="1660"/>
                    <a:pt x="1084" y="1520"/>
                    <a:pt x="1169" y="1292"/>
                  </a:cubicBezTo>
                  <a:lnTo>
                    <a:pt x="1368" y="764"/>
                  </a:lnTo>
                  <a:cubicBezTo>
                    <a:pt x="1480" y="471"/>
                    <a:pt x="1329" y="145"/>
                    <a:pt x="1036" y="36"/>
                  </a:cubicBezTo>
                  <a:cubicBezTo>
                    <a:pt x="971" y="12"/>
                    <a:pt x="904" y="0"/>
                    <a:pt x="8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97" name="Google Shape;197;p28"/>
          <p:cNvSpPr/>
          <p:nvPr/>
        </p:nvSpPr>
        <p:spPr>
          <a:xfrm rot="-5400000">
            <a:off x="2567766" y="2990442"/>
            <a:ext cx="2273100" cy="5949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8"/>
          <p:cNvSpPr txBox="1"/>
          <p:nvPr/>
        </p:nvSpPr>
        <p:spPr>
          <a:xfrm>
            <a:off x="3383054" y="2993326"/>
            <a:ext cx="6189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</a:t>
            </a:r>
            <a:endParaRPr sz="20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199" name="Google Shape;199;p28"/>
          <p:cNvGrpSpPr/>
          <p:nvPr/>
        </p:nvGrpSpPr>
        <p:grpSpPr>
          <a:xfrm>
            <a:off x="3511618" y="2266557"/>
            <a:ext cx="436918" cy="433084"/>
            <a:chOff x="3282325" y="2035675"/>
            <a:chExt cx="459575" cy="454825"/>
          </a:xfrm>
        </p:grpSpPr>
        <p:sp>
          <p:nvSpPr>
            <p:cNvPr id="200" name="Google Shape;200;p28"/>
            <p:cNvSpPr/>
            <p:nvPr/>
          </p:nvSpPr>
          <p:spPr>
            <a:xfrm>
              <a:off x="3337050" y="2234125"/>
              <a:ext cx="85925" cy="206325"/>
            </a:xfrm>
            <a:custGeom>
              <a:rect b="b" l="l" r="r" t="t"/>
              <a:pathLst>
                <a:path extrusionOk="0" h="8253" w="3437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1" name="Google Shape;201;p28"/>
            <p:cNvSpPr/>
            <p:nvPr/>
          </p:nvSpPr>
          <p:spPr>
            <a:xfrm>
              <a:off x="3451275" y="2175475"/>
              <a:ext cx="84925" cy="264975"/>
            </a:xfrm>
            <a:custGeom>
              <a:rect b="b" l="l" r="r" t="t"/>
              <a:pathLst>
                <a:path extrusionOk="0" h="10599" w="3397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2" name="Google Shape;202;p28"/>
            <p:cNvSpPr/>
            <p:nvPr/>
          </p:nvSpPr>
          <p:spPr>
            <a:xfrm>
              <a:off x="3564500" y="2116825"/>
              <a:ext cx="84950" cy="323625"/>
            </a:xfrm>
            <a:custGeom>
              <a:rect b="b" l="l" r="r" t="t"/>
              <a:pathLst>
                <a:path extrusionOk="0" h="12945" w="3398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3" name="Google Shape;203;p28"/>
            <p:cNvSpPr/>
            <p:nvPr/>
          </p:nvSpPr>
          <p:spPr>
            <a:xfrm>
              <a:off x="3282325" y="2035675"/>
              <a:ext cx="459575" cy="454825"/>
            </a:xfrm>
            <a:custGeom>
              <a:rect b="b" l="l" r="r" t="t"/>
              <a:pathLst>
                <a:path extrusionOk="0" h="18193" w="18383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04" name="Google Shape;204;p28"/>
          <p:cNvSpPr/>
          <p:nvPr/>
        </p:nvSpPr>
        <p:spPr>
          <a:xfrm rot="-5400000">
            <a:off x="3404866" y="2978509"/>
            <a:ext cx="2273100" cy="618900"/>
          </a:xfrm>
          <a:prstGeom prst="rect">
            <a:avLst/>
          </a:prstGeom>
          <a:noFill/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8"/>
          <p:cNvSpPr txBox="1"/>
          <p:nvPr/>
        </p:nvSpPr>
        <p:spPr>
          <a:xfrm>
            <a:off x="4231818" y="3001779"/>
            <a:ext cx="6189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41B4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</a:t>
            </a:r>
            <a:endParaRPr sz="1200">
              <a:solidFill>
                <a:srgbClr val="741B47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06" name="Google Shape;206;p28"/>
          <p:cNvSpPr/>
          <p:nvPr/>
        </p:nvSpPr>
        <p:spPr>
          <a:xfrm>
            <a:off x="4314144" y="2235322"/>
            <a:ext cx="446164" cy="428276"/>
          </a:xfrm>
          <a:custGeom>
            <a:rect b="b" l="l" r="r" t="t"/>
            <a:pathLst>
              <a:path extrusionOk="0" h="17991" w="18772">
                <a:moveTo>
                  <a:pt x="17492" y="6197"/>
                </a:moveTo>
                <a:lnTo>
                  <a:pt x="17217" y="8063"/>
                </a:lnTo>
                <a:lnTo>
                  <a:pt x="15626" y="6472"/>
                </a:lnTo>
                <a:lnTo>
                  <a:pt x="17492" y="6197"/>
                </a:lnTo>
                <a:close/>
                <a:moveTo>
                  <a:pt x="6055" y="9391"/>
                </a:moveTo>
                <a:lnTo>
                  <a:pt x="6055" y="16858"/>
                </a:lnTo>
                <a:lnTo>
                  <a:pt x="1133" y="16858"/>
                </a:lnTo>
                <a:lnTo>
                  <a:pt x="1133" y="13332"/>
                </a:lnTo>
                <a:lnTo>
                  <a:pt x="6055" y="9391"/>
                </a:lnTo>
                <a:close/>
                <a:moveTo>
                  <a:pt x="7187" y="9141"/>
                </a:moveTo>
                <a:lnTo>
                  <a:pt x="11903" y="11568"/>
                </a:lnTo>
                <a:lnTo>
                  <a:pt x="11903" y="16858"/>
                </a:lnTo>
                <a:lnTo>
                  <a:pt x="7187" y="16858"/>
                </a:lnTo>
                <a:lnTo>
                  <a:pt x="7187" y="9141"/>
                </a:lnTo>
                <a:close/>
                <a:moveTo>
                  <a:pt x="565" y="1"/>
                </a:moveTo>
                <a:cubicBezTo>
                  <a:pt x="254" y="1"/>
                  <a:pt x="1" y="255"/>
                  <a:pt x="1" y="569"/>
                </a:cubicBezTo>
                <a:lnTo>
                  <a:pt x="1" y="17423"/>
                </a:lnTo>
                <a:cubicBezTo>
                  <a:pt x="1" y="17737"/>
                  <a:pt x="254" y="17991"/>
                  <a:pt x="565" y="17991"/>
                </a:cubicBezTo>
                <a:lnTo>
                  <a:pt x="18141" y="17991"/>
                </a:lnTo>
                <a:cubicBezTo>
                  <a:pt x="18455" y="17991"/>
                  <a:pt x="18706" y="17737"/>
                  <a:pt x="18706" y="17423"/>
                </a:cubicBezTo>
                <a:cubicBezTo>
                  <a:pt x="18706" y="17112"/>
                  <a:pt x="18455" y="16858"/>
                  <a:pt x="18141" y="16858"/>
                </a:cubicBezTo>
                <a:lnTo>
                  <a:pt x="13033" y="16858"/>
                </a:lnTo>
                <a:lnTo>
                  <a:pt x="13033" y="11457"/>
                </a:lnTo>
                <a:lnTo>
                  <a:pt x="16022" y="8467"/>
                </a:lnTo>
                <a:lnTo>
                  <a:pt x="17214" y="9660"/>
                </a:lnTo>
                <a:cubicBezTo>
                  <a:pt x="17329" y="9774"/>
                  <a:pt x="17471" y="9826"/>
                  <a:pt x="17611" y="9826"/>
                </a:cubicBezTo>
                <a:cubicBezTo>
                  <a:pt x="17874" y="9826"/>
                  <a:pt x="18129" y="9643"/>
                  <a:pt x="18175" y="9343"/>
                </a:cubicBezTo>
                <a:lnTo>
                  <a:pt x="18721" y="5608"/>
                </a:lnTo>
                <a:cubicBezTo>
                  <a:pt x="18771" y="5262"/>
                  <a:pt x="18501" y="4962"/>
                  <a:pt x="18164" y="4962"/>
                </a:cubicBezTo>
                <a:cubicBezTo>
                  <a:pt x="18137" y="4962"/>
                  <a:pt x="18109" y="4964"/>
                  <a:pt x="18081" y="4968"/>
                </a:cubicBezTo>
                <a:lnTo>
                  <a:pt x="14346" y="5514"/>
                </a:lnTo>
                <a:cubicBezTo>
                  <a:pt x="13887" y="5584"/>
                  <a:pt x="13700" y="6145"/>
                  <a:pt x="14029" y="6475"/>
                </a:cubicBezTo>
                <a:lnTo>
                  <a:pt x="15222" y="7667"/>
                </a:lnTo>
                <a:lnTo>
                  <a:pt x="12359" y="10530"/>
                </a:lnTo>
                <a:lnTo>
                  <a:pt x="6879" y="7710"/>
                </a:lnTo>
                <a:cubicBezTo>
                  <a:pt x="6867" y="7703"/>
                  <a:pt x="6855" y="7697"/>
                  <a:pt x="6846" y="7694"/>
                </a:cubicBezTo>
                <a:lnTo>
                  <a:pt x="6831" y="7688"/>
                </a:lnTo>
                <a:lnTo>
                  <a:pt x="6794" y="7673"/>
                </a:lnTo>
                <a:lnTo>
                  <a:pt x="6776" y="7670"/>
                </a:lnTo>
                <a:cubicBezTo>
                  <a:pt x="6767" y="7667"/>
                  <a:pt x="6755" y="7664"/>
                  <a:pt x="6743" y="7661"/>
                </a:cubicBezTo>
                <a:lnTo>
                  <a:pt x="6728" y="7658"/>
                </a:lnTo>
                <a:cubicBezTo>
                  <a:pt x="6713" y="7655"/>
                  <a:pt x="6695" y="7652"/>
                  <a:pt x="6680" y="7649"/>
                </a:cubicBezTo>
                <a:lnTo>
                  <a:pt x="6553" y="7649"/>
                </a:lnTo>
                <a:cubicBezTo>
                  <a:pt x="6541" y="7649"/>
                  <a:pt x="6526" y="7655"/>
                  <a:pt x="6514" y="7655"/>
                </a:cubicBezTo>
                <a:lnTo>
                  <a:pt x="6495" y="7661"/>
                </a:lnTo>
                <a:cubicBezTo>
                  <a:pt x="6483" y="7661"/>
                  <a:pt x="6474" y="7664"/>
                  <a:pt x="6465" y="7667"/>
                </a:cubicBezTo>
                <a:lnTo>
                  <a:pt x="6447" y="7673"/>
                </a:lnTo>
                <a:cubicBezTo>
                  <a:pt x="6432" y="7679"/>
                  <a:pt x="6417" y="7682"/>
                  <a:pt x="6405" y="7688"/>
                </a:cubicBezTo>
                <a:lnTo>
                  <a:pt x="6387" y="7697"/>
                </a:lnTo>
                <a:lnTo>
                  <a:pt x="6360" y="7710"/>
                </a:lnTo>
                <a:lnTo>
                  <a:pt x="6341" y="7719"/>
                </a:lnTo>
                <a:cubicBezTo>
                  <a:pt x="6332" y="7725"/>
                  <a:pt x="6323" y="7731"/>
                  <a:pt x="6314" y="7737"/>
                </a:cubicBezTo>
                <a:lnTo>
                  <a:pt x="6299" y="7746"/>
                </a:lnTo>
                <a:cubicBezTo>
                  <a:pt x="6287" y="7752"/>
                  <a:pt x="6275" y="7761"/>
                  <a:pt x="6266" y="7770"/>
                </a:cubicBezTo>
                <a:lnTo>
                  <a:pt x="6260" y="7776"/>
                </a:lnTo>
                <a:lnTo>
                  <a:pt x="1133" y="11879"/>
                </a:lnTo>
                <a:lnTo>
                  <a:pt x="1133" y="569"/>
                </a:lnTo>
                <a:cubicBezTo>
                  <a:pt x="1133" y="255"/>
                  <a:pt x="879" y="1"/>
                  <a:pt x="565" y="1"/>
                </a:cubicBezTo>
                <a:close/>
              </a:path>
            </a:pathLst>
          </a:cu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207" name="Google Shape;207;p28"/>
          <p:cNvSpPr/>
          <p:nvPr/>
        </p:nvSpPr>
        <p:spPr>
          <a:xfrm rot="-5400000">
            <a:off x="1744625" y="2990442"/>
            <a:ext cx="2273100" cy="5949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8"/>
          <p:cNvSpPr txBox="1"/>
          <p:nvPr/>
        </p:nvSpPr>
        <p:spPr>
          <a:xfrm>
            <a:off x="2559609" y="2990250"/>
            <a:ext cx="6189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</a:t>
            </a:r>
            <a:endParaRPr sz="200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209" name="Google Shape;209;p28"/>
          <p:cNvGrpSpPr/>
          <p:nvPr/>
        </p:nvGrpSpPr>
        <p:grpSpPr>
          <a:xfrm>
            <a:off x="2623775" y="2226408"/>
            <a:ext cx="513404" cy="513562"/>
            <a:chOff x="5053900" y="2021500"/>
            <a:chExt cx="483750" cy="483125"/>
          </a:xfrm>
        </p:grpSpPr>
        <p:sp>
          <p:nvSpPr>
            <p:cNvPr id="210" name="Google Shape;210;p28"/>
            <p:cNvSpPr/>
            <p:nvPr/>
          </p:nvSpPr>
          <p:spPr>
            <a:xfrm>
              <a:off x="5281350" y="2078100"/>
              <a:ext cx="127375" cy="127350"/>
            </a:xfrm>
            <a:custGeom>
              <a:rect b="b" l="l" r="r" t="t"/>
              <a:pathLst>
                <a:path extrusionOk="0" h="5094" w="5095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1" name="Google Shape;211;p28"/>
            <p:cNvSpPr/>
            <p:nvPr/>
          </p:nvSpPr>
          <p:spPr>
            <a:xfrm>
              <a:off x="5118000" y="2021500"/>
              <a:ext cx="368700" cy="483125"/>
            </a:xfrm>
            <a:custGeom>
              <a:rect b="b" l="l" r="r" t="t"/>
              <a:pathLst>
                <a:path extrusionOk="0" h="19325" w="14748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2" name="Google Shape;212;p28"/>
            <p:cNvSpPr/>
            <p:nvPr/>
          </p:nvSpPr>
          <p:spPr>
            <a:xfrm>
              <a:off x="5053900" y="2191325"/>
              <a:ext cx="56650" cy="28325"/>
            </a:xfrm>
            <a:custGeom>
              <a:rect b="b" l="l" r="r" t="t"/>
              <a:pathLst>
                <a:path extrusionOk="0" h="1133" w="2266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3" name="Google Shape;213;p28"/>
            <p:cNvSpPr/>
            <p:nvPr/>
          </p:nvSpPr>
          <p:spPr>
            <a:xfrm>
              <a:off x="5056850" y="2096550"/>
              <a:ext cx="50750" cy="48025"/>
            </a:xfrm>
            <a:custGeom>
              <a:rect b="b" l="l" r="r" t="t"/>
              <a:pathLst>
                <a:path extrusionOk="0" h="1921" w="203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4" name="Google Shape;214;p28"/>
            <p:cNvSpPr/>
            <p:nvPr/>
          </p:nvSpPr>
          <p:spPr>
            <a:xfrm>
              <a:off x="5056400" y="2266400"/>
              <a:ext cx="51200" cy="48350"/>
            </a:xfrm>
            <a:custGeom>
              <a:rect b="b" l="l" r="r" t="t"/>
              <a:pathLst>
                <a:path extrusionOk="0" h="1934" w="2048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5" name="Google Shape;215;p28"/>
            <p:cNvSpPr/>
            <p:nvPr/>
          </p:nvSpPr>
          <p:spPr>
            <a:xfrm>
              <a:off x="5480400" y="2191325"/>
              <a:ext cx="56650" cy="28325"/>
            </a:xfrm>
            <a:custGeom>
              <a:rect b="b" l="l" r="r" t="t"/>
              <a:pathLst>
                <a:path extrusionOk="0" h="1133" w="2266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6" name="Google Shape;216;p28"/>
            <p:cNvSpPr/>
            <p:nvPr/>
          </p:nvSpPr>
          <p:spPr>
            <a:xfrm>
              <a:off x="5479800" y="2096550"/>
              <a:ext cx="54300" cy="48225"/>
            </a:xfrm>
            <a:custGeom>
              <a:rect b="b" l="l" r="r" t="t"/>
              <a:pathLst>
                <a:path extrusionOk="0" h="1929" w="2172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7" name="Google Shape;217;p28"/>
            <p:cNvSpPr/>
            <p:nvPr/>
          </p:nvSpPr>
          <p:spPr>
            <a:xfrm>
              <a:off x="5483350" y="2266400"/>
              <a:ext cx="54300" cy="48225"/>
            </a:xfrm>
            <a:custGeom>
              <a:rect b="b" l="l" r="r" t="t"/>
              <a:pathLst>
                <a:path extrusionOk="0" h="1929" w="2172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29"/>
          <p:cNvGrpSpPr/>
          <p:nvPr/>
        </p:nvGrpSpPr>
        <p:grpSpPr>
          <a:xfrm rot="-5400000">
            <a:off x="2474674" y="-1320393"/>
            <a:ext cx="4101458" cy="8374102"/>
            <a:chOff x="5812139" y="178733"/>
            <a:chExt cx="2344092" cy="4786022"/>
          </a:xfrm>
        </p:grpSpPr>
        <p:sp>
          <p:nvSpPr>
            <p:cNvPr id="223" name="Google Shape;223;p29"/>
            <p:cNvSpPr/>
            <p:nvPr/>
          </p:nvSpPr>
          <p:spPr>
            <a:xfrm>
              <a:off x="5837742" y="178745"/>
              <a:ext cx="2294353" cy="4786010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9"/>
            <p:cNvSpPr/>
            <p:nvPr/>
          </p:nvSpPr>
          <p:spPr>
            <a:xfrm>
              <a:off x="5903203" y="255835"/>
              <a:ext cx="2161684" cy="4631829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9"/>
            <p:cNvSpPr/>
            <p:nvPr/>
          </p:nvSpPr>
          <p:spPr>
            <a:xfrm>
              <a:off x="6395153" y="178733"/>
              <a:ext cx="1177783" cy="271144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9"/>
            <p:cNvSpPr/>
            <p:nvPr/>
          </p:nvSpPr>
          <p:spPr>
            <a:xfrm>
              <a:off x="5854616" y="197363"/>
              <a:ext cx="2260313" cy="4748774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9"/>
            <p:cNvSpPr/>
            <p:nvPr/>
          </p:nvSpPr>
          <p:spPr>
            <a:xfrm>
              <a:off x="7228085" y="312853"/>
              <a:ext cx="51496" cy="50036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9"/>
            <p:cNvSpPr/>
            <p:nvPr/>
          </p:nvSpPr>
          <p:spPr>
            <a:xfrm>
              <a:off x="6816459" y="315471"/>
              <a:ext cx="335163" cy="44509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9"/>
            <p:cNvSpPr/>
            <p:nvPr/>
          </p:nvSpPr>
          <p:spPr>
            <a:xfrm>
              <a:off x="7712841" y="334089"/>
              <a:ext cx="88446" cy="68654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9"/>
            <p:cNvSpPr/>
            <p:nvPr/>
          </p:nvSpPr>
          <p:spPr>
            <a:xfrm>
              <a:off x="7614503" y="343980"/>
              <a:ext cx="77099" cy="57309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9"/>
            <p:cNvSpPr/>
            <p:nvPr/>
          </p:nvSpPr>
          <p:spPr>
            <a:xfrm>
              <a:off x="7823979" y="345434"/>
              <a:ext cx="115503" cy="55854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9"/>
            <p:cNvSpPr/>
            <p:nvPr/>
          </p:nvSpPr>
          <p:spPr>
            <a:xfrm>
              <a:off x="8064585" y="611905"/>
              <a:ext cx="67498" cy="33163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9"/>
            <p:cNvSpPr/>
            <p:nvPr/>
          </p:nvSpPr>
          <p:spPr>
            <a:xfrm>
              <a:off x="5837742" y="611905"/>
              <a:ext cx="65752" cy="33163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9"/>
            <p:cNvSpPr/>
            <p:nvPr/>
          </p:nvSpPr>
          <p:spPr>
            <a:xfrm>
              <a:off x="8131792" y="1301644"/>
              <a:ext cx="24439" cy="354907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9"/>
            <p:cNvSpPr/>
            <p:nvPr/>
          </p:nvSpPr>
          <p:spPr>
            <a:xfrm>
              <a:off x="5812139" y="1620769"/>
              <a:ext cx="25894" cy="356362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9"/>
            <p:cNvSpPr/>
            <p:nvPr/>
          </p:nvSpPr>
          <p:spPr>
            <a:xfrm>
              <a:off x="5812139" y="1177427"/>
              <a:ext cx="25894" cy="356653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9"/>
            <p:cNvSpPr/>
            <p:nvPr/>
          </p:nvSpPr>
          <p:spPr>
            <a:xfrm>
              <a:off x="5812139" y="859757"/>
              <a:ext cx="25894" cy="111418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9"/>
            <p:cNvSpPr/>
            <p:nvPr/>
          </p:nvSpPr>
          <p:spPr>
            <a:xfrm>
              <a:off x="8064585" y="4496962"/>
              <a:ext cx="67498" cy="34618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9"/>
            <p:cNvSpPr/>
            <p:nvPr/>
          </p:nvSpPr>
          <p:spPr>
            <a:xfrm>
              <a:off x="5837742" y="4496962"/>
              <a:ext cx="65752" cy="34618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9"/>
            <p:cNvSpPr/>
            <p:nvPr/>
          </p:nvSpPr>
          <p:spPr>
            <a:xfrm>
              <a:off x="6649976" y="3637490"/>
              <a:ext cx="4598" cy="4470"/>
            </a:xfrm>
            <a:custGeom>
              <a:rect b="b" l="l" r="r" t="t"/>
              <a:pathLst>
                <a:path extrusionOk="0" h="35" w="36">
                  <a:moveTo>
                    <a:pt x="1" y="0"/>
                  </a:moveTo>
                  <a:lnTo>
                    <a:pt x="27" y="34"/>
                  </a:lnTo>
                  <a:lnTo>
                    <a:pt x="35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" name="Google Shape;241;p29"/>
          <p:cNvSpPr txBox="1"/>
          <p:nvPr>
            <p:ph type="title"/>
          </p:nvPr>
        </p:nvSpPr>
        <p:spPr>
          <a:xfrm>
            <a:off x="504750" y="26670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00"/>
                </a:solidFill>
              </a:rPr>
              <a:t>Disclaimer</a:t>
            </a:r>
            <a:endParaRPr>
              <a:solidFill>
                <a:srgbClr val="990000"/>
              </a:solidFill>
            </a:endParaRPr>
          </a:p>
        </p:txBody>
      </p:sp>
      <p:sp>
        <p:nvSpPr>
          <p:cNvPr id="242" name="Google Shape;242;p29"/>
          <p:cNvSpPr txBox="1"/>
          <p:nvPr/>
        </p:nvSpPr>
        <p:spPr>
          <a:xfrm>
            <a:off x="821750" y="2857637"/>
            <a:ext cx="7767900" cy="21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 Extra Condensed Medium"/>
              <a:buChar char="●"/>
            </a:pPr>
            <a:r>
              <a:rPr lang="en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We have multiple teams working on different aspects of the phone</a:t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 Extra Condensed Medium"/>
              <a:buChar char="○"/>
            </a:pPr>
            <a:r>
              <a:rPr lang="en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For the sake of simplicity, we will keep this presentation for the… </a:t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43" name="Google Shape;243;p29"/>
          <p:cNvSpPr txBox="1"/>
          <p:nvPr>
            <p:ph idx="4294967295" type="ctrTitle"/>
          </p:nvPr>
        </p:nvSpPr>
        <p:spPr>
          <a:xfrm>
            <a:off x="3233529" y="3797812"/>
            <a:ext cx="5264100" cy="10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990000"/>
                </a:solidFill>
              </a:rPr>
              <a:t>Thermals &amp; Enclosure Teams</a:t>
            </a:r>
            <a:endParaRPr sz="3700">
              <a:solidFill>
                <a:srgbClr val="990000"/>
              </a:solidFill>
            </a:endParaRPr>
          </a:p>
        </p:txBody>
      </p:sp>
      <p:pic>
        <p:nvPicPr>
          <p:cNvPr id="244" name="Google Shape;24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6525" y="1123825"/>
            <a:ext cx="3179377" cy="216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6350" y="1123824"/>
            <a:ext cx="2580712" cy="216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7000" y="1123825"/>
            <a:ext cx="1503686" cy="219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0"/>
          <p:cNvSpPr/>
          <p:nvPr/>
        </p:nvSpPr>
        <p:spPr>
          <a:xfrm>
            <a:off x="7346150" y="843900"/>
            <a:ext cx="1097400" cy="340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30"/>
          <p:cNvSpPr txBox="1"/>
          <p:nvPr>
            <p:ph type="title"/>
          </p:nvPr>
        </p:nvSpPr>
        <p:spPr>
          <a:xfrm>
            <a:off x="403425" y="26670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00"/>
                </a:solidFill>
              </a:rPr>
              <a:t>Design Constraints</a:t>
            </a:r>
            <a:endParaRPr>
              <a:solidFill>
                <a:srgbClr val="990000"/>
              </a:solidFill>
            </a:endParaRPr>
          </a:p>
        </p:txBody>
      </p:sp>
      <p:sp>
        <p:nvSpPr>
          <p:cNvPr id="253" name="Google Shape;253;p30"/>
          <p:cNvSpPr txBox="1"/>
          <p:nvPr/>
        </p:nvSpPr>
        <p:spPr>
          <a:xfrm>
            <a:off x="308350" y="1210725"/>
            <a:ext cx="36972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99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Thermal Consideration</a:t>
            </a:r>
            <a:endParaRPr sz="1800">
              <a:solidFill>
                <a:srgbClr val="99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0"/>
          <p:cNvSpPr txBox="1"/>
          <p:nvPr/>
        </p:nvSpPr>
        <p:spPr>
          <a:xfrm>
            <a:off x="308350" y="1495900"/>
            <a:ext cx="4295400" cy="12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Enough Heat Needs To Be </a:t>
            </a: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Dissipated</a:t>
            </a: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To Prevent Thermal Throttling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Not Enough Space For Active Cooling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Air Gaps Impede Heat Dissipation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Not Burning Users Hands (40 - 45°C)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55" name="Google Shape;255;p30"/>
          <p:cNvSpPr txBox="1"/>
          <p:nvPr/>
        </p:nvSpPr>
        <p:spPr>
          <a:xfrm>
            <a:off x="308350" y="2753910"/>
            <a:ext cx="36675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Enclosure Considerations</a:t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30"/>
          <p:cNvSpPr txBox="1"/>
          <p:nvPr/>
        </p:nvSpPr>
        <p:spPr>
          <a:xfrm>
            <a:off x="308350" y="3039085"/>
            <a:ext cx="4374900" cy="18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Ergonomics &amp; Gripability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Must Protect Internal Electronics </a:t>
            </a:r>
            <a:r>
              <a:rPr lang="en" sz="13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(&amp; Battery(s))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Phone Exterior Size Constraints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Aspect Ratio of the Screen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Internal Components Size Constraints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Weight Distribution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Protection from the Elements (Water &amp; Dust)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257" name="Google Shape;257;p30"/>
          <p:cNvGrpSpPr/>
          <p:nvPr/>
        </p:nvGrpSpPr>
        <p:grpSpPr>
          <a:xfrm>
            <a:off x="4754548" y="816301"/>
            <a:ext cx="1994354" cy="4087799"/>
            <a:chOff x="3574823" y="840576"/>
            <a:chExt cx="1994354" cy="4087799"/>
          </a:xfrm>
        </p:grpSpPr>
        <p:sp>
          <p:nvSpPr>
            <p:cNvPr id="258" name="Google Shape;258;p30"/>
            <p:cNvSpPr/>
            <p:nvPr/>
          </p:nvSpPr>
          <p:spPr>
            <a:xfrm>
              <a:off x="3609706" y="856424"/>
              <a:ext cx="1952041" cy="4071952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9" name="Google Shape;259;p30"/>
            <p:cNvSpPr/>
            <p:nvPr/>
          </p:nvSpPr>
          <p:spPr>
            <a:xfrm>
              <a:off x="3652300" y="906174"/>
              <a:ext cx="1839166" cy="3940775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rgbClr val="FAF7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0" name="Google Shape;260;p30"/>
            <p:cNvSpPr/>
            <p:nvPr/>
          </p:nvSpPr>
          <p:spPr>
            <a:xfrm>
              <a:off x="4070851" y="840576"/>
              <a:ext cx="1002057" cy="230689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1" name="Google Shape;261;p30"/>
            <p:cNvSpPr/>
            <p:nvPr/>
          </p:nvSpPr>
          <p:spPr>
            <a:xfrm>
              <a:off x="4779510" y="954685"/>
              <a:ext cx="43813" cy="42571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990000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2" name="Google Shape;262;p30"/>
            <p:cNvSpPr/>
            <p:nvPr/>
          </p:nvSpPr>
          <p:spPr>
            <a:xfrm>
              <a:off x="4429299" y="956913"/>
              <a:ext cx="285157" cy="37868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rgbClr val="990000"/>
            </a:solidFill>
            <a:ln cap="flat" cmpd="sng" w="9525">
              <a:solidFill>
                <a:srgbClr val="FAF7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3" name="Google Shape;263;p30"/>
            <p:cNvSpPr/>
            <p:nvPr/>
          </p:nvSpPr>
          <p:spPr>
            <a:xfrm>
              <a:off x="4530044" y="1101517"/>
              <a:ext cx="83914" cy="103457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4" name="Google Shape;264;p30"/>
            <p:cNvSpPr/>
            <p:nvPr/>
          </p:nvSpPr>
          <p:spPr>
            <a:xfrm>
              <a:off x="4512964" y="1162155"/>
              <a:ext cx="117825" cy="69301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5" name="Google Shape;265;p30"/>
            <p:cNvSpPr/>
            <p:nvPr/>
          </p:nvSpPr>
          <p:spPr>
            <a:xfrm>
              <a:off x="5191940" y="972753"/>
              <a:ext cx="75250" cy="58411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6" name="Google Shape;266;p30"/>
            <p:cNvSpPr/>
            <p:nvPr/>
          </p:nvSpPr>
          <p:spPr>
            <a:xfrm>
              <a:off x="5108275" y="981168"/>
              <a:ext cx="65596" cy="48758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7" name="Google Shape;267;p30"/>
            <p:cNvSpPr/>
            <p:nvPr/>
          </p:nvSpPr>
          <p:spPr>
            <a:xfrm>
              <a:off x="5286497" y="982405"/>
              <a:ext cx="98270" cy="47521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8" name="Google Shape;268;p30"/>
            <p:cNvSpPr/>
            <p:nvPr/>
          </p:nvSpPr>
          <p:spPr>
            <a:xfrm>
              <a:off x="5491205" y="1209119"/>
              <a:ext cx="57428" cy="28216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3596606" y="1209119"/>
              <a:ext cx="55942" cy="28216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5548384" y="1795949"/>
              <a:ext cx="20793" cy="301956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>
              <a:off x="3574823" y="2067460"/>
              <a:ext cx="22030" cy="303194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>
              <a:off x="3574823" y="1690265"/>
              <a:ext cx="22030" cy="303441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3" name="Google Shape;273;p30"/>
            <p:cNvSpPr/>
            <p:nvPr/>
          </p:nvSpPr>
          <p:spPr>
            <a:xfrm>
              <a:off x="3574823" y="1419991"/>
              <a:ext cx="22030" cy="94794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4" name="Google Shape;274;p30"/>
            <p:cNvSpPr/>
            <p:nvPr/>
          </p:nvSpPr>
          <p:spPr>
            <a:xfrm>
              <a:off x="5491205" y="4514525"/>
              <a:ext cx="57428" cy="29453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5" name="Google Shape;275;p30"/>
            <p:cNvSpPr/>
            <p:nvPr/>
          </p:nvSpPr>
          <p:spPr>
            <a:xfrm>
              <a:off x="3596606" y="4514525"/>
              <a:ext cx="55942" cy="29453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6" name="Google Shape;276;p30"/>
            <p:cNvSpPr/>
            <p:nvPr/>
          </p:nvSpPr>
          <p:spPr>
            <a:xfrm>
              <a:off x="3610963" y="856426"/>
              <a:ext cx="1923080" cy="4040272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277" name="Google Shape;277;p30"/>
          <p:cNvSpPr/>
          <p:nvPr/>
        </p:nvSpPr>
        <p:spPr>
          <a:xfrm>
            <a:off x="6946300" y="897725"/>
            <a:ext cx="1881257" cy="3940775"/>
          </a:xfrm>
          <a:custGeom>
            <a:rect b="b" l="l" r="r" t="t"/>
            <a:pathLst>
              <a:path extrusionOk="0" h="15922" w="7430">
                <a:moveTo>
                  <a:pt x="789" y="0"/>
                </a:moveTo>
                <a:cubicBezTo>
                  <a:pt x="353" y="0"/>
                  <a:pt x="1" y="353"/>
                  <a:pt x="1" y="789"/>
                </a:cubicBezTo>
                <a:lnTo>
                  <a:pt x="1" y="15133"/>
                </a:lnTo>
                <a:cubicBezTo>
                  <a:pt x="1" y="15569"/>
                  <a:pt x="353" y="15922"/>
                  <a:pt x="789" y="15922"/>
                </a:cubicBezTo>
                <a:lnTo>
                  <a:pt x="6641" y="15922"/>
                </a:lnTo>
                <a:cubicBezTo>
                  <a:pt x="7077" y="15922"/>
                  <a:pt x="7430" y="15569"/>
                  <a:pt x="7430" y="15133"/>
                </a:cubicBezTo>
                <a:lnTo>
                  <a:pt x="7430" y="789"/>
                </a:lnTo>
                <a:cubicBezTo>
                  <a:pt x="7430" y="353"/>
                  <a:pt x="7077" y="0"/>
                  <a:pt x="6641" y="0"/>
                </a:cubicBezTo>
                <a:lnTo>
                  <a:pt x="5721" y="0"/>
                </a:lnTo>
                <a:lnTo>
                  <a:pt x="5721" y="265"/>
                </a:lnTo>
                <a:cubicBezTo>
                  <a:pt x="5721" y="485"/>
                  <a:pt x="5544" y="666"/>
                  <a:pt x="5324" y="666"/>
                </a:cubicBezTo>
                <a:lnTo>
                  <a:pt x="2111" y="666"/>
                </a:lnTo>
                <a:cubicBezTo>
                  <a:pt x="1891" y="666"/>
                  <a:pt x="1710" y="485"/>
                  <a:pt x="1710" y="265"/>
                </a:cubicBezTo>
                <a:lnTo>
                  <a:pt x="1710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grpSp>
        <p:nvGrpSpPr>
          <p:cNvPr id="278" name="Google Shape;278;p30"/>
          <p:cNvGrpSpPr/>
          <p:nvPr/>
        </p:nvGrpSpPr>
        <p:grpSpPr>
          <a:xfrm flipH="1">
            <a:off x="6899698" y="832136"/>
            <a:ext cx="1994354" cy="4071952"/>
            <a:chOff x="3574823" y="856424"/>
            <a:chExt cx="1994354" cy="4071952"/>
          </a:xfrm>
        </p:grpSpPr>
        <p:sp>
          <p:nvSpPr>
            <p:cNvPr id="279" name="Google Shape;279;p30"/>
            <p:cNvSpPr/>
            <p:nvPr/>
          </p:nvSpPr>
          <p:spPr>
            <a:xfrm>
              <a:off x="3609706" y="856424"/>
              <a:ext cx="1952041" cy="4071952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0" name="Google Shape;280;p30"/>
            <p:cNvSpPr/>
            <p:nvPr/>
          </p:nvSpPr>
          <p:spPr>
            <a:xfrm>
              <a:off x="5491205" y="1209119"/>
              <a:ext cx="57428" cy="28216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1" name="Google Shape;281;p30"/>
            <p:cNvSpPr/>
            <p:nvPr/>
          </p:nvSpPr>
          <p:spPr>
            <a:xfrm>
              <a:off x="3596606" y="1209119"/>
              <a:ext cx="55942" cy="28216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2" name="Google Shape;282;p30"/>
            <p:cNvSpPr/>
            <p:nvPr/>
          </p:nvSpPr>
          <p:spPr>
            <a:xfrm>
              <a:off x="5548384" y="1795949"/>
              <a:ext cx="20793" cy="301956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3" name="Google Shape;283;p30"/>
            <p:cNvSpPr/>
            <p:nvPr/>
          </p:nvSpPr>
          <p:spPr>
            <a:xfrm>
              <a:off x="3574823" y="2067460"/>
              <a:ext cx="22030" cy="303194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4" name="Google Shape;284;p30"/>
            <p:cNvSpPr/>
            <p:nvPr/>
          </p:nvSpPr>
          <p:spPr>
            <a:xfrm>
              <a:off x="3574823" y="1690265"/>
              <a:ext cx="22030" cy="303441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5" name="Google Shape;285;p30"/>
            <p:cNvSpPr/>
            <p:nvPr/>
          </p:nvSpPr>
          <p:spPr>
            <a:xfrm>
              <a:off x="3574823" y="1419991"/>
              <a:ext cx="22030" cy="94794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6" name="Google Shape;286;p30"/>
            <p:cNvSpPr/>
            <p:nvPr/>
          </p:nvSpPr>
          <p:spPr>
            <a:xfrm>
              <a:off x="5491205" y="4514525"/>
              <a:ext cx="57428" cy="29453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7" name="Google Shape;287;p30"/>
            <p:cNvSpPr/>
            <p:nvPr/>
          </p:nvSpPr>
          <p:spPr>
            <a:xfrm>
              <a:off x="3596606" y="4514525"/>
              <a:ext cx="55942" cy="29453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8" name="Google Shape;288;p30"/>
            <p:cNvSpPr/>
            <p:nvPr/>
          </p:nvSpPr>
          <p:spPr>
            <a:xfrm>
              <a:off x="3610963" y="856426"/>
              <a:ext cx="1923080" cy="4040272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cxnSp>
        <p:nvCxnSpPr>
          <p:cNvPr id="289" name="Google Shape;289;p30"/>
          <p:cNvCxnSpPr/>
          <p:nvPr/>
        </p:nvCxnSpPr>
        <p:spPr>
          <a:xfrm flipH="1" rot="10800000">
            <a:off x="7383825" y="871600"/>
            <a:ext cx="1001700" cy="1800"/>
          </a:xfrm>
          <a:prstGeom prst="straightConnector1">
            <a:avLst/>
          </a:prstGeom>
          <a:noFill/>
          <a:ln cap="flat" cmpd="sng" w="3810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0" name="Google Shape;29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7605" y="1509453"/>
            <a:ext cx="1812875" cy="2928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"/>
          <p:cNvSpPr txBox="1"/>
          <p:nvPr>
            <p:ph type="title"/>
          </p:nvPr>
        </p:nvSpPr>
        <p:spPr>
          <a:xfrm>
            <a:off x="403425" y="26670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00"/>
                </a:solidFill>
              </a:rPr>
              <a:t>Approach To Addressing </a:t>
            </a:r>
            <a:r>
              <a:rPr lang="en">
                <a:solidFill>
                  <a:srgbClr val="990000"/>
                </a:solidFill>
              </a:rPr>
              <a:t>Design Constraints</a:t>
            </a:r>
            <a:endParaRPr>
              <a:solidFill>
                <a:srgbClr val="990000"/>
              </a:solidFill>
            </a:endParaRPr>
          </a:p>
        </p:txBody>
      </p:sp>
      <p:sp>
        <p:nvSpPr>
          <p:cNvPr id="296" name="Google Shape;296;p31"/>
          <p:cNvSpPr txBox="1"/>
          <p:nvPr/>
        </p:nvSpPr>
        <p:spPr>
          <a:xfrm>
            <a:off x="308350" y="1210725"/>
            <a:ext cx="36972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99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Thermal Consideration</a:t>
            </a:r>
            <a:endParaRPr sz="1800">
              <a:solidFill>
                <a:srgbClr val="99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31"/>
          <p:cNvSpPr txBox="1"/>
          <p:nvPr/>
        </p:nvSpPr>
        <p:spPr>
          <a:xfrm>
            <a:off x="308350" y="1495900"/>
            <a:ext cx="4295400" cy="1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Enough Heat Needs To Be Dissipated To Prevent Thermal Throttling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Not Enough Space For Active Cooling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Air Gaps Impede Heat </a:t>
            </a: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Dissipation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Not Burning Users Hands (40 - 45°C)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98" name="Google Shape;298;p31"/>
          <p:cNvSpPr txBox="1"/>
          <p:nvPr/>
        </p:nvSpPr>
        <p:spPr>
          <a:xfrm>
            <a:off x="4683250" y="1210713"/>
            <a:ext cx="36972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99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Thermal Approach</a:t>
            </a:r>
            <a:endParaRPr sz="1800">
              <a:solidFill>
                <a:srgbClr val="99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31"/>
          <p:cNvSpPr txBox="1"/>
          <p:nvPr/>
        </p:nvSpPr>
        <p:spPr>
          <a:xfrm>
            <a:off x="4683250" y="1495888"/>
            <a:ext cx="4295400" cy="1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Minimize</a:t>
            </a: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Still Air, Maximize Thermal Conductivity 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→ Flatten PCB Topography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→ Sandwich PCB Between Copper Plates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Route the Heat To Top Of Phone Away From Hands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300" name="Google Shape;300;p31"/>
          <p:cNvCxnSpPr/>
          <p:nvPr/>
        </p:nvCxnSpPr>
        <p:spPr>
          <a:xfrm flipH="1" rot="10800000">
            <a:off x="4146375" y="2119850"/>
            <a:ext cx="591000" cy="6600"/>
          </a:xfrm>
          <a:prstGeom prst="straightConnector1">
            <a:avLst/>
          </a:prstGeom>
          <a:noFill/>
          <a:ln cap="flat" cmpd="sng" w="9525">
            <a:solidFill>
              <a:srgbClr val="99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01" name="Google Shape;30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7100" y="3037050"/>
            <a:ext cx="1795500" cy="210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0025" y="3225758"/>
            <a:ext cx="2161390" cy="1816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0675" y="3135413"/>
            <a:ext cx="2055065" cy="1816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2"/>
          <p:cNvSpPr txBox="1"/>
          <p:nvPr>
            <p:ph type="title"/>
          </p:nvPr>
        </p:nvSpPr>
        <p:spPr>
          <a:xfrm>
            <a:off x="504750" y="26670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90000"/>
                </a:solidFill>
              </a:rPr>
              <a:t>Quick Look Through The Versions</a:t>
            </a:r>
            <a:endParaRPr>
              <a:solidFill>
                <a:srgbClr val="99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99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00"/>
              </a:solidFill>
            </a:endParaRPr>
          </a:p>
        </p:txBody>
      </p:sp>
      <p:pic>
        <p:nvPicPr>
          <p:cNvPr id="309" name="Google Shape;30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775" y="880875"/>
            <a:ext cx="2021500" cy="35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2"/>
          <p:cNvSpPr txBox="1"/>
          <p:nvPr/>
        </p:nvSpPr>
        <p:spPr>
          <a:xfrm>
            <a:off x="430450" y="4401500"/>
            <a:ext cx="202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99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Version </a:t>
            </a:r>
            <a:r>
              <a:rPr lang="en" sz="2700">
                <a:solidFill>
                  <a:srgbClr val="99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1</a:t>
            </a:r>
            <a:endParaRPr sz="2700">
              <a:solidFill>
                <a:srgbClr val="99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11" name="Google Shape;311;p32"/>
          <p:cNvSpPr txBox="1"/>
          <p:nvPr/>
        </p:nvSpPr>
        <p:spPr>
          <a:xfrm>
            <a:off x="6402917" y="4401494"/>
            <a:ext cx="202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99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Version 3</a:t>
            </a:r>
            <a:endParaRPr sz="2700">
              <a:solidFill>
                <a:srgbClr val="99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pic>
        <p:nvPicPr>
          <p:cNvPr id="312" name="Google Shape;31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3475" y="816300"/>
            <a:ext cx="1847075" cy="3702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43403" y="755550"/>
            <a:ext cx="2322000" cy="392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2"/>
          <p:cNvSpPr txBox="1"/>
          <p:nvPr/>
        </p:nvSpPr>
        <p:spPr>
          <a:xfrm>
            <a:off x="3332298" y="4428524"/>
            <a:ext cx="202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99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Version 2</a:t>
            </a:r>
            <a:endParaRPr sz="2700">
              <a:solidFill>
                <a:srgbClr val="99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3"/>
          <p:cNvSpPr txBox="1"/>
          <p:nvPr>
            <p:ph type="title"/>
          </p:nvPr>
        </p:nvSpPr>
        <p:spPr>
          <a:xfrm>
            <a:off x="579050" y="6405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00"/>
                </a:solidFill>
              </a:rPr>
              <a:t>Version 1</a:t>
            </a:r>
            <a:endParaRPr>
              <a:solidFill>
                <a:srgbClr val="990000"/>
              </a:solidFill>
            </a:endParaRPr>
          </a:p>
        </p:txBody>
      </p:sp>
      <p:pic>
        <p:nvPicPr>
          <p:cNvPr id="320" name="Google Shape;32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46652">
            <a:off x="2709350" y="637256"/>
            <a:ext cx="1154577" cy="222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4580" y="698034"/>
            <a:ext cx="1254850" cy="2227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2524" y="673560"/>
            <a:ext cx="930755" cy="2195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75604" y="2888147"/>
            <a:ext cx="1085001" cy="2137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25349" y="2908638"/>
            <a:ext cx="1254858" cy="2096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88962" y="2888147"/>
            <a:ext cx="1129687" cy="2137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161501">
            <a:off x="88110" y="732757"/>
            <a:ext cx="2611158" cy="3813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08176" y="829061"/>
            <a:ext cx="2406525" cy="4020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4"/>
          <p:cNvSpPr txBox="1"/>
          <p:nvPr>
            <p:ph type="title"/>
          </p:nvPr>
        </p:nvSpPr>
        <p:spPr>
          <a:xfrm>
            <a:off x="504750" y="304275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90000"/>
                </a:solidFill>
              </a:rPr>
              <a:t>Version 2</a:t>
            </a:r>
            <a:endParaRPr>
              <a:solidFill>
                <a:srgbClr val="99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</a:endParaRPr>
          </a:p>
        </p:txBody>
      </p:sp>
      <p:pic>
        <p:nvPicPr>
          <p:cNvPr id="333" name="Google Shape;33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1650" y="853875"/>
            <a:ext cx="2205154" cy="3731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9821" y="853875"/>
            <a:ext cx="1982925" cy="3731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7763" y="927748"/>
            <a:ext cx="1477310" cy="3584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5"/>
          <p:cNvSpPr txBox="1"/>
          <p:nvPr>
            <p:ph type="title"/>
          </p:nvPr>
        </p:nvSpPr>
        <p:spPr>
          <a:xfrm>
            <a:off x="504750" y="-64319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90000"/>
                </a:solidFill>
              </a:rPr>
              <a:t>Version 3</a:t>
            </a:r>
            <a:endParaRPr>
              <a:solidFill>
                <a:srgbClr val="99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</a:endParaRPr>
          </a:p>
        </p:txBody>
      </p:sp>
      <p:pic>
        <p:nvPicPr>
          <p:cNvPr id="341" name="Google Shape;34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8825" y="2688353"/>
            <a:ext cx="1271548" cy="2288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080794">
            <a:off x="4607953" y="2931571"/>
            <a:ext cx="2341770" cy="1597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0373" y="2688353"/>
            <a:ext cx="1161572" cy="2328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96104" y="1559597"/>
            <a:ext cx="2539051" cy="193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 rot="10800000">
            <a:off x="141150" y="1998127"/>
            <a:ext cx="2477675" cy="91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5"/>
          <p:cNvSpPr/>
          <p:nvPr/>
        </p:nvSpPr>
        <p:spPr>
          <a:xfrm>
            <a:off x="5787600" y="2445450"/>
            <a:ext cx="508500" cy="333000"/>
          </a:xfrm>
          <a:prstGeom prst="rect">
            <a:avLst/>
          </a:prstGeom>
          <a:solidFill>
            <a:schemeClr val="lt1"/>
          </a:solidFill>
          <a:ln cap="flat" cmpd="sng" w="7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p35"/>
          <p:cNvSpPr/>
          <p:nvPr/>
        </p:nvSpPr>
        <p:spPr>
          <a:xfrm>
            <a:off x="5074253" y="2672225"/>
            <a:ext cx="736200" cy="121200"/>
          </a:xfrm>
          <a:prstGeom prst="rect">
            <a:avLst/>
          </a:prstGeom>
          <a:solidFill>
            <a:schemeClr val="lt1"/>
          </a:solidFill>
          <a:ln cap="flat" cmpd="sng" w="7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8" name="Google Shape;348;p35"/>
          <p:cNvPicPr preferRelativeResize="0"/>
          <p:nvPr/>
        </p:nvPicPr>
        <p:blipFill rotWithShape="1">
          <a:blip r:embed="rId8">
            <a:alphaModFix/>
          </a:blip>
          <a:srcRect b="21942" l="0" r="0" t="0"/>
          <a:stretch/>
        </p:blipFill>
        <p:spPr>
          <a:xfrm>
            <a:off x="2955575" y="551094"/>
            <a:ext cx="3139441" cy="213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5"/>
          <p:cNvPicPr preferRelativeResize="0"/>
          <p:nvPr/>
        </p:nvPicPr>
        <p:blipFill rotWithShape="1">
          <a:blip r:embed="rId8">
            <a:alphaModFix/>
          </a:blip>
          <a:srcRect b="2675" l="39486" r="29622" t="79297"/>
          <a:stretch/>
        </p:blipFill>
        <p:spPr>
          <a:xfrm>
            <a:off x="5074262" y="1483151"/>
            <a:ext cx="1011879" cy="514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6"/>
          <p:cNvSpPr/>
          <p:nvPr/>
        </p:nvSpPr>
        <p:spPr>
          <a:xfrm>
            <a:off x="7346150" y="843900"/>
            <a:ext cx="1097400" cy="340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36"/>
          <p:cNvSpPr txBox="1"/>
          <p:nvPr>
            <p:ph type="title"/>
          </p:nvPr>
        </p:nvSpPr>
        <p:spPr>
          <a:xfrm>
            <a:off x="403425" y="183147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00"/>
                </a:solidFill>
              </a:rPr>
              <a:t>Future Design Plans</a:t>
            </a:r>
            <a:endParaRPr>
              <a:solidFill>
                <a:srgbClr val="990000"/>
              </a:solidFill>
            </a:endParaRPr>
          </a:p>
        </p:txBody>
      </p:sp>
      <p:sp>
        <p:nvSpPr>
          <p:cNvPr id="356" name="Google Shape;356;p36"/>
          <p:cNvSpPr txBox="1"/>
          <p:nvPr/>
        </p:nvSpPr>
        <p:spPr>
          <a:xfrm>
            <a:off x="308350" y="1210725"/>
            <a:ext cx="36972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99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Thermal Consideration</a:t>
            </a:r>
            <a:endParaRPr sz="1800">
              <a:solidFill>
                <a:srgbClr val="99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36"/>
          <p:cNvSpPr txBox="1"/>
          <p:nvPr/>
        </p:nvSpPr>
        <p:spPr>
          <a:xfrm>
            <a:off x="308350" y="1495900"/>
            <a:ext cx="4295400" cy="12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Enough Heat Needs To Be Dissipated To Prevent Thermal Throttling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Not Enough Space For Active Cooling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Air Gaps Impede Heat </a:t>
            </a: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Dissipation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Not Burning Users Hands (40 - 45°C)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58" name="Google Shape;358;p36"/>
          <p:cNvSpPr txBox="1"/>
          <p:nvPr/>
        </p:nvSpPr>
        <p:spPr>
          <a:xfrm>
            <a:off x="308350" y="2713378"/>
            <a:ext cx="36675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Enclosure Considerations</a:t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36"/>
          <p:cNvSpPr txBox="1"/>
          <p:nvPr/>
        </p:nvSpPr>
        <p:spPr>
          <a:xfrm>
            <a:off x="308350" y="2998553"/>
            <a:ext cx="4374900" cy="18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Ergonomics &amp; Gripability 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→ Exploring A Sliding </a:t>
            </a: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Mechanism</a:t>
            </a: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Design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ckwell"/>
              <a:buChar char="●"/>
            </a:pPr>
            <a:r>
              <a:rPr lang="en" sz="13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Must Protect Internal Electronics (&amp; Battery(s))</a:t>
            </a:r>
            <a:endParaRPr sz="13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→ Exploring An Infill With Trusses on Edges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→ Drawing Fractures AWAY From Corner Critical Points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360" name="Google Shape;360;p36"/>
          <p:cNvGrpSpPr/>
          <p:nvPr/>
        </p:nvGrpSpPr>
        <p:grpSpPr>
          <a:xfrm>
            <a:off x="4754548" y="816301"/>
            <a:ext cx="1994354" cy="4087799"/>
            <a:chOff x="3574823" y="840576"/>
            <a:chExt cx="1994354" cy="4087799"/>
          </a:xfrm>
        </p:grpSpPr>
        <p:sp>
          <p:nvSpPr>
            <p:cNvPr id="361" name="Google Shape;361;p36"/>
            <p:cNvSpPr/>
            <p:nvPr/>
          </p:nvSpPr>
          <p:spPr>
            <a:xfrm>
              <a:off x="3609706" y="856424"/>
              <a:ext cx="1952041" cy="4071952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2" name="Google Shape;362;p36"/>
            <p:cNvSpPr/>
            <p:nvPr/>
          </p:nvSpPr>
          <p:spPr>
            <a:xfrm>
              <a:off x="3652300" y="906174"/>
              <a:ext cx="1839166" cy="3940775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rgbClr val="FAF7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3" name="Google Shape;363;p36"/>
            <p:cNvSpPr/>
            <p:nvPr/>
          </p:nvSpPr>
          <p:spPr>
            <a:xfrm>
              <a:off x="4070851" y="840576"/>
              <a:ext cx="1002057" cy="230689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4" name="Google Shape;364;p36"/>
            <p:cNvSpPr/>
            <p:nvPr/>
          </p:nvSpPr>
          <p:spPr>
            <a:xfrm>
              <a:off x="4779510" y="954685"/>
              <a:ext cx="43813" cy="42571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990000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5" name="Google Shape;365;p36"/>
            <p:cNvSpPr/>
            <p:nvPr/>
          </p:nvSpPr>
          <p:spPr>
            <a:xfrm>
              <a:off x="4429299" y="956913"/>
              <a:ext cx="285157" cy="37868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rgbClr val="990000"/>
            </a:solidFill>
            <a:ln cap="flat" cmpd="sng" w="9525">
              <a:solidFill>
                <a:srgbClr val="FAF7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4530044" y="1101517"/>
              <a:ext cx="83914" cy="103457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4512964" y="1162155"/>
              <a:ext cx="117825" cy="69301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8" name="Google Shape;368;p36"/>
            <p:cNvSpPr/>
            <p:nvPr/>
          </p:nvSpPr>
          <p:spPr>
            <a:xfrm>
              <a:off x="5191940" y="972753"/>
              <a:ext cx="75250" cy="58411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9" name="Google Shape;369;p36"/>
            <p:cNvSpPr/>
            <p:nvPr/>
          </p:nvSpPr>
          <p:spPr>
            <a:xfrm>
              <a:off x="5108275" y="981168"/>
              <a:ext cx="65596" cy="48758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0" name="Google Shape;370;p36"/>
            <p:cNvSpPr/>
            <p:nvPr/>
          </p:nvSpPr>
          <p:spPr>
            <a:xfrm>
              <a:off x="5286497" y="982405"/>
              <a:ext cx="98270" cy="47521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1" name="Google Shape;371;p36"/>
            <p:cNvSpPr/>
            <p:nvPr/>
          </p:nvSpPr>
          <p:spPr>
            <a:xfrm>
              <a:off x="5491205" y="1209119"/>
              <a:ext cx="57428" cy="28216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2" name="Google Shape;372;p36"/>
            <p:cNvSpPr/>
            <p:nvPr/>
          </p:nvSpPr>
          <p:spPr>
            <a:xfrm>
              <a:off x="3596606" y="1209119"/>
              <a:ext cx="55942" cy="28216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3" name="Google Shape;373;p36"/>
            <p:cNvSpPr/>
            <p:nvPr/>
          </p:nvSpPr>
          <p:spPr>
            <a:xfrm>
              <a:off x="5548384" y="1795949"/>
              <a:ext cx="20793" cy="301956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4" name="Google Shape;374;p36"/>
            <p:cNvSpPr/>
            <p:nvPr/>
          </p:nvSpPr>
          <p:spPr>
            <a:xfrm>
              <a:off x="3574823" y="2067460"/>
              <a:ext cx="22030" cy="303194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5" name="Google Shape;375;p36"/>
            <p:cNvSpPr/>
            <p:nvPr/>
          </p:nvSpPr>
          <p:spPr>
            <a:xfrm>
              <a:off x="3574823" y="1690265"/>
              <a:ext cx="22030" cy="303441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6" name="Google Shape;376;p36"/>
            <p:cNvSpPr/>
            <p:nvPr/>
          </p:nvSpPr>
          <p:spPr>
            <a:xfrm>
              <a:off x="3574823" y="1419991"/>
              <a:ext cx="22030" cy="94794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7" name="Google Shape;377;p36"/>
            <p:cNvSpPr/>
            <p:nvPr/>
          </p:nvSpPr>
          <p:spPr>
            <a:xfrm>
              <a:off x="5491205" y="4514525"/>
              <a:ext cx="57428" cy="29453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8" name="Google Shape;378;p36"/>
            <p:cNvSpPr/>
            <p:nvPr/>
          </p:nvSpPr>
          <p:spPr>
            <a:xfrm>
              <a:off x="3596606" y="4514525"/>
              <a:ext cx="55942" cy="29453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9" name="Google Shape;379;p36"/>
            <p:cNvSpPr/>
            <p:nvPr/>
          </p:nvSpPr>
          <p:spPr>
            <a:xfrm>
              <a:off x="3610963" y="856426"/>
              <a:ext cx="1923080" cy="4040272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380" name="Google Shape;380;p36"/>
          <p:cNvSpPr/>
          <p:nvPr/>
        </p:nvSpPr>
        <p:spPr>
          <a:xfrm>
            <a:off x="6946300" y="897725"/>
            <a:ext cx="1881257" cy="3940775"/>
          </a:xfrm>
          <a:custGeom>
            <a:rect b="b" l="l" r="r" t="t"/>
            <a:pathLst>
              <a:path extrusionOk="0" h="15922" w="7430">
                <a:moveTo>
                  <a:pt x="789" y="0"/>
                </a:moveTo>
                <a:cubicBezTo>
                  <a:pt x="353" y="0"/>
                  <a:pt x="1" y="353"/>
                  <a:pt x="1" y="789"/>
                </a:cubicBezTo>
                <a:lnTo>
                  <a:pt x="1" y="15133"/>
                </a:lnTo>
                <a:cubicBezTo>
                  <a:pt x="1" y="15569"/>
                  <a:pt x="353" y="15922"/>
                  <a:pt x="789" y="15922"/>
                </a:cubicBezTo>
                <a:lnTo>
                  <a:pt x="6641" y="15922"/>
                </a:lnTo>
                <a:cubicBezTo>
                  <a:pt x="7077" y="15922"/>
                  <a:pt x="7430" y="15569"/>
                  <a:pt x="7430" y="15133"/>
                </a:cubicBezTo>
                <a:lnTo>
                  <a:pt x="7430" y="789"/>
                </a:lnTo>
                <a:cubicBezTo>
                  <a:pt x="7430" y="353"/>
                  <a:pt x="7077" y="0"/>
                  <a:pt x="6641" y="0"/>
                </a:cubicBezTo>
                <a:lnTo>
                  <a:pt x="5721" y="0"/>
                </a:lnTo>
                <a:lnTo>
                  <a:pt x="5721" y="265"/>
                </a:lnTo>
                <a:cubicBezTo>
                  <a:pt x="5721" y="485"/>
                  <a:pt x="5544" y="666"/>
                  <a:pt x="5324" y="666"/>
                </a:cubicBezTo>
                <a:lnTo>
                  <a:pt x="2111" y="666"/>
                </a:lnTo>
                <a:cubicBezTo>
                  <a:pt x="1891" y="666"/>
                  <a:pt x="1710" y="485"/>
                  <a:pt x="1710" y="265"/>
                </a:cubicBezTo>
                <a:lnTo>
                  <a:pt x="1710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grpSp>
        <p:nvGrpSpPr>
          <p:cNvPr id="381" name="Google Shape;381;p36"/>
          <p:cNvGrpSpPr/>
          <p:nvPr/>
        </p:nvGrpSpPr>
        <p:grpSpPr>
          <a:xfrm flipH="1">
            <a:off x="6899698" y="832136"/>
            <a:ext cx="1994354" cy="4071952"/>
            <a:chOff x="3574823" y="856424"/>
            <a:chExt cx="1994354" cy="4071952"/>
          </a:xfrm>
        </p:grpSpPr>
        <p:sp>
          <p:nvSpPr>
            <p:cNvPr id="382" name="Google Shape;382;p36"/>
            <p:cNvSpPr/>
            <p:nvPr/>
          </p:nvSpPr>
          <p:spPr>
            <a:xfrm>
              <a:off x="3609706" y="856424"/>
              <a:ext cx="1952041" cy="4071952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83" name="Google Shape;383;p36"/>
            <p:cNvSpPr/>
            <p:nvPr/>
          </p:nvSpPr>
          <p:spPr>
            <a:xfrm>
              <a:off x="5491205" y="1209119"/>
              <a:ext cx="57428" cy="28216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84" name="Google Shape;384;p36"/>
            <p:cNvSpPr/>
            <p:nvPr/>
          </p:nvSpPr>
          <p:spPr>
            <a:xfrm>
              <a:off x="3596606" y="1209119"/>
              <a:ext cx="55942" cy="28216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85" name="Google Shape;385;p36"/>
            <p:cNvSpPr/>
            <p:nvPr/>
          </p:nvSpPr>
          <p:spPr>
            <a:xfrm>
              <a:off x="5548384" y="1795949"/>
              <a:ext cx="20793" cy="301956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3574823" y="2067460"/>
              <a:ext cx="22030" cy="303194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3574823" y="1690265"/>
              <a:ext cx="22030" cy="303441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88" name="Google Shape;388;p36"/>
            <p:cNvSpPr/>
            <p:nvPr/>
          </p:nvSpPr>
          <p:spPr>
            <a:xfrm>
              <a:off x="3574823" y="1419991"/>
              <a:ext cx="22030" cy="94794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89" name="Google Shape;389;p36"/>
            <p:cNvSpPr/>
            <p:nvPr/>
          </p:nvSpPr>
          <p:spPr>
            <a:xfrm>
              <a:off x="5491205" y="4514525"/>
              <a:ext cx="57428" cy="29453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0" name="Google Shape;390;p36"/>
            <p:cNvSpPr/>
            <p:nvPr/>
          </p:nvSpPr>
          <p:spPr>
            <a:xfrm>
              <a:off x="3596606" y="4514525"/>
              <a:ext cx="55942" cy="29453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1" name="Google Shape;391;p36"/>
            <p:cNvSpPr/>
            <p:nvPr/>
          </p:nvSpPr>
          <p:spPr>
            <a:xfrm>
              <a:off x="3610963" y="856426"/>
              <a:ext cx="1923080" cy="4040272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cxnSp>
        <p:nvCxnSpPr>
          <p:cNvPr id="392" name="Google Shape;392;p36"/>
          <p:cNvCxnSpPr/>
          <p:nvPr/>
        </p:nvCxnSpPr>
        <p:spPr>
          <a:xfrm flipH="1" rot="10800000">
            <a:off x="7383825" y="871600"/>
            <a:ext cx="1001700" cy="1800"/>
          </a:xfrm>
          <a:prstGeom prst="straightConnector1">
            <a:avLst/>
          </a:prstGeom>
          <a:noFill/>
          <a:ln cap="flat" cmpd="sng" w="3810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3" name="Google Shape;39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7605" y="1509453"/>
            <a:ext cx="1812875" cy="2928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7"/>
          <p:cNvSpPr txBox="1"/>
          <p:nvPr>
            <p:ph type="ctrTitle"/>
          </p:nvPr>
        </p:nvSpPr>
        <p:spPr>
          <a:xfrm>
            <a:off x="441925" y="1629975"/>
            <a:ext cx="5572500" cy="10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300"/>
              <a:t>Thank You</a:t>
            </a:r>
            <a:endParaRPr i="1" sz="4400"/>
          </a:p>
        </p:txBody>
      </p:sp>
      <p:grpSp>
        <p:nvGrpSpPr>
          <p:cNvPr id="399" name="Google Shape;399;p37"/>
          <p:cNvGrpSpPr/>
          <p:nvPr/>
        </p:nvGrpSpPr>
        <p:grpSpPr>
          <a:xfrm rot="899960">
            <a:off x="6220593" y="178811"/>
            <a:ext cx="2344022" cy="4785879"/>
            <a:chOff x="5812139" y="178733"/>
            <a:chExt cx="2344092" cy="4786022"/>
          </a:xfrm>
        </p:grpSpPr>
        <p:sp>
          <p:nvSpPr>
            <p:cNvPr id="400" name="Google Shape;400;p37"/>
            <p:cNvSpPr/>
            <p:nvPr/>
          </p:nvSpPr>
          <p:spPr>
            <a:xfrm>
              <a:off x="5837742" y="178745"/>
              <a:ext cx="2294353" cy="4786010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7"/>
            <p:cNvSpPr/>
            <p:nvPr/>
          </p:nvSpPr>
          <p:spPr>
            <a:xfrm>
              <a:off x="5903203" y="255835"/>
              <a:ext cx="2161684" cy="4631829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7"/>
            <p:cNvSpPr/>
            <p:nvPr/>
          </p:nvSpPr>
          <p:spPr>
            <a:xfrm>
              <a:off x="6395153" y="178733"/>
              <a:ext cx="1177783" cy="271144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7"/>
            <p:cNvSpPr/>
            <p:nvPr/>
          </p:nvSpPr>
          <p:spPr>
            <a:xfrm>
              <a:off x="7228085" y="312853"/>
              <a:ext cx="51496" cy="50036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7"/>
            <p:cNvSpPr/>
            <p:nvPr/>
          </p:nvSpPr>
          <p:spPr>
            <a:xfrm>
              <a:off x="6816459" y="315471"/>
              <a:ext cx="335163" cy="44509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7"/>
            <p:cNvSpPr/>
            <p:nvPr/>
          </p:nvSpPr>
          <p:spPr>
            <a:xfrm>
              <a:off x="6934871" y="664559"/>
              <a:ext cx="98629" cy="121599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7"/>
            <p:cNvSpPr/>
            <p:nvPr/>
          </p:nvSpPr>
          <p:spPr>
            <a:xfrm>
              <a:off x="6914796" y="735831"/>
              <a:ext cx="138487" cy="81454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7"/>
            <p:cNvSpPr/>
            <p:nvPr/>
          </p:nvSpPr>
          <p:spPr>
            <a:xfrm>
              <a:off x="7712841" y="334089"/>
              <a:ext cx="88446" cy="68654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7"/>
            <p:cNvSpPr/>
            <p:nvPr/>
          </p:nvSpPr>
          <p:spPr>
            <a:xfrm>
              <a:off x="7614503" y="343980"/>
              <a:ext cx="77099" cy="57309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7"/>
            <p:cNvSpPr/>
            <p:nvPr/>
          </p:nvSpPr>
          <p:spPr>
            <a:xfrm>
              <a:off x="7823979" y="345434"/>
              <a:ext cx="115503" cy="55854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7"/>
            <p:cNvSpPr/>
            <p:nvPr/>
          </p:nvSpPr>
          <p:spPr>
            <a:xfrm>
              <a:off x="8064585" y="611905"/>
              <a:ext cx="67498" cy="33163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7"/>
            <p:cNvSpPr/>
            <p:nvPr/>
          </p:nvSpPr>
          <p:spPr>
            <a:xfrm>
              <a:off x="5837742" y="611905"/>
              <a:ext cx="65752" cy="33163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7"/>
            <p:cNvSpPr/>
            <p:nvPr/>
          </p:nvSpPr>
          <p:spPr>
            <a:xfrm>
              <a:off x="8131792" y="1301644"/>
              <a:ext cx="24439" cy="354907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7"/>
            <p:cNvSpPr/>
            <p:nvPr/>
          </p:nvSpPr>
          <p:spPr>
            <a:xfrm>
              <a:off x="5812139" y="1620769"/>
              <a:ext cx="25894" cy="356362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7"/>
            <p:cNvSpPr/>
            <p:nvPr/>
          </p:nvSpPr>
          <p:spPr>
            <a:xfrm>
              <a:off x="5812139" y="1177427"/>
              <a:ext cx="25894" cy="356653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7"/>
            <p:cNvSpPr/>
            <p:nvPr/>
          </p:nvSpPr>
          <p:spPr>
            <a:xfrm>
              <a:off x="5812139" y="859757"/>
              <a:ext cx="25894" cy="111418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7"/>
            <p:cNvSpPr/>
            <p:nvPr/>
          </p:nvSpPr>
          <p:spPr>
            <a:xfrm>
              <a:off x="8064585" y="4496962"/>
              <a:ext cx="67498" cy="34618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7"/>
            <p:cNvSpPr/>
            <p:nvPr/>
          </p:nvSpPr>
          <p:spPr>
            <a:xfrm>
              <a:off x="5837742" y="4496962"/>
              <a:ext cx="65752" cy="34618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7"/>
            <p:cNvSpPr/>
            <p:nvPr/>
          </p:nvSpPr>
          <p:spPr>
            <a:xfrm>
              <a:off x="6649976" y="3637490"/>
              <a:ext cx="4598" cy="4470"/>
            </a:xfrm>
            <a:custGeom>
              <a:rect b="b" l="l" r="r" t="t"/>
              <a:pathLst>
                <a:path extrusionOk="0" h="35" w="36">
                  <a:moveTo>
                    <a:pt x="1" y="0"/>
                  </a:moveTo>
                  <a:lnTo>
                    <a:pt x="27" y="34"/>
                  </a:lnTo>
                  <a:lnTo>
                    <a:pt x="35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9" name="Google Shape;419;p37"/>
          <p:cNvSpPr/>
          <p:nvPr/>
        </p:nvSpPr>
        <p:spPr>
          <a:xfrm rot="900028">
            <a:off x="6771276" y="1038589"/>
            <a:ext cx="1651683" cy="164797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7"/>
          <p:cNvSpPr/>
          <p:nvPr/>
        </p:nvSpPr>
        <p:spPr>
          <a:xfrm rot="900033">
            <a:off x="7227958" y="1568658"/>
            <a:ext cx="4598" cy="4470"/>
          </a:xfrm>
          <a:custGeom>
            <a:rect b="b" l="l" r="r" t="t"/>
            <a:pathLst>
              <a:path extrusionOk="0" h="35" w="36">
                <a:moveTo>
                  <a:pt x="1" y="0"/>
                </a:moveTo>
                <a:lnTo>
                  <a:pt x="27" y="34"/>
                </a:lnTo>
                <a:lnTo>
                  <a:pt x="35" y="34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7"/>
          <p:cNvSpPr/>
          <p:nvPr/>
        </p:nvSpPr>
        <p:spPr>
          <a:xfrm rot="900064">
            <a:off x="6953395" y="1218776"/>
            <a:ext cx="1287683" cy="1287683"/>
          </a:xfrm>
          <a:prstGeom prst="pie">
            <a:avLst>
              <a:gd fmla="val 14382776" name="adj1"/>
              <a:gd fmla="val 21460693" name="adj2"/>
            </a:avLst>
          </a:prstGeom>
          <a:solidFill>
            <a:schemeClr val="accent6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7"/>
          <p:cNvSpPr/>
          <p:nvPr/>
        </p:nvSpPr>
        <p:spPr>
          <a:xfrm rot="900064">
            <a:off x="6953395" y="1218776"/>
            <a:ext cx="1287683" cy="1287683"/>
          </a:xfrm>
          <a:prstGeom prst="pie">
            <a:avLst>
              <a:gd fmla="val 21249271" name="adj1"/>
              <a:gd fmla="val 7379660" name="adj2"/>
            </a:avLst>
          </a:prstGeom>
          <a:solidFill>
            <a:schemeClr val="accent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7"/>
          <p:cNvSpPr/>
          <p:nvPr/>
        </p:nvSpPr>
        <p:spPr>
          <a:xfrm rot="900064">
            <a:off x="6953395" y="1218776"/>
            <a:ext cx="1287683" cy="1287683"/>
          </a:xfrm>
          <a:prstGeom prst="pie">
            <a:avLst>
              <a:gd fmla="val 7348780" name="adj1"/>
              <a:gd fmla="val 15975568" name="adj2"/>
            </a:avLst>
          </a:prstGeom>
          <a:solidFill>
            <a:schemeClr val="accent6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7"/>
          <p:cNvSpPr/>
          <p:nvPr/>
        </p:nvSpPr>
        <p:spPr>
          <a:xfrm rot="900028">
            <a:off x="6297948" y="2805074"/>
            <a:ext cx="1651683" cy="164797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5" name="Google Shape;425;p37"/>
          <p:cNvGrpSpPr/>
          <p:nvPr/>
        </p:nvGrpSpPr>
        <p:grpSpPr>
          <a:xfrm rot="899960">
            <a:off x="6502031" y="2981459"/>
            <a:ext cx="1216764" cy="1287562"/>
            <a:chOff x="4210050" y="3676650"/>
            <a:chExt cx="1216800" cy="1287600"/>
          </a:xfrm>
        </p:grpSpPr>
        <p:sp>
          <p:nvSpPr>
            <p:cNvPr id="426" name="Google Shape;426;p37"/>
            <p:cNvSpPr/>
            <p:nvPr/>
          </p:nvSpPr>
          <p:spPr>
            <a:xfrm>
              <a:off x="4210050" y="3676650"/>
              <a:ext cx="340500" cy="12876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7"/>
            <p:cNvSpPr/>
            <p:nvPr/>
          </p:nvSpPr>
          <p:spPr>
            <a:xfrm>
              <a:off x="4648200" y="4019550"/>
              <a:ext cx="340500" cy="944700"/>
            </a:xfrm>
            <a:prstGeom prst="rect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7"/>
            <p:cNvSpPr/>
            <p:nvPr/>
          </p:nvSpPr>
          <p:spPr>
            <a:xfrm>
              <a:off x="5086350" y="4362450"/>
              <a:ext cx="340500" cy="601800"/>
            </a:xfrm>
            <a:prstGeom prst="rect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hone Interface Infographics by Slidesgo">
  <a:themeElements>
    <a:clrScheme name="Simple Light">
      <a:dk1>
        <a:srgbClr val="000000"/>
      </a:dk1>
      <a:lt1>
        <a:srgbClr val="FDFDFD"/>
      </a:lt1>
      <a:dk2>
        <a:srgbClr val="B3B3B3"/>
      </a:dk2>
      <a:lt2>
        <a:srgbClr val="E4E4E4"/>
      </a:lt2>
      <a:accent1>
        <a:srgbClr val="E2555F"/>
      </a:accent1>
      <a:accent2>
        <a:srgbClr val="2F6CC0"/>
      </a:accent2>
      <a:accent3>
        <a:srgbClr val="A74868"/>
      </a:accent3>
      <a:accent4>
        <a:srgbClr val="1C3F6F"/>
      </a:accent4>
      <a:accent5>
        <a:srgbClr val="C7C3B8"/>
      </a:accent5>
      <a:accent6>
        <a:srgbClr val="FAF7E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